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eb63f89df64532" /><Relationship Type="http://schemas.openxmlformats.org/officeDocument/2006/relationships/extended-properties" Target="/docProps/app.xml" Id="R743321d6e7c34e6f" /><Relationship Type="http://schemas.openxmlformats.org/officeDocument/2006/relationships/officeDocument" Target="/ppt/presentation.xml" Id="Rddcbdd037a65417a" /></Relationships>
</file>

<file path=ppt/presentation.xml><?xml version="1.0" encoding="utf-8"?>
<p:presentation xmlns:p="http://schemas.openxmlformats.org/presentationml/2006/main">
  <p:sldMasterIdLst>
    <p:sldMasterId xmlns:r="http://schemas.openxmlformats.org/officeDocument/2006/relationships" id="2147483648" r:id="R79e1da85c5ef4953"/>
    <p:sldMasterId xmlns:r="http://schemas.openxmlformats.org/officeDocument/2006/relationships" id="2147483660" r:id="Red928e3d46354eef"/>
    <p:sldMasterId xmlns:r="http://schemas.openxmlformats.org/officeDocument/2006/relationships" id="2147483671" r:id="R31919e975e0f427a"/>
  </p:sldMasterIdLst>
  <p:notesMasterIdLst>
    <p:notesMasterId xmlns:r="http://schemas.openxmlformats.org/officeDocument/2006/relationships" r:id="R9e2ac12e89e24c41"/>
  </p:notesMasterIdLst>
  <p:sldIdLst>
    <p:sldId xmlns:r="http://schemas.openxmlformats.org/officeDocument/2006/relationships" id="256" r:id="R3efa11ae9b5741c6"/>
    <p:sldId xmlns:r="http://schemas.openxmlformats.org/officeDocument/2006/relationships" id="257" r:id="Rc177be9a96bf45d0"/>
    <p:sldId xmlns:r="http://schemas.openxmlformats.org/officeDocument/2006/relationships" id="258" r:id="R51d13451f0b54ebf"/>
    <p:sldId xmlns:r="http://schemas.openxmlformats.org/officeDocument/2006/relationships" id="259" r:id="Rde049dc2f621407a"/>
    <p:sldId xmlns:r="http://schemas.openxmlformats.org/officeDocument/2006/relationships" id="260" r:id="R7c22bddd838a4a4e"/>
    <p:sldId xmlns:r="http://schemas.openxmlformats.org/officeDocument/2006/relationships" id="261" r:id="Re5af10781d504908"/>
    <p:sldId xmlns:r="http://schemas.openxmlformats.org/officeDocument/2006/relationships" id="262" r:id="Rb165912e165c43be"/>
    <p:sldId xmlns:r="http://schemas.openxmlformats.org/officeDocument/2006/relationships" id="263" r:id="R3415542e00dd45f7"/>
    <p:sldId xmlns:r="http://schemas.openxmlformats.org/officeDocument/2006/relationships" id="264" r:id="Rb190dfae64684c21"/>
    <p:sldId xmlns:r="http://schemas.openxmlformats.org/officeDocument/2006/relationships" id="265" r:id="R62b62b3d8cbe4b9a"/>
    <p:sldId xmlns:r="http://schemas.openxmlformats.org/officeDocument/2006/relationships" id="266" r:id="R06ad0f854c634044"/>
    <p:sldId xmlns:r="http://schemas.openxmlformats.org/officeDocument/2006/relationships" id="267" r:id="Rf2816bfa51324ef4"/>
    <p:sldId xmlns:r="http://schemas.openxmlformats.org/officeDocument/2006/relationships" id="268" r:id="Rce705c6e9247480d"/>
    <p:sldId xmlns:r="http://schemas.openxmlformats.org/officeDocument/2006/relationships" id="269" r:id="R76993fe6efd34cee"/>
    <p:sldId xmlns:r="http://schemas.openxmlformats.org/officeDocument/2006/relationships" id="270" r:id="Rec12328c723f48bf"/>
    <p:sldId xmlns:r="http://schemas.openxmlformats.org/officeDocument/2006/relationships" id="271" r:id="R27e4b8cb9e5645f1"/>
    <p:sldId xmlns:r="http://schemas.openxmlformats.org/officeDocument/2006/relationships" id="272" r:id="R4db6cc8b42dd4659"/>
    <p:sldId xmlns:r="http://schemas.openxmlformats.org/officeDocument/2006/relationships" id="273" r:id="Re8bea360d51f457f"/>
    <p:sldId xmlns:r="http://schemas.openxmlformats.org/officeDocument/2006/relationships" id="274" r:id="R5295f3b4403c4e14"/>
    <p:sldId xmlns:r="http://schemas.openxmlformats.org/officeDocument/2006/relationships" id="275" r:id="R7249c6ba3b5643a6"/>
    <p:sldId xmlns:r="http://schemas.openxmlformats.org/officeDocument/2006/relationships" id="276" r:id="R231ef8347f6a478e"/>
    <p:sldId xmlns:r="http://schemas.openxmlformats.org/officeDocument/2006/relationships" id="277" r:id="R421eddab572942b4"/>
  </p:sldIdLst>
  <p:sldSz cx="9144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633044a12464b4b" /><Relationship Type="http://schemas.openxmlformats.org/officeDocument/2006/relationships/slideMaster" Target="/ppt/slideMasters/slideMaster1.xml" Id="R79e1da85c5ef4953" /><Relationship Type="http://schemas.openxmlformats.org/officeDocument/2006/relationships/slideMaster" Target="/ppt/slideMasters/slideMaster2.xml" Id="Red928e3d46354eef" /><Relationship Type="http://schemas.openxmlformats.org/officeDocument/2006/relationships/slideMaster" Target="/ppt/slideMasters/slideMaster3.xml" Id="R31919e975e0f427a" /><Relationship Type="http://schemas.openxmlformats.org/officeDocument/2006/relationships/notesMaster" Target="/ppt/notesMasters/notesMaster1.xml" Id="R9e2ac12e89e24c41" /><Relationship Type="http://schemas.openxmlformats.org/officeDocument/2006/relationships/presProps" Target="/ppt/presProps.xml" Id="R4e562dd9401a48ae" /><Relationship Type="http://schemas.openxmlformats.org/officeDocument/2006/relationships/viewProps" Target="/ppt/viewProps.xml" Id="Rc8e394ff6c104ae9" /><Relationship Type="http://schemas.openxmlformats.org/officeDocument/2006/relationships/tableStyles" Target="/ppt/tableStyles.xml" Id="R73c114c3aec547c3" /><Relationship Type="http://schemas.openxmlformats.org/officeDocument/2006/relationships/slide" Target="/ppt/slides/slide1.xml" Id="R3efa11ae9b5741c6" /><Relationship Type="http://schemas.openxmlformats.org/officeDocument/2006/relationships/slide" Target="/ppt/slides/slide2.xml" Id="Rc177be9a96bf45d0" /><Relationship Type="http://schemas.openxmlformats.org/officeDocument/2006/relationships/slide" Target="/ppt/slides/slide3.xml" Id="R51d13451f0b54ebf" /><Relationship Type="http://schemas.openxmlformats.org/officeDocument/2006/relationships/slide" Target="/ppt/slides/slide4.xml" Id="Rde049dc2f621407a" /><Relationship Type="http://schemas.openxmlformats.org/officeDocument/2006/relationships/slide" Target="/ppt/slides/slide5.xml" Id="R7c22bddd838a4a4e" /><Relationship Type="http://schemas.openxmlformats.org/officeDocument/2006/relationships/slide" Target="/ppt/slides/slide6.xml" Id="Re5af10781d504908" /><Relationship Type="http://schemas.openxmlformats.org/officeDocument/2006/relationships/slide" Target="/ppt/slides/slide7.xml" Id="Rb165912e165c43be" /><Relationship Type="http://schemas.openxmlformats.org/officeDocument/2006/relationships/slide" Target="/ppt/slides/slide8.xml" Id="R3415542e00dd45f7" /><Relationship Type="http://schemas.openxmlformats.org/officeDocument/2006/relationships/slide" Target="/ppt/slides/slide9.xml" Id="Rb190dfae64684c21" /><Relationship Type="http://schemas.openxmlformats.org/officeDocument/2006/relationships/slide" Target="/ppt/slides/slide10.xml" Id="R62b62b3d8cbe4b9a" /><Relationship Type="http://schemas.openxmlformats.org/officeDocument/2006/relationships/slide" Target="/ppt/slides/slide11.xml" Id="R06ad0f854c634044" /><Relationship Type="http://schemas.openxmlformats.org/officeDocument/2006/relationships/slide" Target="/ppt/slides/slide12.xml" Id="Rf2816bfa51324ef4" /><Relationship Type="http://schemas.openxmlformats.org/officeDocument/2006/relationships/slide" Target="/ppt/slides/slide13.xml" Id="Rce705c6e9247480d" /><Relationship Type="http://schemas.openxmlformats.org/officeDocument/2006/relationships/slide" Target="/ppt/slides/slide14.xml" Id="R76993fe6efd34cee" /><Relationship Type="http://schemas.openxmlformats.org/officeDocument/2006/relationships/slide" Target="/ppt/slides/slide15.xml" Id="Rec12328c723f48bf" /><Relationship Type="http://schemas.openxmlformats.org/officeDocument/2006/relationships/slide" Target="/ppt/slides/slide16.xml" Id="R27e4b8cb9e5645f1" /><Relationship Type="http://schemas.openxmlformats.org/officeDocument/2006/relationships/slide" Target="/ppt/slides/slide17.xml" Id="R4db6cc8b42dd4659" /><Relationship Type="http://schemas.openxmlformats.org/officeDocument/2006/relationships/slide" Target="/ppt/slides/slide18.xml" Id="Re8bea360d51f457f" /><Relationship Type="http://schemas.openxmlformats.org/officeDocument/2006/relationships/slide" Target="/ppt/slides/slide19.xml" Id="R5295f3b4403c4e14" /><Relationship Type="http://schemas.openxmlformats.org/officeDocument/2006/relationships/slide" Target="/ppt/slides/slide20.xml" Id="R7249c6ba3b5643a6" /><Relationship Type="http://schemas.openxmlformats.org/officeDocument/2006/relationships/slide" Target="/ppt/slides/slide21.xml" Id="R231ef8347f6a478e" /><Relationship Type="http://schemas.openxmlformats.org/officeDocument/2006/relationships/slide" Target="/ppt/slides/slide22.xml" Id="R421eddab572942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e560af2060a24b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ab44d66fce45a2" /><Relationship Type="http://schemas.openxmlformats.org/officeDocument/2006/relationships/notesMaster" Target="/ppt/notesMasters/notesMaster1.xml" Id="R346d73abaea342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1564ddd65d4856" /><Relationship Type="http://schemas.openxmlformats.org/officeDocument/2006/relationships/notesMaster" Target="/ppt/notesMasters/notesMaster1.xml" Id="Rba7e72c5499e4f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017e6b3fbe4eeb" /><Relationship Type="http://schemas.openxmlformats.org/officeDocument/2006/relationships/notesMaster" Target="/ppt/notesMasters/notesMaster1.xml" Id="R12562706e2e94a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a1d6dbb647407e" /><Relationship Type="http://schemas.openxmlformats.org/officeDocument/2006/relationships/notesMaster" Target="/ppt/notesMasters/notesMaster1.xml" Id="R4f69192190fd4d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ea505d9fd04f1a" /><Relationship Type="http://schemas.openxmlformats.org/officeDocument/2006/relationships/notesMaster" Target="/ppt/notesMasters/notesMaster1.xml" Id="Rc8a096186d9e43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849e1a956f4198" /><Relationship Type="http://schemas.openxmlformats.org/officeDocument/2006/relationships/notesMaster" Target="/ppt/notesMasters/notesMaster1.xml" Id="R8578c66171b542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81e08f19af4634" /><Relationship Type="http://schemas.openxmlformats.org/officeDocument/2006/relationships/notesMaster" Target="/ppt/notesMasters/notesMaster1.xml" Id="R750906f921b74d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b20daaac584064" /><Relationship Type="http://schemas.openxmlformats.org/officeDocument/2006/relationships/notesMaster" Target="/ppt/notesMasters/notesMaster1.xml" Id="Rfd060df6116346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6aedc145d64aa3" /><Relationship Type="http://schemas.openxmlformats.org/officeDocument/2006/relationships/notesMaster" Target="/ppt/notesMasters/notesMaster1.xml" Id="R7719408cd42f47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a17a286c884f61" /><Relationship Type="http://schemas.openxmlformats.org/officeDocument/2006/relationships/notesMaster" Target="/ppt/notesMasters/notesMaster1.xml" Id="R86e6c2d604244c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663b7a82d24ca8" /><Relationship Type="http://schemas.openxmlformats.org/officeDocument/2006/relationships/notesMaster" Target="/ppt/notesMasters/notesMaster1.xml" Id="R0991e921964045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e44d58490c480b" /><Relationship Type="http://schemas.openxmlformats.org/officeDocument/2006/relationships/notesMaster" Target="/ppt/notesMasters/notesMaster1.xml" Id="R2564cb3f055243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e81997d1b74570" /><Relationship Type="http://schemas.openxmlformats.org/officeDocument/2006/relationships/notesMaster" Target="/ppt/notesMasters/notesMaster1.xml" Id="R62c0c8b3ddf142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e21bbe757541cc" /><Relationship Type="http://schemas.openxmlformats.org/officeDocument/2006/relationships/notesMaster" Target="/ppt/notesMasters/notesMaster1.xml" Id="R7abee57b7c2b4d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30e58e9c064241" /><Relationship Type="http://schemas.openxmlformats.org/officeDocument/2006/relationships/notesMaster" Target="/ppt/notesMasters/notesMaster1.xml" Id="R8a5a41187d2e4e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d87768794c4969" /><Relationship Type="http://schemas.openxmlformats.org/officeDocument/2006/relationships/notesMaster" Target="/ppt/notesMasters/notesMaster1.xml" Id="R1b332be6bbfe4d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7c454b92ea6415b" /><Relationship Type="http://schemas.openxmlformats.org/officeDocument/2006/relationships/notesMaster" Target="/ppt/notesMasters/notesMaster1.xml" Id="Rf64d353478c245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23113b9a924c4f" /><Relationship Type="http://schemas.openxmlformats.org/officeDocument/2006/relationships/notesMaster" Target="/ppt/notesMasters/notesMaster1.xml" Id="Rc2c9789dcaab45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ebdaaab9044731" /><Relationship Type="http://schemas.openxmlformats.org/officeDocument/2006/relationships/notesMaster" Target="/ppt/notesMasters/notesMaster1.xml" Id="R337dff0d95b944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90636c85b8476f" /><Relationship Type="http://schemas.openxmlformats.org/officeDocument/2006/relationships/notesMaster" Target="/ppt/notesMasters/notesMaster1.xml" Id="Ra7a22c1136af4f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35cc0ab7344c6f" /><Relationship Type="http://schemas.openxmlformats.org/officeDocument/2006/relationships/notesMaster" Target="/ppt/notesMasters/notesMaster1.xml" Id="R8219ccc69dd741f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ebadeb469d4cfb" /><Relationship Type="http://schemas.openxmlformats.org/officeDocument/2006/relationships/notesMaster" Target="/ppt/notesMasters/notesMaster1.xml" Id="R4bb3bc31c34942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610965b3f045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d5c0a3bea841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e24633142146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b02a15551d45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e123f7637b4e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ae8fa830db475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697cd5d72a3412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b0b20cf4b0740f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2dd910de8894fe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70fe5bba15a40c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1672c4a06dc434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b33a60a16b8f40ca" /><Relationship Type="http://schemas.openxmlformats.org/officeDocument/2006/relationships/image" Target="/ppt/media/image.jpeg" Id="R4b95bee0f4fa433d" /><Relationship Type="http://schemas.openxmlformats.org/officeDocument/2006/relationships/image" Target="/ppt/media/image.png" Id="Rfbf46a9ea4364297"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55cb873b187e429d" /><Relationship Type="http://schemas.openxmlformats.org/officeDocument/2006/relationships/image" Target="/ppt/media/image2.png" Id="Rb0761e7f29324a4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05073416582247ac" /><Relationship Type="http://schemas.openxmlformats.org/officeDocument/2006/relationships/image" Target="/ppt/media/image2.jpeg" Id="R9e3589f749444fe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4e37af7e00494321" /><Relationship Type="http://schemas.openxmlformats.org/officeDocument/2006/relationships/image" Target="/ppt/media/image2.png" Id="Rb2056b515257420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9fc3a1dc4a864685" /><Relationship Type="http://schemas.openxmlformats.org/officeDocument/2006/relationships/image" Target="/ppt/media/image2.png" Id="R4d49b6eaeac840c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c618242f579b467d" /><Relationship Type="http://schemas.openxmlformats.org/officeDocument/2006/relationships/image" Target="/ppt/media/image2.png" Id="R4ef32cbb621d4238"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fe5de2dba1e84b9f" /><Relationship Type="http://schemas.openxmlformats.org/officeDocument/2006/relationships/image" Target="/ppt/media/image2.png" Id="R7250d2daa8104107"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a0394620eea74047" /><Relationship Type="http://schemas.openxmlformats.org/officeDocument/2006/relationships/image" Target="/ppt/media/image2.png" Id="Ra7a885df6f1b42c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8300852bf8bf4753" /><Relationship Type="http://schemas.openxmlformats.org/officeDocument/2006/relationships/image" Target="/ppt/media/image.jpeg" Id="Rb87c62fcdb3049d6" /><Relationship Type="http://schemas.openxmlformats.org/officeDocument/2006/relationships/image" Target="/ppt/media/image2.jpeg" Id="R8b8194ad61f3421a" /><Relationship Type="http://schemas.openxmlformats.org/officeDocument/2006/relationships/image" Target="/ppt/media/image3.png" Id="R6168af99efcd4b9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2eee18a7101540d1"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3.xml" Id="Rca692d2ae3ef4adb" /><Relationship Type="http://schemas.openxmlformats.org/officeDocument/2006/relationships/image" Target="/ppt/media/image.jpeg" Id="R429d27a94ca04f7c" /><Relationship Type="http://schemas.openxmlformats.org/officeDocument/2006/relationships/image" Target="/ppt/media/image.png" Id="R0de48502247740b2"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3.xml" Id="Ra240e53c20b64225" /><Relationship Type="http://schemas.openxmlformats.org/officeDocument/2006/relationships/image" Target="/ppt/media/image2.png" Id="R909048031f6e4387"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d54a89ed22204d7d" /><Relationship Type="http://schemas.openxmlformats.org/officeDocument/2006/relationships/image" Target="/ppt/media/image2.jpeg" Id="R1bbeb161e1c14dd4"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9a0aaa9abbfd4965" /><Relationship Type="http://schemas.openxmlformats.org/officeDocument/2006/relationships/image" Target="/ppt/media/image2.png" Id="R1d5c85f13a8c483f"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1f1f4beee8014833" /><Relationship Type="http://schemas.openxmlformats.org/officeDocument/2006/relationships/image" Target="/ppt/media/image2.png" Id="Rd2cec454e78d40ba"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d5640f01681a46c5" /><Relationship Type="http://schemas.openxmlformats.org/officeDocument/2006/relationships/image" Target="/ppt/media/image2.png" Id="Rbab858228ead4e83"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3.xml" Id="R18f37b86e1244136" /><Relationship Type="http://schemas.openxmlformats.org/officeDocument/2006/relationships/image" Target="/ppt/media/image2.png" Id="R95f4b26868e743dd"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3.xml" Id="Rcd7d6345df654c7f" /><Relationship Type="http://schemas.openxmlformats.org/officeDocument/2006/relationships/image" Target="/ppt/media/image2.png" Id="Rb250c8eb190d4f30"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9eff3213bca54045" /><Relationship Type="http://schemas.openxmlformats.org/officeDocument/2006/relationships/image" Target="/ppt/media/image2.png" Id="Rdaad73666d194560"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9e90be74e68740a3" /><Relationship Type="http://schemas.openxmlformats.org/officeDocument/2006/relationships/image" Target="/ppt/media/image2.png" Id="Rfe166009aef94dcf"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c62386eab66c47a7" /><Relationship Type="http://schemas.openxmlformats.org/officeDocument/2006/relationships/image" Target="/ppt/media/image2.png" Id="Rc5d5041c80c64466"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6fab0e9f937e45bc" /><Relationship Type="http://schemas.openxmlformats.org/officeDocument/2006/relationships/image" Target="/ppt/media/image2.png" Id="R5d8564bb430c4342"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3.xml" Id="R41385ccabc29466d" /><Relationship Type="http://schemas.openxmlformats.org/officeDocument/2006/relationships/image" Target="/ppt/media/image.jpeg" Id="R3acaf128087249b5" /><Relationship Type="http://schemas.openxmlformats.org/officeDocument/2006/relationships/image" Target="/ppt/media/image2.jpeg" Id="R35087dd7d19f471e" /><Relationship Type="http://schemas.openxmlformats.org/officeDocument/2006/relationships/image" Target="/ppt/media/image3.png" Id="R89d9252749b34c64"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3.xml" Id="R7663f03541b8403c" /></Relationships>
</file>

<file path=ppt/slideLayouts/slideLayout1.xml><?xml version="1.0" encoding="utf-8"?>
<p:sldLayout xmlns:p="http://schemas.openxmlformats.org/presentationml/2006/main" matchingName="标题幻灯片" type="title">
  <p:cSld name="TITLE">
    <p:spTree>
      <p:nvGrpSpPr>
        <p:cNvPr id="1" name=""/>
        <p:cNvGrpSpPr/>
        <p:nvPr/>
      </p:nvGrpSpPr>
      <p:grpSpPr>
        <a:xfrm xmlns:a="http://schemas.openxmlformats.org/drawingml/2006/main"/>
      </p:grpSpPr>
      <p:sp>
        <p:nvSpPr>
          <p:cNvPr id="12" name="Shape 30">
            <a:extLst xmlns:a="http://schemas.openxmlformats.org/drawingml/2006/main">
              <a:ext uri="{FF2B5EF4-FFF2-40B4-BE49-F238E27FC236}">
                <a16:creationId xmlns:a16="http://schemas.microsoft.com/office/drawing/2014/main" id="{343F489B-DF06-4ABE-B53A-DFF9229D540F}"/>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None/>
              <a:defRPr sz="45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3" name="Shape 31">
            <a:extLst xmlns:a="http://schemas.openxmlformats.org/drawingml/2006/main">
              <a:ext uri="{FF2B5EF4-FFF2-40B4-BE49-F238E27FC236}">
                <a16:creationId xmlns:a16="http://schemas.microsoft.com/office/drawing/2014/main" id="{AD239C00-5A11-4446-8300-11E36D16DC9F}"/>
              </a:ext>
            </a:extLst>
          </p:cNvPr>
          <p:cNvSpPr>
            <a:spLocks xmlns:a="http://schemas.openxmlformats.org/drawingml/2006/main" noGrp="1"/>
          </p:cNvSpPr>
          <p:nvPr>
            <p:ph type="subTitle" idx="1"/>
          </p:nvPr>
        </p:nvSpPr>
        <p:spPr>
          <a:xfrm xmlns:a="http://schemas.openxmlformats.org/drawingml/2006/main">
            <a:off x="1143000" y="2701528"/>
            <a:ext cx="6858000" cy="12418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None/>
              <a:defRPr sz="1800"/>
            </a:lvl1pPr>
            <a:lvl2pPr algn="ctr">
              <a:lnSpc>
                <a:spcPct val="90000"/>
              </a:lnSpc>
              <a:spcBef>
                <a:spcPts val="400"/>
              </a:spcBef>
              <a:spcAft>
                <a:spcPts val="0"/>
              </a:spcAft>
              <a:buNone/>
              <a:defRPr sz="1500"/>
            </a:lvl2pPr>
            <a:lvl3pPr algn="ctr">
              <a:lnSpc>
                <a:spcPct val="90000"/>
              </a:lnSpc>
              <a:spcBef>
                <a:spcPts val="400"/>
              </a:spcBef>
              <a:spcAft>
                <a:spcPts val="0"/>
              </a:spcAft>
              <a:buNone/>
              <a:defRPr sz="1400"/>
            </a:lvl3pPr>
            <a:lvl4pPr algn="ctr">
              <a:lnSpc>
                <a:spcPct val="90000"/>
              </a:lnSpc>
              <a:spcBef>
                <a:spcPts val="400"/>
              </a:spcBef>
              <a:spcAft>
                <a:spcPts val="0"/>
              </a:spcAft>
              <a:buNone/>
              <a:defRPr sz="1200"/>
            </a:lvl4pPr>
            <a:lvl5pPr algn="ctr">
              <a:lnSpc>
                <a:spcPct val="90000"/>
              </a:lnSpc>
              <a:spcBef>
                <a:spcPts val="400"/>
              </a:spcBef>
              <a:spcAft>
                <a:spcPts val="0"/>
              </a:spcAft>
              <a:buNone/>
              <a:defRPr sz="1200"/>
            </a:lvl5pPr>
            <a:lvl6pPr algn="ctr">
              <a:lnSpc>
                <a:spcPct val="90000"/>
              </a:lnSpc>
              <a:spcBef>
                <a:spcPts val="400"/>
              </a:spcBef>
              <a:spcAft>
                <a:spcPts val="0"/>
              </a:spcAft>
              <a:buNone/>
              <a:defRPr sz="1200"/>
            </a:lvl6pPr>
            <a:lvl7pPr algn="ctr">
              <a:lnSpc>
                <a:spcPct val="90000"/>
              </a:lnSpc>
              <a:spcBef>
                <a:spcPts val="400"/>
              </a:spcBef>
              <a:spcAft>
                <a:spcPts val="0"/>
              </a:spcAft>
              <a:buNone/>
              <a:defRPr sz="1200"/>
            </a:lvl7pPr>
            <a:lvl8pPr algn="ctr">
              <a:lnSpc>
                <a:spcPct val="90000"/>
              </a:lnSpc>
              <a:spcBef>
                <a:spcPts val="400"/>
              </a:spcBef>
              <a:spcAft>
                <a:spcPts val="0"/>
              </a:spcAft>
              <a:buNone/>
              <a:defRPr sz="1200"/>
            </a:lvl8pPr>
            <a:lvl9pPr algn="ctr">
              <a:lnSpc>
                <a:spcPct val="90000"/>
              </a:lnSpc>
              <a:spcBef>
                <a:spcPts val="400"/>
              </a:spcBef>
              <a:spcAft>
                <a:spcPts val="0"/>
              </a:spcAft>
              <a:buNone/>
              <a:defRPr sz="1200"/>
            </a:lvl9pPr>
          </a:lstStyle>
          <a:p xmlns:a="http://schemas.openxmlformats.org/drawingml/2006/main"/>
        </p:txBody>
      </p:sp>
      <p:sp>
        <p:nvSpPr>
          <p:cNvPr id="14" name="Shape 32">
            <a:extLst xmlns:a="http://schemas.openxmlformats.org/drawingml/2006/main">
              <a:ext uri="{FF2B5EF4-FFF2-40B4-BE49-F238E27FC236}">
                <a16:creationId xmlns:a16="http://schemas.microsoft.com/office/drawing/2014/main" id="{DF10157F-C229-4F89-949A-49B6583B301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5" name="Shape 33">
            <a:extLst xmlns:a="http://schemas.openxmlformats.org/drawingml/2006/main">
              <a:ext uri="{FF2B5EF4-FFF2-40B4-BE49-F238E27FC236}">
                <a16:creationId xmlns:a16="http://schemas.microsoft.com/office/drawing/2014/main" id="{77285BBD-9757-4527-A633-788C265884CA}"/>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6" name="Shape 34">
            <a:extLst xmlns:a="http://schemas.openxmlformats.org/drawingml/2006/main">
              <a:ext uri="{FF2B5EF4-FFF2-40B4-BE49-F238E27FC236}">
                <a16:creationId xmlns:a16="http://schemas.microsoft.com/office/drawing/2014/main" id="{2C1A24B0-C5B2-498E-A02C-8088921B0928}"/>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标题和内容" type="obj">
  <p:cSld name="OBJECT">
    <p:spTree>
      <p:nvGrpSpPr>
        <p:cNvPr id="1" name=""/>
        <p:cNvGrpSpPr/>
        <p:nvPr/>
      </p:nvGrpSpPr>
      <p:grpSpPr>
        <a:xfrm xmlns:a="http://schemas.openxmlformats.org/drawingml/2006/main"/>
      </p:grpSpPr>
      <p:sp>
        <p:nvSpPr>
          <p:cNvPr id="18" name="Shape 54">
            <a:extLst xmlns:a="http://schemas.openxmlformats.org/drawingml/2006/main">
              <a:ext uri="{FF2B5EF4-FFF2-40B4-BE49-F238E27FC236}">
                <a16:creationId xmlns:a16="http://schemas.microsoft.com/office/drawing/2014/main" id="{BE3A8708-3C9C-40B1-9786-4581CDFA7F98}"/>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9" name="Shape 55">
            <a:extLst xmlns:a="http://schemas.openxmlformats.org/drawingml/2006/main">
              <a:ext uri="{FF2B5EF4-FFF2-40B4-BE49-F238E27FC236}">
                <a16:creationId xmlns:a16="http://schemas.microsoft.com/office/drawing/2014/main" id="{BFBA75CD-FD60-4336-953C-0177A76BB150}"/>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20" name="Shape 56">
            <a:extLst xmlns:a="http://schemas.openxmlformats.org/drawingml/2006/main">
              <a:ext uri="{FF2B5EF4-FFF2-40B4-BE49-F238E27FC236}">
                <a16:creationId xmlns:a16="http://schemas.microsoft.com/office/drawing/2014/main" id="{07D3617B-43FF-4DC8-8AB8-4CBF0E5A84FB}"/>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1" name="Shape 57">
            <a:extLst xmlns:a="http://schemas.openxmlformats.org/drawingml/2006/main">
              <a:ext uri="{FF2B5EF4-FFF2-40B4-BE49-F238E27FC236}">
                <a16:creationId xmlns:a16="http://schemas.microsoft.com/office/drawing/2014/main" id="{29596686-1E9F-49D1-81FB-CE5410C216E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2" name="Shape 58">
            <a:extLst xmlns:a="http://schemas.openxmlformats.org/drawingml/2006/main">
              <a:ext uri="{FF2B5EF4-FFF2-40B4-BE49-F238E27FC236}">
                <a16:creationId xmlns:a16="http://schemas.microsoft.com/office/drawing/2014/main" id="{1AD99D27-1E0A-49C4-8EA3-348791E4BB34}"/>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节标题" type="secHead">
  <p:cSld name="SECTION_HEADER">
    <p:spTree>
      <p:nvGrpSpPr>
        <p:cNvPr id="1" name=""/>
        <p:cNvGrpSpPr/>
        <p:nvPr/>
      </p:nvGrpSpPr>
      <p:grpSpPr>
        <a:xfrm xmlns:a="http://schemas.openxmlformats.org/drawingml/2006/main"/>
      </p:grpSpPr>
      <p:sp>
        <p:nvSpPr>
          <p:cNvPr id="24" name="Shape 59">
            <a:extLst xmlns:a="http://schemas.openxmlformats.org/drawingml/2006/main">
              <a:ext uri="{FF2B5EF4-FFF2-40B4-BE49-F238E27FC236}">
                <a16:creationId xmlns:a16="http://schemas.microsoft.com/office/drawing/2014/main" id="{ED01D3A3-733E-4FB5-8DAB-01366634D8F4}"/>
              </a:ext>
            </a:extLst>
          </p:cNvPr>
          <p:cNvSpPr>
            <a:spLocks xmlns:a="http://schemas.openxmlformats.org/drawingml/2006/main" noGrp="1"/>
          </p:cNvSpPr>
          <p:nvPr>
            <p:ph type="title" idx="0"/>
          </p:nvPr>
        </p:nvSpPr>
        <p:spPr>
          <a:xfrm xmlns:a="http://schemas.openxmlformats.org/drawingml/2006/main">
            <a:off x="623888" y="1282304"/>
            <a:ext cx="7886700" cy="21395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45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5" name="Shape 60">
            <a:extLst xmlns:a="http://schemas.openxmlformats.org/drawingml/2006/main">
              <a:ext uri="{FF2B5EF4-FFF2-40B4-BE49-F238E27FC236}">
                <a16:creationId xmlns:a16="http://schemas.microsoft.com/office/drawing/2014/main" id="{AF95617F-2E6D-4CD2-8419-9B3A736997BA}"/>
              </a:ext>
            </a:extLst>
          </p:cNvPr>
          <p:cNvSpPr>
            <a:spLocks xmlns:a="http://schemas.openxmlformats.org/drawingml/2006/main" noGrp="1"/>
          </p:cNvSpPr>
          <p:nvPr>
            <p:ph type="body" idx="1"/>
          </p:nvPr>
        </p:nvSpPr>
        <p:spPr>
          <a:xfrm xmlns:a="http://schemas.openxmlformats.org/drawingml/2006/main">
            <a:off x="623888" y="3442097"/>
            <a:ext cx="78867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800">
                <a:solidFill>
                  <a:srgbClr val="888888"/>
                </a:solidFill>
              </a:defRPr>
            </a:lvl1pPr>
            <a:lvl2pPr marL="914400" indent="-228600" algn="l">
              <a:lnSpc>
                <a:spcPct val="90000"/>
              </a:lnSpc>
              <a:spcBef>
                <a:spcPts val="400"/>
              </a:spcBef>
              <a:spcAft>
                <a:spcPts val="0"/>
              </a:spcAft>
              <a:buNone/>
              <a:defRPr sz="1500">
                <a:solidFill>
                  <a:srgbClr val="888888"/>
                </a:solidFill>
              </a:defRPr>
            </a:lvl2pPr>
            <a:lvl3pPr marL="1371600" indent="-228600" algn="l">
              <a:lnSpc>
                <a:spcPct val="90000"/>
              </a:lnSpc>
              <a:spcBef>
                <a:spcPts val="400"/>
              </a:spcBef>
              <a:spcAft>
                <a:spcPts val="0"/>
              </a:spcAft>
              <a:buNone/>
              <a:defRPr sz="1400">
                <a:solidFill>
                  <a:srgbClr val="888888"/>
                </a:solidFill>
              </a:defRPr>
            </a:lvl3pPr>
            <a:lvl4pPr marL="1828800" indent="-228600" algn="l">
              <a:lnSpc>
                <a:spcPct val="90000"/>
              </a:lnSpc>
              <a:spcBef>
                <a:spcPts val="400"/>
              </a:spcBef>
              <a:spcAft>
                <a:spcPts val="0"/>
              </a:spcAft>
              <a:buNone/>
              <a:defRPr sz="1200">
                <a:solidFill>
                  <a:srgbClr val="888888"/>
                </a:solidFill>
              </a:defRPr>
            </a:lvl4pPr>
            <a:lvl5pPr marL="2286000" indent="-228600" algn="l">
              <a:lnSpc>
                <a:spcPct val="90000"/>
              </a:lnSpc>
              <a:spcBef>
                <a:spcPts val="400"/>
              </a:spcBef>
              <a:spcAft>
                <a:spcPts val="0"/>
              </a:spcAft>
              <a:buNone/>
              <a:defRPr sz="1200">
                <a:solidFill>
                  <a:srgbClr val="888888"/>
                </a:solidFill>
              </a:defRPr>
            </a:lvl5pPr>
            <a:lvl6pPr marL="2743200" indent="-228600" algn="l">
              <a:lnSpc>
                <a:spcPct val="90000"/>
              </a:lnSpc>
              <a:spcBef>
                <a:spcPts val="400"/>
              </a:spcBef>
              <a:spcAft>
                <a:spcPts val="0"/>
              </a:spcAft>
              <a:buNone/>
              <a:defRPr sz="1200">
                <a:solidFill>
                  <a:srgbClr val="888888"/>
                </a:solidFill>
              </a:defRPr>
            </a:lvl6pPr>
            <a:lvl7pPr marL="3200400" indent="-228600" algn="l">
              <a:lnSpc>
                <a:spcPct val="90000"/>
              </a:lnSpc>
              <a:spcBef>
                <a:spcPts val="400"/>
              </a:spcBef>
              <a:spcAft>
                <a:spcPts val="0"/>
              </a:spcAft>
              <a:buNone/>
              <a:defRPr sz="1200">
                <a:solidFill>
                  <a:srgbClr val="888888"/>
                </a:solidFill>
              </a:defRPr>
            </a:lvl7pPr>
            <a:lvl8pPr marL="3657600" indent="-228600" algn="l">
              <a:lnSpc>
                <a:spcPct val="90000"/>
              </a:lnSpc>
              <a:spcBef>
                <a:spcPts val="400"/>
              </a:spcBef>
              <a:spcAft>
                <a:spcPts val="0"/>
              </a:spcAft>
              <a:buNone/>
              <a:defRPr sz="1200">
                <a:solidFill>
                  <a:srgbClr val="888888"/>
                </a:solidFill>
              </a:defRPr>
            </a:lvl8pPr>
            <a:lvl9pPr marL="4114800" indent="-228600" algn="l">
              <a:lnSpc>
                <a:spcPct val="90000"/>
              </a:lnSpc>
              <a:spcBef>
                <a:spcPts val="400"/>
              </a:spcBef>
              <a:spcAft>
                <a:spcPts val="0"/>
              </a:spcAft>
              <a:buNone/>
              <a:defRPr sz="1200">
                <a:solidFill>
                  <a:srgbClr val="888888"/>
                </a:solidFill>
              </a:defRPr>
            </a:lvl9pPr>
          </a:lstStyle>
          <a:p xmlns:a="http://schemas.openxmlformats.org/drawingml/2006/main"/>
        </p:txBody>
      </p:sp>
      <p:sp>
        <p:nvSpPr>
          <p:cNvPr id="26" name="Shape 61">
            <a:extLst xmlns:a="http://schemas.openxmlformats.org/drawingml/2006/main">
              <a:ext uri="{FF2B5EF4-FFF2-40B4-BE49-F238E27FC236}">
                <a16:creationId xmlns:a16="http://schemas.microsoft.com/office/drawing/2014/main" id="{4E3D48EE-BC96-4C25-BA45-89484D7D248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7" name="Shape 62">
            <a:extLst xmlns:a="http://schemas.openxmlformats.org/drawingml/2006/main">
              <a:ext uri="{FF2B5EF4-FFF2-40B4-BE49-F238E27FC236}">
                <a16:creationId xmlns:a16="http://schemas.microsoft.com/office/drawing/2014/main" id="{014FF616-55EB-4B80-975C-DD239FCD078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8" name="Shape 63">
            <a:extLst xmlns:a="http://schemas.openxmlformats.org/drawingml/2006/main">
              <a:ext uri="{FF2B5EF4-FFF2-40B4-BE49-F238E27FC236}">
                <a16:creationId xmlns:a16="http://schemas.microsoft.com/office/drawing/2014/main" id="{80361506-2A95-49D8-90A5-78784214160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两栏内容" type="twoObj">
  <p:cSld name="TWO_OBJECTS">
    <p:spTree>
      <p:nvGrpSpPr>
        <p:cNvPr id="1" name=""/>
        <p:cNvGrpSpPr/>
        <p:nvPr/>
      </p:nvGrpSpPr>
      <p:grpSpPr>
        <a:xfrm xmlns:a="http://schemas.openxmlformats.org/drawingml/2006/main"/>
      </p:grpSpPr>
      <p:sp>
        <p:nvSpPr>
          <p:cNvPr id="30" name="Shape 9">
            <a:extLst xmlns:a="http://schemas.openxmlformats.org/drawingml/2006/main">
              <a:ext uri="{FF2B5EF4-FFF2-40B4-BE49-F238E27FC236}">
                <a16:creationId xmlns:a16="http://schemas.microsoft.com/office/drawing/2014/main" id="{469B439C-91D7-406B-9131-12B72950D3D0}"/>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1" name="Shape 10">
            <a:extLst xmlns:a="http://schemas.openxmlformats.org/drawingml/2006/main">
              <a:ext uri="{FF2B5EF4-FFF2-40B4-BE49-F238E27FC236}">
                <a16:creationId xmlns:a16="http://schemas.microsoft.com/office/drawing/2014/main" id="{4892AB2E-B9F0-4BFB-9989-DE0CA6589419}"/>
              </a:ext>
            </a:extLst>
          </p:cNvPr>
          <p:cNvSpPr>
            <a:spLocks xmlns:a="http://schemas.openxmlformats.org/drawingml/2006/main" noGrp="1"/>
          </p:cNvSpPr>
          <p:nvPr>
            <p:ph type="body" idx="1"/>
          </p:nvPr>
        </p:nvSpPr>
        <p:spPr>
          <a:xfrm xmlns:a="http://schemas.openxmlformats.org/drawingml/2006/main">
            <a:off x="6286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32" name="Shape 11">
            <a:extLst xmlns:a="http://schemas.openxmlformats.org/drawingml/2006/main">
              <a:ext uri="{FF2B5EF4-FFF2-40B4-BE49-F238E27FC236}">
                <a16:creationId xmlns:a16="http://schemas.microsoft.com/office/drawing/2014/main" id="{FC18B8A0-9874-4270-8DDA-60EE70F033FC}"/>
              </a:ext>
            </a:extLst>
          </p:cNvPr>
          <p:cNvSpPr>
            <a:spLocks xmlns:a="http://schemas.openxmlformats.org/drawingml/2006/main" noGrp="1"/>
          </p:cNvSpPr>
          <p:nvPr>
            <p:ph type="body" idx="2"/>
          </p:nvPr>
        </p:nvSpPr>
        <p:spPr>
          <a:xfrm xmlns:a="http://schemas.openxmlformats.org/drawingml/2006/main">
            <a:off x="46291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33" name="Shape 12">
            <a:extLst xmlns:a="http://schemas.openxmlformats.org/drawingml/2006/main">
              <a:ext uri="{FF2B5EF4-FFF2-40B4-BE49-F238E27FC236}">
                <a16:creationId xmlns:a16="http://schemas.microsoft.com/office/drawing/2014/main" id="{D6D55085-07AC-4BCE-9572-49C5B0C16608}"/>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4" name="Shape 13">
            <a:extLst xmlns:a="http://schemas.openxmlformats.org/drawingml/2006/main">
              <a:ext uri="{FF2B5EF4-FFF2-40B4-BE49-F238E27FC236}">
                <a16:creationId xmlns:a16="http://schemas.microsoft.com/office/drawing/2014/main" id="{A7975334-829C-432C-8B57-C0BDC9F7A25A}"/>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5" name="Shape 14">
            <a:extLst xmlns:a="http://schemas.openxmlformats.org/drawingml/2006/main">
              <a:ext uri="{FF2B5EF4-FFF2-40B4-BE49-F238E27FC236}">
                <a16:creationId xmlns:a16="http://schemas.microsoft.com/office/drawing/2014/main" id="{41BA9EF7-C1C4-40BD-A7E3-04DA2F98FE5F}"/>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比较" type="twoTxTwoObj">
  <p:cSld name="TWO_OBJECTS_WITH_TEXT">
    <p:spTree>
      <p:nvGrpSpPr>
        <p:cNvPr id="1" name=""/>
        <p:cNvGrpSpPr/>
        <p:nvPr/>
      </p:nvGrpSpPr>
      <p:grpSpPr>
        <a:xfrm xmlns:a="http://schemas.openxmlformats.org/drawingml/2006/main"/>
      </p:grpSpPr>
      <p:sp>
        <p:nvSpPr>
          <p:cNvPr id="37" name="Shape 35">
            <a:extLst xmlns:a="http://schemas.openxmlformats.org/drawingml/2006/main">
              <a:ext uri="{FF2B5EF4-FFF2-40B4-BE49-F238E27FC236}">
                <a16:creationId xmlns:a16="http://schemas.microsoft.com/office/drawing/2014/main" id="{13E08CA6-E318-4DFA-86A8-014B1D225054}"/>
              </a:ext>
            </a:extLst>
          </p:cNvPr>
          <p:cNvSpPr>
            <a:spLocks xmlns:a="http://schemas.openxmlformats.org/drawingml/2006/main" noGrp="1"/>
          </p:cNvSpPr>
          <p:nvPr>
            <p:ph type="title" idx="0"/>
          </p:nvPr>
        </p:nvSpPr>
        <p:spPr>
          <a:xfrm xmlns:a="http://schemas.openxmlformats.org/drawingml/2006/main">
            <a:off x="629841"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8" name="Shape 36">
            <a:extLst xmlns:a="http://schemas.openxmlformats.org/drawingml/2006/main">
              <a:ext uri="{FF2B5EF4-FFF2-40B4-BE49-F238E27FC236}">
                <a16:creationId xmlns:a16="http://schemas.microsoft.com/office/drawing/2014/main" id="{2FF5D80A-8AC5-4CF7-9243-267821264675}"/>
              </a:ext>
            </a:extLst>
          </p:cNvPr>
          <p:cNvSpPr>
            <a:spLocks xmlns:a="http://schemas.openxmlformats.org/drawingml/2006/main" noGrp="1"/>
          </p:cNvSpPr>
          <p:nvPr>
            <p:ph type="body" idx="1"/>
          </p:nvPr>
        </p:nvSpPr>
        <p:spPr>
          <a:xfrm xmlns:a="http://schemas.openxmlformats.org/drawingml/2006/main">
            <a:off x="629841" y="1260872"/>
            <a:ext cx="3868340"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None/>
              <a:defRPr sz="1800" b="1"/>
            </a:lvl1pPr>
            <a:lvl2pPr marL="914400" indent="-228600" algn="l">
              <a:lnSpc>
                <a:spcPct val="90000"/>
              </a:lnSpc>
              <a:spcBef>
                <a:spcPts val="400"/>
              </a:spcBef>
              <a:spcAft>
                <a:spcPts val="0"/>
              </a:spcAft>
              <a:buNone/>
              <a:defRPr sz="1500" b="1"/>
            </a:lvl2pPr>
            <a:lvl3pPr marL="1371600" indent="-228600" algn="l">
              <a:lnSpc>
                <a:spcPct val="90000"/>
              </a:lnSpc>
              <a:spcBef>
                <a:spcPts val="400"/>
              </a:spcBef>
              <a:spcAft>
                <a:spcPts val="0"/>
              </a:spcAft>
              <a:buNone/>
              <a:defRPr sz="1400" b="1"/>
            </a:lvl3pPr>
            <a:lvl4pPr marL="1828800" indent="-228600" algn="l">
              <a:lnSpc>
                <a:spcPct val="90000"/>
              </a:lnSpc>
              <a:spcBef>
                <a:spcPts val="400"/>
              </a:spcBef>
              <a:spcAft>
                <a:spcPts val="0"/>
              </a:spcAft>
              <a:buNone/>
              <a:defRPr sz="1200" b="1"/>
            </a:lvl4pPr>
            <a:lvl5pPr marL="2286000" indent="-228600" algn="l">
              <a:lnSpc>
                <a:spcPct val="90000"/>
              </a:lnSpc>
              <a:spcBef>
                <a:spcPts val="400"/>
              </a:spcBef>
              <a:spcAft>
                <a:spcPts val="0"/>
              </a:spcAft>
              <a:buNone/>
              <a:defRPr sz="1200" b="1"/>
            </a:lvl5pPr>
            <a:lvl6pPr marL="2743200" indent="-228600" algn="l">
              <a:lnSpc>
                <a:spcPct val="90000"/>
              </a:lnSpc>
              <a:spcBef>
                <a:spcPts val="400"/>
              </a:spcBef>
              <a:spcAft>
                <a:spcPts val="0"/>
              </a:spcAft>
              <a:buNone/>
              <a:defRPr sz="1200" b="1"/>
            </a:lvl6pPr>
            <a:lvl7pPr marL="3200400" indent="-228600" algn="l">
              <a:lnSpc>
                <a:spcPct val="90000"/>
              </a:lnSpc>
              <a:spcBef>
                <a:spcPts val="400"/>
              </a:spcBef>
              <a:spcAft>
                <a:spcPts val="0"/>
              </a:spcAft>
              <a:buNone/>
              <a:defRPr sz="1200" b="1"/>
            </a:lvl7pPr>
            <a:lvl8pPr marL="3657600" indent="-228600" algn="l">
              <a:lnSpc>
                <a:spcPct val="90000"/>
              </a:lnSpc>
              <a:spcBef>
                <a:spcPts val="400"/>
              </a:spcBef>
              <a:spcAft>
                <a:spcPts val="0"/>
              </a:spcAft>
              <a:buNone/>
              <a:defRPr sz="1200" b="1"/>
            </a:lvl8pPr>
            <a:lvl9pPr marL="4114800" indent="-228600" algn="l">
              <a:lnSpc>
                <a:spcPct val="90000"/>
              </a:lnSpc>
              <a:spcBef>
                <a:spcPts val="400"/>
              </a:spcBef>
              <a:spcAft>
                <a:spcPts val="0"/>
              </a:spcAft>
              <a:buNone/>
              <a:defRPr sz="1200" b="1"/>
            </a:lvl9pPr>
          </a:lstStyle>
          <a:p xmlns:a="http://schemas.openxmlformats.org/drawingml/2006/main"/>
        </p:txBody>
      </p:sp>
      <p:sp>
        <p:nvSpPr>
          <p:cNvPr id="39" name="Shape 37">
            <a:extLst xmlns:a="http://schemas.openxmlformats.org/drawingml/2006/main">
              <a:ext uri="{FF2B5EF4-FFF2-40B4-BE49-F238E27FC236}">
                <a16:creationId xmlns:a16="http://schemas.microsoft.com/office/drawing/2014/main" id="{77F737C2-AAEF-4EBE-9208-F93125A2C52F}"/>
              </a:ext>
            </a:extLst>
          </p:cNvPr>
          <p:cNvSpPr>
            <a:spLocks xmlns:a="http://schemas.openxmlformats.org/drawingml/2006/main" noGrp="1"/>
          </p:cNvSpPr>
          <p:nvPr>
            <p:ph type="body" idx="2"/>
          </p:nvPr>
        </p:nvSpPr>
        <p:spPr>
          <a:xfrm xmlns:a="http://schemas.openxmlformats.org/drawingml/2006/main">
            <a:off x="629841" y="1878806"/>
            <a:ext cx="3868340"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40" name="Shape 38">
            <a:extLst xmlns:a="http://schemas.openxmlformats.org/drawingml/2006/main">
              <a:ext uri="{FF2B5EF4-FFF2-40B4-BE49-F238E27FC236}">
                <a16:creationId xmlns:a16="http://schemas.microsoft.com/office/drawing/2014/main" id="{4E3B2C65-F7F3-4715-9599-BA8C2EEBBE75}"/>
              </a:ext>
            </a:extLst>
          </p:cNvPr>
          <p:cNvSpPr>
            <a:spLocks xmlns:a="http://schemas.openxmlformats.org/drawingml/2006/main" noGrp="1"/>
          </p:cNvSpPr>
          <p:nvPr>
            <p:ph type="body" idx="3"/>
          </p:nvPr>
        </p:nvSpPr>
        <p:spPr>
          <a:xfrm xmlns:a="http://schemas.openxmlformats.org/drawingml/2006/main">
            <a:off x="4629150" y="1260872"/>
            <a:ext cx="3887391"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None/>
              <a:defRPr sz="1800" b="1"/>
            </a:lvl1pPr>
            <a:lvl2pPr marL="914400" indent="-228600" algn="l">
              <a:lnSpc>
                <a:spcPct val="90000"/>
              </a:lnSpc>
              <a:spcBef>
                <a:spcPts val="400"/>
              </a:spcBef>
              <a:spcAft>
                <a:spcPts val="0"/>
              </a:spcAft>
              <a:buNone/>
              <a:defRPr sz="1500" b="1"/>
            </a:lvl2pPr>
            <a:lvl3pPr marL="1371600" indent="-228600" algn="l">
              <a:lnSpc>
                <a:spcPct val="90000"/>
              </a:lnSpc>
              <a:spcBef>
                <a:spcPts val="400"/>
              </a:spcBef>
              <a:spcAft>
                <a:spcPts val="0"/>
              </a:spcAft>
              <a:buNone/>
              <a:defRPr sz="1400" b="1"/>
            </a:lvl3pPr>
            <a:lvl4pPr marL="1828800" indent="-228600" algn="l">
              <a:lnSpc>
                <a:spcPct val="90000"/>
              </a:lnSpc>
              <a:spcBef>
                <a:spcPts val="400"/>
              </a:spcBef>
              <a:spcAft>
                <a:spcPts val="0"/>
              </a:spcAft>
              <a:buNone/>
              <a:defRPr sz="1200" b="1"/>
            </a:lvl4pPr>
            <a:lvl5pPr marL="2286000" indent="-228600" algn="l">
              <a:lnSpc>
                <a:spcPct val="90000"/>
              </a:lnSpc>
              <a:spcBef>
                <a:spcPts val="400"/>
              </a:spcBef>
              <a:spcAft>
                <a:spcPts val="0"/>
              </a:spcAft>
              <a:buNone/>
              <a:defRPr sz="1200" b="1"/>
            </a:lvl5pPr>
            <a:lvl6pPr marL="2743200" indent="-228600" algn="l">
              <a:lnSpc>
                <a:spcPct val="90000"/>
              </a:lnSpc>
              <a:spcBef>
                <a:spcPts val="400"/>
              </a:spcBef>
              <a:spcAft>
                <a:spcPts val="0"/>
              </a:spcAft>
              <a:buNone/>
              <a:defRPr sz="1200" b="1"/>
            </a:lvl6pPr>
            <a:lvl7pPr marL="3200400" indent="-228600" algn="l">
              <a:lnSpc>
                <a:spcPct val="90000"/>
              </a:lnSpc>
              <a:spcBef>
                <a:spcPts val="400"/>
              </a:spcBef>
              <a:spcAft>
                <a:spcPts val="0"/>
              </a:spcAft>
              <a:buNone/>
              <a:defRPr sz="1200" b="1"/>
            </a:lvl7pPr>
            <a:lvl8pPr marL="3657600" indent="-228600" algn="l">
              <a:lnSpc>
                <a:spcPct val="90000"/>
              </a:lnSpc>
              <a:spcBef>
                <a:spcPts val="400"/>
              </a:spcBef>
              <a:spcAft>
                <a:spcPts val="0"/>
              </a:spcAft>
              <a:buNone/>
              <a:defRPr sz="1200" b="1"/>
            </a:lvl8pPr>
            <a:lvl9pPr marL="4114800" indent="-228600" algn="l">
              <a:lnSpc>
                <a:spcPct val="90000"/>
              </a:lnSpc>
              <a:spcBef>
                <a:spcPts val="400"/>
              </a:spcBef>
              <a:spcAft>
                <a:spcPts val="0"/>
              </a:spcAft>
              <a:buNone/>
              <a:defRPr sz="1200" b="1"/>
            </a:lvl9pPr>
          </a:lstStyle>
          <a:p xmlns:a="http://schemas.openxmlformats.org/drawingml/2006/main"/>
        </p:txBody>
      </p:sp>
      <p:sp>
        <p:nvSpPr>
          <p:cNvPr id="41" name="Shape 39">
            <a:extLst xmlns:a="http://schemas.openxmlformats.org/drawingml/2006/main">
              <a:ext uri="{FF2B5EF4-FFF2-40B4-BE49-F238E27FC236}">
                <a16:creationId xmlns:a16="http://schemas.microsoft.com/office/drawing/2014/main" id="{24793F44-16A8-4BE7-B034-F66D69058986}"/>
              </a:ext>
            </a:extLst>
          </p:cNvPr>
          <p:cNvSpPr>
            <a:spLocks xmlns:a="http://schemas.openxmlformats.org/drawingml/2006/main" noGrp="1"/>
          </p:cNvSpPr>
          <p:nvPr>
            <p:ph type="body" idx="4"/>
          </p:nvPr>
        </p:nvSpPr>
        <p:spPr>
          <a:xfrm xmlns:a="http://schemas.openxmlformats.org/drawingml/2006/main">
            <a:off x="4629150" y="1878806"/>
            <a:ext cx="3887391"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42" name="Shape 40">
            <a:extLst xmlns:a="http://schemas.openxmlformats.org/drawingml/2006/main">
              <a:ext uri="{FF2B5EF4-FFF2-40B4-BE49-F238E27FC236}">
                <a16:creationId xmlns:a16="http://schemas.microsoft.com/office/drawing/2014/main" id="{A7B55853-A627-4F18-8EE3-64CDE35E5685}"/>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3" name="Shape 41">
            <a:extLst xmlns:a="http://schemas.openxmlformats.org/drawingml/2006/main">
              <a:ext uri="{FF2B5EF4-FFF2-40B4-BE49-F238E27FC236}">
                <a16:creationId xmlns:a16="http://schemas.microsoft.com/office/drawing/2014/main" id="{941C6DC5-9DFC-4003-8777-DFB140E7641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4" name="Shape 42">
            <a:extLst xmlns:a="http://schemas.openxmlformats.org/drawingml/2006/main">
              <a:ext uri="{FF2B5EF4-FFF2-40B4-BE49-F238E27FC236}">
                <a16:creationId xmlns:a16="http://schemas.microsoft.com/office/drawing/2014/main" id="{0129ABDD-42E9-4334-859A-7BF893B0C594}"/>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仅标题" type="titleOnly">
  <p:cSld name="TITLE_ONLY">
    <p:spTree>
      <p:nvGrpSpPr>
        <p:cNvPr id="1" name=""/>
        <p:cNvGrpSpPr/>
        <p:nvPr/>
      </p:nvGrpSpPr>
      <p:grpSpPr>
        <a:xfrm xmlns:a="http://schemas.openxmlformats.org/drawingml/2006/main"/>
      </p:grpSpPr>
      <p:sp>
        <p:nvSpPr>
          <p:cNvPr id="46" name="Shape 20">
            <a:extLst xmlns:a="http://schemas.openxmlformats.org/drawingml/2006/main">
              <a:ext uri="{FF2B5EF4-FFF2-40B4-BE49-F238E27FC236}">
                <a16:creationId xmlns:a16="http://schemas.microsoft.com/office/drawing/2014/main" id="{21B00AB5-4AD2-4FBA-A0ED-87F0521B1551}"/>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47" name="Shape 21">
            <a:extLst xmlns:a="http://schemas.openxmlformats.org/drawingml/2006/main">
              <a:ext uri="{FF2B5EF4-FFF2-40B4-BE49-F238E27FC236}">
                <a16:creationId xmlns:a16="http://schemas.microsoft.com/office/drawing/2014/main" id="{DAA5B23E-B0C5-4449-9362-30AAE09138D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8" name="Shape 22">
            <a:extLst xmlns:a="http://schemas.openxmlformats.org/drawingml/2006/main">
              <a:ext uri="{FF2B5EF4-FFF2-40B4-BE49-F238E27FC236}">
                <a16:creationId xmlns:a16="http://schemas.microsoft.com/office/drawing/2014/main" id="{1B6DB5ED-E4EC-490F-A38B-203B5E13E89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9" name="Shape 23">
            <a:extLst xmlns:a="http://schemas.openxmlformats.org/drawingml/2006/main">
              <a:ext uri="{FF2B5EF4-FFF2-40B4-BE49-F238E27FC236}">
                <a16:creationId xmlns:a16="http://schemas.microsoft.com/office/drawing/2014/main" id="{1A056FB6-04E3-417F-8752-999442748F9B}"/>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空白" type="blank">
  <p:cSld name="BLANK">
    <p:spTree>
      <p:nvGrpSpPr>
        <p:cNvPr id="1" name=""/>
        <p:cNvGrpSpPr/>
        <p:nvPr/>
      </p:nvGrpSpPr>
      <p:grpSpPr>
        <a:xfrm xmlns:a="http://schemas.openxmlformats.org/drawingml/2006/main"/>
      </p:grpSpPr>
      <p:sp>
        <p:nvSpPr>
          <p:cNvPr id="51" name="Shape 6">
            <a:extLst xmlns:a="http://schemas.openxmlformats.org/drawingml/2006/main">
              <a:ext uri="{FF2B5EF4-FFF2-40B4-BE49-F238E27FC236}">
                <a16:creationId xmlns:a16="http://schemas.microsoft.com/office/drawing/2014/main" id="{80A94F40-26FD-468B-A05E-98F9DC416D1D}"/>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2" name="Shape 7">
            <a:extLst xmlns:a="http://schemas.openxmlformats.org/drawingml/2006/main">
              <a:ext uri="{FF2B5EF4-FFF2-40B4-BE49-F238E27FC236}">
                <a16:creationId xmlns:a16="http://schemas.microsoft.com/office/drawing/2014/main" id="{C29345BA-2AAB-40C4-8FA6-8762123DD412}"/>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3" name="Shape 8">
            <a:extLst xmlns:a="http://schemas.openxmlformats.org/drawingml/2006/main">
              <a:ext uri="{FF2B5EF4-FFF2-40B4-BE49-F238E27FC236}">
                <a16:creationId xmlns:a16="http://schemas.microsoft.com/office/drawing/2014/main" id="{DAB829E0-8272-4316-9A05-DE9D5F0B3B98}"/>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内容与标题" type="objTx">
  <p:cSld name="OBJECT_WITH_CAPTION_TEXT">
    <p:spTree>
      <p:nvGrpSpPr>
        <p:cNvPr id="1" name=""/>
        <p:cNvGrpSpPr/>
        <p:nvPr/>
      </p:nvGrpSpPr>
      <p:grpSpPr>
        <a:xfrm xmlns:a="http://schemas.openxmlformats.org/drawingml/2006/main"/>
      </p:grpSpPr>
      <p:sp>
        <p:nvSpPr>
          <p:cNvPr id="55" name="Shape 43">
            <a:extLst xmlns:a="http://schemas.openxmlformats.org/drawingml/2006/main">
              <a:ext uri="{FF2B5EF4-FFF2-40B4-BE49-F238E27FC236}">
                <a16:creationId xmlns:a16="http://schemas.microsoft.com/office/drawing/2014/main" id="{F02DEB4B-F8AD-4C89-9FF5-6D6A8F896677}"/>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56" name="Shape 44">
            <a:extLst xmlns:a="http://schemas.openxmlformats.org/drawingml/2006/main">
              <a:ext uri="{FF2B5EF4-FFF2-40B4-BE49-F238E27FC236}">
                <a16:creationId xmlns:a16="http://schemas.microsoft.com/office/drawing/2014/main" id="{DB5C7190-70E1-41A2-82F7-C4D6AA1FB2BC}"/>
              </a:ext>
            </a:extLst>
          </p:cNvPr>
          <p:cNvSpPr>
            <a:spLocks xmlns:a="http://schemas.openxmlformats.org/drawingml/2006/main" noGrp="1"/>
          </p:cNvSpPr>
          <p:nvPr>
            <p:ph type="body" idx="1"/>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lnSpc>
                <a:spcPct val="90000"/>
              </a:lnSpc>
              <a:spcBef>
                <a:spcPts val="800"/>
              </a:spcBef>
              <a:spcAft>
                <a:spcPts val="0"/>
              </a:spcAft>
              <a:buChar char="•"/>
              <a:defRPr sz="2400"/>
            </a:lvl1pPr>
            <a:lvl2pPr marL="914400" indent="-361950" algn="l">
              <a:lnSpc>
                <a:spcPct val="90000"/>
              </a:lnSpc>
              <a:spcBef>
                <a:spcPts val="400"/>
              </a:spcBef>
              <a:spcAft>
                <a:spcPts val="0"/>
              </a:spcAft>
              <a:buChar char="•"/>
              <a:defRPr sz="2100"/>
            </a:lvl2pPr>
            <a:lvl3pPr marL="1371600" indent="-342900" algn="l">
              <a:lnSpc>
                <a:spcPct val="90000"/>
              </a:lnSpc>
              <a:spcBef>
                <a:spcPts val="400"/>
              </a:spcBef>
              <a:spcAft>
                <a:spcPts val="0"/>
              </a:spcAft>
              <a:buChar char="•"/>
              <a:defRPr sz="1800"/>
            </a:lvl3pPr>
            <a:lvl4pPr marL="1828800" indent="-323850" algn="l">
              <a:lnSpc>
                <a:spcPct val="90000"/>
              </a:lnSpc>
              <a:spcBef>
                <a:spcPts val="400"/>
              </a:spcBef>
              <a:spcAft>
                <a:spcPts val="0"/>
              </a:spcAft>
              <a:buChar char="•"/>
              <a:defRPr sz="1500"/>
            </a:lvl4pPr>
            <a:lvl5pPr marL="2286000" indent="-323850" algn="l">
              <a:lnSpc>
                <a:spcPct val="90000"/>
              </a:lnSpc>
              <a:spcBef>
                <a:spcPts val="400"/>
              </a:spcBef>
              <a:spcAft>
                <a:spcPts val="0"/>
              </a:spcAft>
              <a:buChar char="•"/>
              <a:defRPr sz="1500"/>
            </a:lvl5pPr>
            <a:lvl6pPr marL="2743200" indent="-323850" algn="l">
              <a:lnSpc>
                <a:spcPct val="90000"/>
              </a:lnSpc>
              <a:spcBef>
                <a:spcPts val="400"/>
              </a:spcBef>
              <a:spcAft>
                <a:spcPts val="0"/>
              </a:spcAft>
              <a:buChar char="•"/>
              <a:defRPr sz="1500"/>
            </a:lvl6pPr>
            <a:lvl7pPr marL="3200400" indent="-323850" algn="l">
              <a:lnSpc>
                <a:spcPct val="90000"/>
              </a:lnSpc>
              <a:spcBef>
                <a:spcPts val="400"/>
              </a:spcBef>
              <a:spcAft>
                <a:spcPts val="0"/>
              </a:spcAft>
              <a:buChar char="•"/>
              <a:defRPr sz="1500"/>
            </a:lvl7pPr>
            <a:lvl8pPr marL="3657600" indent="-323850" algn="l">
              <a:lnSpc>
                <a:spcPct val="90000"/>
              </a:lnSpc>
              <a:spcBef>
                <a:spcPts val="400"/>
              </a:spcBef>
              <a:spcAft>
                <a:spcPts val="0"/>
              </a:spcAft>
              <a:buChar char="•"/>
              <a:defRPr sz="1500"/>
            </a:lvl8pPr>
            <a:lvl9pPr marL="4114800" indent="-323850" algn="l">
              <a:lnSpc>
                <a:spcPct val="90000"/>
              </a:lnSpc>
              <a:spcBef>
                <a:spcPts val="400"/>
              </a:spcBef>
              <a:spcAft>
                <a:spcPts val="0"/>
              </a:spcAft>
              <a:buChar char="•"/>
              <a:defRPr sz="1500"/>
            </a:lvl9pPr>
          </a:lstStyle>
          <a:p xmlns:a="http://schemas.openxmlformats.org/drawingml/2006/main"/>
        </p:txBody>
      </p:sp>
      <p:sp>
        <p:nvSpPr>
          <p:cNvPr id="57" name="Shape 45">
            <a:extLst xmlns:a="http://schemas.openxmlformats.org/drawingml/2006/main">
              <a:ext uri="{FF2B5EF4-FFF2-40B4-BE49-F238E27FC236}">
                <a16:creationId xmlns:a16="http://schemas.microsoft.com/office/drawing/2014/main" id="{A3975900-7B65-4431-A30E-E8AB02B2ABA0}"/>
              </a:ext>
            </a:extLst>
          </p:cNvPr>
          <p:cNvSpPr>
            <a:spLocks xmlns:a="http://schemas.openxmlformats.org/drawingml/2006/main" noGrp="1"/>
          </p:cNvSpPr>
          <p:nvPr>
            <p:ph type="body" idx="2"/>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200"/>
            </a:lvl1pPr>
            <a:lvl2pPr marL="914400" indent="-228600" algn="l">
              <a:lnSpc>
                <a:spcPct val="90000"/>
              </a:lnSpc>
              <a:spcBef>
                <a:spcPts val="400"/>
              </a:spcBef>
              <a:spcAft>
                <a:spcPts val="0"/>
              </a:spcAft>
              <a:buNone/>
              <a:defRPr sz="1100"/>
            </a:lvl2pPr>
            <a:lvl3pPr marL="1371600" indent="-228600" algn="l">
              <a:lnSpc>
                <a:spcPct val="90000"/>
              </a:lnSpc>
              <a:spcBef>
                <a:spcPts val="400"/>
              </a:spcBef>
              <a:spcAft>
                <a:spcPts val="0"/>
              </a:spcAft>
              <a:buNone/>
              <a:defRPr sz="900"/>
            </a:lvl3pPr>
            <a:lvl4pPr marL="1828800" indent="-228600" algn="l">
              <a:lnSpc>
                <a:spcPct val="90000"/>
              </a:lnSpc>
              <a:spcBef>
                <a:spcPts val="400"/>
              </a:spcBef>
              <a:spcAft>
                <a:spcPts val="0"/>
              </a:spcAft>
              <a:buNone/>
              <a:defRPr sz="800"/>
            </a:lvl4pPr>
            <a:lvl5pPr marL="2286000" indent="-228600" algn="l">
              <a:lnSpc>
                <a:spcPct val="90000"/>
              </a:lnSpc>
              <a:spcBef>
                <a:spcPts val="400"/>
              </a:spcBef>
              <a:spcAft>
                <a:spcPts val="0"/>
              </a:spcAft>
              <a:buNone/>
              <a:defRPr sz="800"/>
            </a:lvl5pPr>
            <a:lvl6pPr marL="2743200" indent="-228600" algn="l">
              <a:lnSpc>
                <a:spcPct val="90000"/>
              </a:lnSpc>
              <a:spcBef>
                <a:spcPts val="400"/>
              </a:spcBef>
              <a:spcAft>
                <a:spcPts val="0"/>
              </a:spcAft>
              <a:buNone/>
              <a:defRPr sz="800"/>
            </a:lvl6pPr>
            <a:lvl7pPr marL="3200400" indent="-228600" algn="l">
              <a:lnSpc>
                <a:spcPct val="90000"/>
              </a:lnSpc>
              <a:spcBef>
                <a:spcPts val="400"/>
              </a:spcBef>
              <a:spcAft>
                <a:spcPts val="0"/>
              </a:spcAft>
              <a:buNone/>
              <a:defRPr sz="800"/>
            </a:lvl7pPr>
            <a:lvl8pPr marL="3657600" indent="-228600" algn="l">
              <a:lnSpc>
                <a:spcPct val="90000"/>
              </a:lnSpc>
              <a:spcBef>
                <a:spcPts val="400"/>
              </a:spcBef>
              <a:spcAft>
                <a:spcPts val="0"/>
              </a:spcAft>
              <a:buNone/>
              <a:defRPr sz="800"/>
            </a:lvl8pPr>
            <a:lvl9pPr marL="4114800" indent="-228600" algn="l">
              <a:lnSpc>
                <a:spcPct val="90000"/>
              </a:lnSpc>
              <a:spcBef>
                <a:spcPts val="400"/>
              </a:spcBef>
              <a:spcAft>
                <a:spcPts val="0"/>
              </a:spcAft>
              <a:buNone/>
              <a:defRPr sz="800"/>
            </a:lvl9pPr>
          </a:lstStyle>
          <a:p xmlns:a="http://schemas.openxmlformats.org/drawingml/2006/main"/>
        </p:txBody>
      </p:sp>
      <p:sp>
        <p:nvSpPr>
          <p:cNvPr id="58" name="Shape 46">
            <a:extLst xmlns:a="http://schemas.openxmlformats.org/drawingml/2006/main">
              <a:ext uri="{FF2B5EF4-FFF2-40B4-BE49-F238E27FC236}">
                <a16:creationId xmlns:a16="http://schemas.microsoft.com/office/drawing/2014/main" id="{0795A9DD-6A60-4F87-B175-5673D8D47EA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9" name="Shape 47">
            <a:extLst xmlns:a="http://schemas.openxmlformats.org/drawingml/2006/main">
              <a:ext uri="{FF2B5EF4-FFF2-40B4-BE49-F238E27FC236}">
                <a16:creationId xmlns:a16="http://schemas.microsoft.com/office/drawing/2014/main" id="{9187E680-FC0D-486A-B42C-467C2EA6D6C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0" name="Shape 48">
            <a:extLst xmlns:a="http://schemas.openxmlformats.org/drawingml/2006/main">
              <a:ext uri="{FF2B5EF4-FFF2-40B4-BE49-F238E27FC236}">
                <a16:creationId xmlns:a16="http://schemas.microsoft.com/office/drawing/2014/main" id="{F4F37482-4E0E-4A80-B6D5-E15CF10351EC}"/>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图片与标题" type="picTx">
  <p:cSld name="PICTURE_WITH_CAPTION_TEXT">
    <p:spTree>
      <p:nvGrpSpPr>
        <p:cNvPr id="1" name=""/>
        <p:cNvGrpSpPr/>
        <p:nvPr/>
      </p:nvGrpSpPr>
      <p:grpSpPr>
        <a:xfrm xmlns:a="http://schemas.openxmlformats.org/drawingml/2006/main"/>
      </p:grpSpPr>
      <p:sp>
        <p:nvSpPr>
          <p:cNvPr id="62" name="Shape 24">
            <a:extLst xmlns:a="http://schemas.openxmlformats.org/drawingml/2006/main">
              <a:ext uri="{FF2B5EF4-FFF2-40B4-BE49-F238E27FC236}">
                <a16:creationId xmlns:a16="http://schemas.microsoft.com/office/drawing/2014/main" id="{5BB8D7C6-3D7B-45D4-9D01-BF6B09BA0F2F}"/>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63" name="Shape 25">
            <a:extLst xmlns:a="http://schemas.openxmlformats.org/drawingml/2006/main">
              <a:ext uri="{FF2B5EF4-FFF2-40B4-BE49-F238E27FC236}">
                <a16:creationId xmlns:a16="http://schemas.microsoft.com/office/drawing/2014/main" id="{5D26A6DB-4AFE-4904-9C6F-E8D25B55A9F7}"/>
              </a:ext>
            </a:extLst>
          </p:cNvPr>
          <p:cNvSpPr>
            <a:spLocks xmlns:a="http://schemas.openxmlformats.org/drawingml/2006/main" noGrp="1"/>
          </p:cNvSpPr>
          <p:nvPr>
            <p:ph type="pic" idx="2"/>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sp>
      <p:sp>
        <p:nvSpPr>
          <p:cNvPr id="64" name="Shape 26">
            <a:extLst xmlns:a="http://schemas.openxmlformats.org/drawingml/2006/main">
              <a:ext uri="{FF2B5EF4-FFF2-40B4-BE49-F238E27FC236}">
                <a16:creationId xmlns:a16="http://schemas.microsoft.com/office/drawing/2014/main" id="{2A495B2D-AFD8-485F-BF27-28137F6A7BD6}"/>
              </a:ext>
            </a:extLst>
          </p:cNvPr>
          <p:cNvSpPr>
            <a:spLocks xmlns:a="http://schemas.openxmlformats.org/drawingml/2006/main" noGrp="1"/>
          </p:cNvSpPr>
          <p:nvPr>
            <p:ph type="body" idx="1"/>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None/>
              <a:defRPr sz="1200"/>
            </a:lvl1pPr>
            <a:lvl2pPr marL="914400" indent="-228600" algn="l">
              <a:lnSpc>
                <a:spcPct val="90000"/>
              </a:lnSpc>
              <a:spcBef>
                <a:spcPts val="400"/>
              </a:spcBef>
              <a:spcAft>
                <a:spcPts val="0"/>
              </a:spcAft>
              <a:buNone/>
              <a:defRPr sz="1100"/>
            </a:lvl2pPr>
            <a:lvl3pPr marL="1371600" indent="-228600" algn="l">
              <a:lnSpc>
                <a:spcPct val="90000"/>
              </a:lnSpc>
              <a:spcBef>
                <a:spcPts val="400"/>
              </a:spcBef>
              <a:spcAft>
                <a:spcPts val="0"/>
              </a:spcAft>
              <a:buNone/>
              <a:defRPr sz="900"/>
            </a:lvl3pPr>
            <a:lvl4pPr marL="1828800" indent="-228600" algn="l">
              <a:lnSpc>
                <a:spcPct val="90000"/>
              </a:lnSpc>
              <a:spcBef>
                <a:spcPts val="400"/>
              </a:spcBef>
              <a:spcAft>
                <a:spcPts val="0"/>
              </a:spcAft>
              <a:buNone/>
              <a:defRPr sz="800"/>
            </a:lvl4pPr>
            <a:lvl5pPr marL="2286000" indent="-228600" algn="l">
              <a:lnSpc>
                <a:spcPct val="90000"/>
              </a:lnSpc>
              <a:spcBef>
                <a:spcPts val="400"/>
              </a:spcBef>
              <a:spcAft>
                <a:spcPts val="0"/>
              </a:spcAft>
              <a:buNone/>
              <a:defRPr sz="800"/>
            </a:lvl5pPr>
            <a:lvl6pPr marL="2743200" indent="-228600" algn="l">
              <a:lnSpc>
                <a:spcPct val="90000"/>
              </a:lnSpc>
              <a:spcBef>
                <a:spcPts val="400"/>
              </a:spcBef>
              <a:spcAft>
                <a:spcPts val="0"/>
              </a:spcAft>
              <a:buNone/>
              <a:defRPr sz="800"/>
            </a:lvl6pPr>
            <a:lvl7pPr marL="3200400" indent="-228600" algn="l">
              <a:lnSpc>
                <a:spcPct val="90000"/>
              </a:lnSpc>
              <a:spcBef>
                <a:spcPts val="400"/>
              </a:spcBef>
              <a:spcAft>
                <a:spcPts val="0"/>
              </a:spcAft>
              <a:buNone/>
              <a:defRPr sz="800"/>
            </a:lvl7pPr>
            <a:lvl8pPr marL="3657600" indent="-228600" algn="l">
              <a:lnSpc>
                <a:spcPct val="90000"/>
              </a:lnSpc>
              <a:spcBef>
                <a:spcPts val="400"/>
              </a:spcBef>
              <a:spcAft>
                <a:spcPts val="0"/>
              </a:spcAft>
              <a:buNone/>
              <a:defRPr sz="800"/>
            </a:lvl8pPr>
            <a:lvl9pPr marL="4114800" indent="-228600" algn="l">
              <a:lnSpc>
                <a:spcPct val="90000"/>
              </a:lnSpc>
              <a:spcBef>
                <a:spcPts val="400"/>
              </a:spcBef>
              <a:spcAft>
                <a:spcPts val="0"/>
              </a:spcAft>
              <a:buNone/>
              <a:defRPr sz="800"/>
            </a:lvl9pPr>
          </a:lstStyle>
          <a:p xmlns:a="http://schemas.openxmlformats.org/drawingml/2006/main"/>
        </p:txBody>
      </p:sp>
      <p:sp>
        <p:nvSpPr>
          <p:cNvPr id="65" name="Shape 27">
            <a:extLst xmlns:a="http://schemas.openxmlformats.org/drawingml/2006/main">
              <a:ext uri="{FF2B5EF4-FFF2-40B4-BE49-F238E27FC236}">
                <a16:creationId xmlns:a16="http://schemas.microsoft.com/office/drawing/2014/main" id="{F2415074-A7C1-4FFD-8B3C-807298BF2D1A}"/>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6" name="Shape 28">
            <a:extLst xmlns:a="http://schemas.openxmlformats.org/drawingml/2006/main">
              <a:ext uri="{FF2B5EF4-FFF2-40B4-BE49-F238E27FC236}">
                <a16:creationId xmlns:a16="http://schemas.microsoft.com/office/drawing/2014/main" id="{0359400A-0216-4F61-B05E-BAB69F85652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7" name="Shape 29">
            <a:extLst xmlns:a="http://schemas.openxmlformats.org/drawingml/2006/main">
              <a:ext uri="{FF2B5EF4-FFF2-40B4-BE49-F238E27FC236}">
                <a16:creationId xmlns:a16="http://schemas.microsoft.com/office/drawing/2014/main" id="{35B0E1E7-0F57-4148-B44F-8BACBCDCC57E}"/>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标题和竖排文字" type="vertTx">
  <p:cSld name="VERTICAL_TEXT">
    <p:spTree>
      <p:nvGrpSpPr>
        <p:cNvPr id="1" name=""/>
        <p:cNvGrpSpPr/>
        <p:nvPr/>
      </p:nvGrpSpPr>
      <p:grpSpPr>
        <a:xfrm xmlns:a="http://schemas.openxmlformats.org/drawingml/2006/main"/>
      </p:grpSpPr>
      <p:sp>
        <p:nvSpPr>
          <p:cNvPr id="69" name="Shape 49">
            <a:extLst xmlns:a="http://schemas.openxmlformats.org/drawingml/2006/main">
              <a:ext uri="{FF2B5EF4-FFF2-40B4-BE49-F238E27FC236}">
                <a16:creationId xmlns:a16="http://schemas.microsoft.com/office/drawing/2014/main" id="{E4383B9E-7C78-40C4-A89F-87F66222F81A}"/>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0" name="Shape 50">
            <a:extLst xmlns:a="http://schemas.openxmlformats.org/drawingml/2006/main">
              <a:ext uri="{FF2B5EF4-FFF2-40B4-BE49-F238E27FC236}">
                <a16:creationId xmlns:a16="http://schemas.microsoft.com/office/drawing/2014/main" id="{BFD77F06-32DF-4E97-A6A9-C75DDAB5DB7F}"/>
              </a:ext>
            </a:extLst>
          </p:cNvPr>
          <p:cNvSpPr>
            <a:spLocks xmlns:a="http://schemas.openxmlformats.org/drawingml/2006/main" noGrp="1"/>
          </p:cNvSpPr>
          <p:nvPr>
            <p:ph type="body" idx="1"/>
          </p:nvPr>
        </p:nvSpPr>
        <p:spPr>
          <a:xfrm xmlns:a="http://schemas.openxmlformats.org/drawingml/2006/main" rot="5400000">
            <a:off x="2940248" y="-942379"/>
            <a:ext cx="3263504"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71" name="Shape 51">
            <a:extLst xmlns:a="http://schemas.openxmlformats.org/drawingml/2006/main">
              <a:ext uri="{FF2B5EF4-FFF2-40B4-BE49-F238E27FC236}">
                <a16:creationId xmlns:a16="http://schemas.microsoft.com/office/drawing/2014/main" id="{5C28A26F-8CEF-4574-BD5E-F642C2533EF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2" name="Shape 52">
            <a:extLst xmlns:a="http://schemas.openxmlformats.org/drawingml/2006/main">
              <a:ext uri="{FF2B5EF4-FFF2-40B4-BE49-F238E27FC236}">
                <a16:creationId xmlns:a16="http://schemas.microsoft.com/office/drawing/2014/main" id="{9ED62C86-0337-4363-B8D5-D87B3EB48CB0}"/>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3" name="Shape 53">
            <a:extLst xmlns:a="http://schemas.openxmlformats.org/drawingml/2006/main">
              <a:ext uri="{FF2B5EF4-FFF2-40B4-BE49-F238E27FC236}">
                <a16:creationId xmlns:a16="http://schemas.microsoft.com/office/drawing/2014/main" id="{74FCBA26-C1D4-4DAD-9C94-FC13AAB1ED7C}"/>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竖排标题与文本" type="vertTitleAndTx">
  <p:cSld name="VERTICAL_TITLE_AND_VERTICAL_TEXT">
    <p:spTree>
      <p:nvGrpSpPr>
        <p:cNvPr id="1" name=""/>
        <p:cNvGrpSpPr/>
        <p:nvPr/>
      </p:nvGrpSpPr>
      <p:grpSpPr>
        <a:xfrm xmlns:a="http://schemas.openxmlformats.org/drawingml/2006/main"/>
      </p:grpSpPr>
      <p:sp>
        <p:nvSpPr>
          <p:cNvPr id="75" name="Shape 15">
            <a:extLst xmlns:a="http://schemas.openxmlformats.org/drawingml/2006/main">
              <a:ext uri="{FF2B5EF4-FFF2-40B4-BE49-F238E27FC236}">
                <a16:creationId xmlns:a16="http://schemas.microsoft.com/office/drawing/2014/main" id="{ECF53B7E-12D2-4E19-BF00-586DEE8B19DE}"/>
              </a:ext>
            </a:extLst>
          </p:cNvPr>
          <p:cNvSpPr>
            <a:spLocks xmlns:a="http://schemas.openxmlformats.org/drawingml/2006/main" noGrp="1"/>
          </p:cNvSpPr>
          <p:nvPr>
            <p:ph type="title" idx="0"/>
          </p:nvPr>
        </p:nvSpPr>
        <p:spPr>
          <a:xfrm xmlns:a="http://schemas.openxmlformats.org/drawingml/2006/main" rot="5400000">
            <a:off x="5350073" y="1467445"/>
            <a:ext cx="4358879" cy="1971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6" name="Shape 16">
            <a:extLst xmlns:a="http://schemas.openxmlformats.org/drawingml/2006/main">
              <a:ext uri="{FF2B5EF4-FFF2-40B4-BE49-F238E27FC236}">
                <a16:creationId xmlns:a16="http://schemas.microsoft.com/office/drawing/2014/main" id="{37C835CC-62C2-4544-BF5E-57DBFE466CF0}"/>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har char="•"/>
              <a:defRPr/>
            </a:lvl1pPr>
            <a:lvl2pPr marL="914400" indent="-317500" algn="l">
              <a:lnSpc>
                <a:spcPct val="90000"/>
              </a:lnSpc>
              <a:spcBef>
                <a:spcPts val="400"/>
              </a:spcBef>
              <a:spcAft>
                <a:spcPts val="0"/>
              </a:spcAft>
              <a:buChar char="•"/>
              <a:defRPr/>
            </a:lvl2pPr>
            <a:lvl3pPr marL="1371600" indent="-317500" algn="l">
              <a:lnSpc>
                <a:spcPct val="90000"/>
              </a:lnSpc>
              <a:spcBef>
                <a:spcPts val="400"/>
              </a:spcBef>
              <a:spcAft>
                <a:spcPts val="0"/>
              </a:spcAft>
              <a:buChar char="•"/>
              <a:defRPr/>
            </a:lvl3pPr>
            <a:lvl4pPr marL="1828800" indent="-317500" algn="l">
              <a:lnSpc>
                <a:spcPct val="90000"/>
              </a:lnSpc>
              <a:spcBef>
                <a:spcPts val="400"/>
              </a:spcBef>
              <a:spcAft>
                <a:spcPts val="0"/>
              </a:spcAft>
              <a:buChar char="•"/>
              <a:defRPr/>
            </a:lvl4pPr>
            <a:lvl5pPr marL="2286000" indent="-317500" algn="l">
              <a:lnSpc>
                <a:spcPct val="90000"/>
              </a:lnSpc>
              <a:spcBef>
                <a:spcPts val="400"/>
              </a:spcBef>
              <a:spcAft>
                <a:spcPts val="0"/>
              </a:spcAft>
              <a:buChar char="•"/>
              <a:defRPr/>
            </a:lvl5pPr>
            <a:lvl6pPr marL="2743200" indent="-317500" algn="l">
              <a:lnSpc>
                <a:spcPct val="90000"/>
              </a:lnSpc>
              <a:spcBef>
                <a:spcPts val="400"/>
              </a:spcBef>
              <a:spcAft>
                <a:spcPts val="0"/>
              </a:spcAft>
              <a:buChar char="•"/>
              <a:defRPr/>
            </a:lvl6pPr>
            <a:lvl7pPr marL="3200400" indent="-317500" algn="l">
              <a:lnSpc>
                <a:spcPct val="90000"/>
              </a:lnSpc>
              <a:spcBef>
                <a:spcPts val="400"/>
              </a:spcBef>
              <a:spcAft>
                <a:spcPts val="0"/>
              </a:spcAft>
              <a:buChar char="•"/>
              <a:defRPr/>
            </a:lvl7pPr>
            <a:lvl8pPr marL="3657600" indent="-317500" algn="l">
              <a:lnSpc>
                <a:spcPct val="90000"/>
              </a:lnSpc>
              <a:spcBef>
                <a:spcPts val="400"/>
              </a:spcBef>
              <a:spcAft>
                <a:spcPts val="0"/>
              </a:spcAft>
              <a:buChar char="•"/>
              <a:defRPr/>
            </a:lvl8pPr>
            <a:lvl9pPr marL="4114800" indent="-317500" algn="l">
              <a:lnSpc>
                <a:spcPct val="90000"/>
              </a:lnSpc>
              <a:spcBef>
                <a:spcPts val="400"/>
              </a:spcBef>
              <a:spcAft>
                <a:spcPts val="0"/>
              </a:spcAft>
              <a:buChar char="•"/>
              <a:defRPr/>
            </a:lvl9pPr>
          </a:lstStyle>
          <a:p xmlns:a="http://schemas.openxmlformats.org/drawingml/2006/main"/>
        </p:txBody>
      </p:sp>
      <p:sp>
        <p:nvSpPr>
          <p:cNvPr id="77" name="Shape 17">
            <a:extLst xmlns:a="http://schemas.openxmlformats.org/drawingml/2006/main">
              <a:ext uri="{FF2B5EF4-FFF2-40B4-BE49-F238E27FC236}">
                <a16:creationId xmlns:a16="http://schemas.microsoft.com/office/drawing/2014/main" id="{4661F24C-4D68-4EEB-9500-DE9F012983B0}"/>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8" name="Shape 18">
            <a:extLst xmlns:a="http://schemas.openxmlformats.org/drawingml/2006/main">
              <a:ext uri="{FF2B5EF4-FFF2-40B4-BE49-F238E27FC236}">
                <a16:creationId xmlns:a16="http://schemas.microsoft.com/office/drawing/2014/main" id="{24B018E4-439F-49C8-BA19-AB9BF22FFC7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9" name="Shape 19">
            <a:extLst xmlns:a="http://schemas.openxmlformats.org/drawingml/2006/main">
              <a:ext uri="{FF2B5EF4-FFF2-40B4-BE49-F238E27FC236}">
                <a16:creationId xmlns:a16="http://schemas.microsoft.com/office/drawing/2014/main" id="{1A610F10-FC8D-4FF5-BBCE-DBD1E6009A87}"/>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type="title" preserve="1">
  <p:cSld name="封面-1">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4b95bee0f4fa433d">
            <a:alphaModFix amt="70000"/>
          </a:blip>
          <a:srcRect xmlns:a="http://schemas.openxmlformats.org/drawingml/2006/main" l="0" t="0" r="0" b="0"/>
          <a:stretch xmlns:a="http://schemas.openxmlformats.org/drawingml/2006/main">
            <a:fillRect l="0" t="0" r="0" b="0"/>
          </a:stretch>
        </p:blipFill>
        <p:spPr>
          <a:xfrm xmlns:a="http://schemas.openxmlformats.org/drawingml/2006/main">
            <a:off x="0" y="-879"/>
            <a:ext cx="9144000" cy="2380811"/>
          </a:xfrm>
          <a:prstGeom xmlns:a="http://schemas.openxmlformats.org/drawingml/2006/main" prst="rect">
            <a:avLst/>
          </a:prstGeom>
          <a:ln xmlns:a="http://schemas.openxmlformats.org/drawingml/2006/main" w="9525">
            <a:noFill/>
            <a:prstDash val="solid"/>
          </a:ln>
        </p:spPr>
      </p:pic>
      <p:sp>
        <p:nvSpPr>
          <p:cNvPr id="3" name="AutoShape 3">
            <a:extLst xmlns:a="http://schemas.openxmlformats.org/drawingml/2006/main">
              <a:ext uri="{FF2B5EF4-FFF2-40B4-BE49-F238E27FC236}">
                <a16:creationId xmlns:a16="http://schemas.microsoft.com/office/drawing/2014/main" id="{E41D745C-5784-449F-8AAE-9E17AEB9FCDF}"/>
              </a:ext>
            </a:extLst>
          </p:cNvPr>
          <p:cNvSpPr>
            <a:spLocks xmlns:a="http://schemas.openxmlformats.org/drawingml/2006/main" noGrp="1"/>
          </p:cNvSpPr>
          <p:nvPr>
            <p:ph type="body" idx="6" hasCustomPrompt="1"/>
          </p:nvPr>
        </p:nvSpPr>
        <p:spPr>
          <a:xfrm xmlns:a="http://schemas.openxmlformats.org/drawingml/2006/main">
            <a:off x="1225788" y="3975888"/>
            <a:ext cx="6731794" cy="781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117000"/>
              </a:lnSpc>
              <a:buNone/>
              <a:defRPr sz="3200" b="1" i="0" u="none" cap="none" spc="225">
                <a:solidFill>
                  <a:schemeClr val="tx1">
                    <a:lumMod val="85000"/>
                    <a:lumOff val="15000"/>
                  </a:schemeClr>
                </a:solidFill>
                <a:latin typeface="微软雅黑"/>
                <a:ea typeface="微软雅黑"/>
                <a:cs typeface="微软雅黑"/>
              </a:defRPr>
            </a:lvl1pPr>
          </a:lstStyle>
          <a:p xmlns:a="http://schemas.openxmlformats.org/drawingml/2006/main">
            <a:pPr indent="0" algn="ctr">
              <a:lnSpc>
                <a:spcPct val="117000"/>
              </a:lnSpc>
              <a:buNone/>
            </a:pPr>
            <a:r>
              <a:rPr sz="3000" b="1" i="0" u="none">
                <a:solidFill>
                  <a:srgbClr val="262626"/>
                </a:solidFill>
                <a:latin typeface="微软雅黑"/>
                <a:ea typeface="微软雅黑"/>
                <a:cs typeface="微软雅黑"/>
              </a:rPr>
              <a:t>题目</a:t>
            </a:r>
          </a:p>
        </p:txBody>
      </p:sp>
      <p:sp>
        <p:nvSpPr>
          <p:cNvPr id="4" name="AutoShape 4">
            <a:extLst xmlns:a="http://schemas.openxmlformats.org/drawingml/2006/main">
              <a:ext uri="{FF2B5EF4-FFF2-40B4-BE49-F238E27FC236}">
                <a16:creationId xmlns:a16="http://schemas.microsoft.com/office/drawing/2014/main" id="{F3E9FB7F-3D35-4DEE-A3D5-C82D9782FCC8}"/>
              </a:ext>
            </a:extLst>
          </p:cNvPr>
          <p:cNvSpPr>
            <a:spLocks xmlns:a="http://schemas.openxmlformats.org/drawingml/2006/main" noGrp="1"/>
          </p:cNvSpPr>
          <p:nvPr>
            <p:ph type="body" idx="7" hasCustomPrompt="1"/>
          </p:nvPr>
        </p:nvSpPr>
        <p:spPr>
          <a:xfrm xmlns:a="http://schemas.openxmlformats.org/drawingml/2006/main">
            <a:off x="3202940" y="5206365"/>
            <a:ext cx="2769235" cy="279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b="0" i="0" u="none">
                <a:solidFill>
                  <a:srgbClr val="222A35"/>
                </a:solidFill>
                <a:latin typeface="微软雅黑"/>
                <a:ea typeface="微软雅黑"/>
                <a:cs typeface="微软雅黑"/>
              </a:rPr>
              <a:t>答辩人：XXX</a:t>
            </a:r>
            <a:r>
              <a:rPr sz="1350" b="0" i="0" u="none">
                <a:solidFill>
                  <a:srgbClr val="222A35"/>
                </a:solidFill>
                <a:latin typeface="微软雅黑"/>
                <a:ea typeface="微软雅黑"/>
                <a:cs typeface="微软雅黑"/>
              </a:rPr>
              <a:t>（</a:t>
            </a:r>
            <a:r>
              <a:rPr sz="1350" b="0" i="0" u="none">
                <a:solidFill>
                  <a:srgbClr val="222A35"/>
                </a:solidFill>
                <a:latin typeface="微软雅黑"/>
                <a:ea typeface="微软雅黑"/>
                <a:cs typeface="微软雅黑"/>
              </a:rPr>
              <a:t>23</a:t>
            </a:r>
            <a:r>
              <a:rPr sz="1350" b="0" i="0" u="none">
                <a:solidFill>
                  <a:srgbClr val="222A35"/>
                </a:solidFill>
                <a:latin typeface="微软雅黑"/>
                <a:ea typeface="微软雅黑"/>
                <a:cs typeface="微软雅黑"/>
              </a:rPr>
              <a:t>级专硕）</a:t>
            </a:r>
          </a:p>
        </p:txBody>
      </p:sp>
      <p:sp>
        <p:nvSpPr>
          <p:cNvPr id="7" name="AutoShape 7">
            <a:extLst xmlns:a="http://schemas.openxmlformats.org/drawingml/2006/main">
              <a:ext uri="{FF2B5EF4-FFF2-40B4-BE49-F238E27FC236}">
                <a16:creationId xmlns:a16="http://schemas.microsoft.com/office/drawing/2014/main" id="{DE6C8C6D-33E7-4625-935E-4BC75DE39098}"/>
              </a:ext>
            </a:extLst>
          </p:cNvPr>
          <p:cNvSpPr>
            <a:spLocks xmlns:a="http://schemas.openxmlformats.org/drawingml/2006/main" noGrp="1"/>
          </p:cNvSpPr>
          <p:nvPr/>
        </p:nvSpPr>
        <p:spPr>
          <a:xfrm xmlns:a="http://schemas.openxmlformats.org/drawingml/2006/main">
            <a:off x="3778811" y="1587932"/>
            <a:ext cx="1584000" cy="1584000"/>
          </a:xfrm>
          <a:prstGeom xmlns:a="http://schemas.openxmlformats.org/drawingml/2006/main" prst="ellipse">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pic>
        <p:nvPicPr>
          <p:cNvPr id="8" name="Picture 8"/>
          <p:cNvPicPr>
            <a:picLocks xmlns:a="http://schemas.openxmlformats.org/drawingml/2006/main" noChangeAspect="1"/>
          </p:cNvPicPr>
          <p:nvPr/>
        </p:nvPicPr>
        <p:blipFill>
          <a:blip xmlns:r="http://schemas.openxmlformats.org/officeDocument/2006/relationships" xmlns:a="http://schemas.openxmlformats.org/drawingml/2006/main" r:embed="Rfbf46a9ea4364297"/>
          <a:srcRect xmlns:a="http://schemas.openxmlformats.org/drawingml/2006/main" l="0" t="0" r="0" b="0"/>
          <a:stretch xmlns:a="http://schemas.openxmlformats.org/drawingml/2006/main">
            <a:fillRect l="0" t="0" r="0" b="0"/>
          </a:stretch>
        </p:blipFill>
        <p:spPr>
          <a:xfrm xmlns:a="http://schemas.openxmlformats.org/drawingml/2006/main">
            <a:off x="3878102" y="1687223"/>
            <a:ext cx="1385418" cy="1385418"/>
          </a:xfrm>
          <a:prstGeom xmlns:a="http://schemas.openxmlformats.org/drawingml/2006/main" prst="rect">
            <a:avLst/>
          </a:prstGeom>
          <a:ln xmlns:a="http://schemas.openxmlformats.org/drawingml/2006/main" w="9525">
            <a:noFill/>
            <a:prstDash val="solid"/>
          </a:ln>
        </p:spPr>
      </p:pic>
      <p:sp>
        <p:nvSpPr>
          <p:cNvPr id="9" name="AutoShape 4">
            <a:extLst xmlns:a="http://schemas.openxmlformats.org/drawingml/2006/main">
              <a:ext uri="{FF2B5EF4-FFF2-40B4-BE49-F238E27FC236}">
                <a16:creationId xmlns:a16="http://schemas.microsoft.com/office/drawing/2014/main" id="{DF939C90-84C9-4FF7-AA5A-FA4D347FA1A6}"/>
              </a:ext>
            </a:extLst>
          </p:cNvPr>
          <p:cNvSpPr>
            <a:spLocks xmlns:a="http://schemas.openxmlformats.org/drawingml/2006/main" noGrp="1"/>
          </p:cNvSpPr>
          <p:nvPr>
            <p:ph type="body" idx="13" hasCustomPrompt="1"/>
          </p:nvPr>
        </p:nvSpPr>
        <p:spPr>
          <a:xfrm xmlns:a="http://schemas.openxmlformats.org/drawingml/2006/main">
            <a:off x="3202940" y="5623560"/>
            <a:ext cx="2769235" cy="279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b="0" i="0" u="none">
                <a:solidFill>
                  <a:srgbClr val="222A35"/>
                </a:solidFill>
                <a:latin typeface="微软雅黑"/>
                <a:ea typeface="微软雅黑"/>
                <a:cs typeface="微软雅黑"/>
              </a:rPr>
              <a:t>指导老师</a:t>
            </a:r>
            <a:r>
              <a:rPr sz="1350" b="0" i="0" u="none">
                <a:solidFill>
                  <a:srgbClr val="222A35"/>
                </a:solidFill>
                <a:latin typeface="微软雅黑"/>
                <a:ea typeface="微软雅黑"/>
                <a:cs typeface="微软雅黑"/>
              </a:rPr>
              <a:t>：XXX</a:t>
            </a:r>
          </a:p>
        </p:txBody>
      </p:sp>
      <p:sp>
        <p:nvSpPr>
          <p:cNvPr id="10" name="AutoShape 4">
            <a:extLst xmlns:a="http://schemas.openxmlformats.org/drawingml/2006/main">
              <a:ext uri="{FF2B5EF4-FFF2-40B4-BE49-F238E27FC236}">
                <a16:creationId xmlns:a16="http://schemas.microsoft.com/office/drawing/2014/main" id="{5A8B941D-286B-4C74-9FF5-2641348FCB60}"/>
              </a:ext>
            </a:extLst>
          </p:cNvPr>
          <p:cNvSpPr>
            <a:spLocks xmlns:a="http://schemas.openxmlformats.org/drawingml/2006/main" noGrp="1"/>
          </p:cNvSpPr>
          <p:nvPr>
            <p:ph type="body" idx="13" hasCustomPrompt="1"/>
          </p:nvPr>
        </p:nvSpPr>
        <p:spPr>
          <a:xfrm xmlns:a="http://schemas.openxmlformats.org/drawingml/2006/main">
            <a:off x="3202940" y="6040755"/>
            <a:ext cx="2769235" cy="279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b="0" i="0" u="none">
                <a:solidFill>
                  <a:srgbClr val="222A35"/>
                </a:solidFill>
                <a:latin typeface="微软雅黑"/>
                <a:ea typeface="微软雅黑"/>
                <a:cs typeface="微软雅黑"/>
              </a:rPr>
              <a:t>院系</a:t>
            </a:r>
            <a:r>
              <a:rPr sz="1350" b="0" i="0" u="none">
                <a:solidFill>
                  <a:srgbClr val="222A35"/>
                </a:solidFill>
                <a:latin typeface="微软雅黑"/>
                <a:ea typeface="微软雅黑"/>
                <a:cs typeface="微软雅黑"/>
              </a:rPr>
              <a:t>：</a:t>
            </a:r>
            <a:r>
              <a:rPr sz="1350" b="0" i="0" u="none">
                <a:solidFill>
                  <a:srgbClr val="222A35"/>
                </a:solidFill>
                <a:latin typeface="微软雅黑"/>
                <a:ea typeface="微软雅黑"/>
                <a:cs typeface="微软雅黑"/>
              </a:rPr>
              <a:t>厦门大学信息学院计算机系</a:t>
            </a:r>
          </a:p>
        </p:txBody>
      </p:sp>
    </p:spTree>
  </p:cSld>
</p:sldLayout>
</file>

<file path=ppt/slideLayouts/slideLayout13.xml><?xml version="1.0" encoding="utf-8"?>
<p:sldLayout xmlns:p="http://schemas.openxmlformats.org/presentationml/2006/main" type="title" preserve="1">
  <p:cSld name="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6FFAA6D0-F0BD-43EB-9050-10743F5BD862}"/>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F248E648-0E92-40B3-972F-72D817CDE068}"/>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b0761e7f29324a45"/>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A9D3D365-7175-456F-974C-69C315DFD859}"/>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7B85B39C-47C8-4DD9-84D4-F4435DA053AE}"/>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295ECD62-80F4-427F-B68D-457C342335DB}"/>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4E358B94-83DB-477F-AE35-F32F9FD1B524}"/>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b="1" i="0" u="none">
                <a:solidFill>
                  <a:srgbClr val="C00000"/>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B2F2401D-ADF9-433B-83C3-30CA2629A0D3}"/>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FFD94A6B-88F4-4E1B-BDAB-E8C18EDEE64C}"/>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研究现状</a:t>
            </a:r>
          </a:p>
        </p:txBody>
      </p:sp>
      <p:sp>
        <p:nvSpPr>
          <p:cNvPr id="10" name="AutoShape 10">
            <a:extLst xmlns:a="http://schemas.openxmlformats.org/drawingml/2006/main">
              <a:ext uri="{FF2B5EF4-FFF2-40B4-BE49-F238E27FC236}">
                <a16:creationId xmlns:a16="http://schemas.microsoft.com/office/drawing/2014/main" id="{3A31DE9C-DF1A-4460-A591-77FF4F2A4572}"/>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97EE76DB-EFFA-4FA1-BDB1-DC9D1A1D8D99}"/>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研究框架</a:t>
            </a:r>
          </a:p>
        </p:txBody>
      </p:sp>
      <p:sp>
        <p:nvSpPr>
          <p:cNvPr id="11" name="AutoShape 11">
            <a:extLst xmlns:a="http://schemas.openxmlformats.org/drawingml/2006/main">
              <a:ext uri="{FF2B5EF4-FFF2-40B4-BE49-F238E27FC236}">
                <a16:creationId xmlns:a16="http://schemas.microsoft.com/office/drawing/2014/main" id="{06D932FB-5821-4A56-90A0-408C6B14740E}"/>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EA2C2779-5681-4B2D-A829-45688531F653}"/>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a:t>
            </a:r>
          </a:p>
        </p:txBody>
      </p:sp>
      <p:sp>
        <p:nvSpPr>
          <p:cNvPr id="12" name="AutoShape 12">
            <a:extLst xmlns:a="http://schemas.openxmlformats.org/drawingml/2006/main">
              <a:ext uri="{FF2B5EF4-FFF2-40B4-BE49-F238E27FC236}">
                <a16:creationId xmlns:a16="http://schemas.microsoft.com/office/drawing/2014/main" id="{62329D45-5D57-47FF-AD86-09B25F948D2B}"/>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352EF081-9567-4990-849B-293CFD339417}"/>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实验评估</a:t>
            </a:r>
          </a:p>
        </p:txBody>
      </p:sp>
      <p:sp>
        <p:nvSpPr>
          <p:cNvPr id="20" name="AutoShape 12">
            <a:extLst xmlns:a="http://schemas.openxmlformats.org/drawingml/2006/main">
              <a:ext uri="{FF2B5EF4-FFF2-40B4-BE49-F238E27FC236}">
                <a16:creationId xmlns:a16="http://schemas.microsoft.com/office/drawing/2014/main" id="{B89BA6E0-C46B-43BA-B245-1013B4B6CA57}"/>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C34D555D-61AC-4B96-972D-90FA69F374C6}"/>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总结展望</a:t>
            </a:r>
          </a:p>
        </p:txBody>
      </p:sp>
    </p:spTree>
  </p:cSld>
</p:sldLayout>
</file>

<file path=ppt/slideLayouts/slideLayout14.xml><?xml version="1.0" encoding="utf-8"?>
<p:sldLayout xmlns:p="http://schemas.openxmlformats.org/presentationml/2006/main" type="title" preserve="1">
  <p:cSld name="1_内容页-标题">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0E558CDC-0885-4D19-BEFD-434327CAD2E3}"/>
              </a:ext>
            </a:extLst>
          </p:cNvPr>
          <p:cNvSpPr>
            <a:spLocks xmlns:a="http://schemas.openxmlformats.org/drawingml/2006/main" noGrp="1"/>
          </p:cNvSpPr>
          <p:nvPr>
            <p:ph type="body" idx="10" hasCustomPrompt="1"/>
          </p:nvPr>
        </p:nvSpPr>
        <p:spPr>
          <a:xfrm xmlns:a="http://schemas.openxmlformats.org/drawingml/2006/main">
            <a:off x="396240" y="281940"/>
            <a:ext cx="6724650" cy="60071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lvl1pPr marL="0" algn="l">
              <a:lnSpc>
                <a:spcPct val="90000"/>
              </a:lnSpc>
              <a:spcBef>
                <a:spcPts val="0"/>
              </a:spcBef>
              <a:buNone/>
              <a:defRPr sz="2600" b="1" i="0" u="none" cap="none" spc="0">
                <a:solidFill>
                  <a:srgbClr val="093E76"/>
                </a:solidFill>
                <a:latin typeface="微软雅黑"/>
                <a:ea typeface="微软雅黑"/>
                <a:cs typeface="微软雅黑"/>
              </a:defRPr>
            </a:lvl1pPr>
          </a:lstStyle>
          <a:p xmlns:a="http://schemas.openxmlformats.org/drawingml/2006/main">
            <a:pPr indent="0" algn="l">
              <a:lnSpc>
                <a:spcPct val="92000"/>
              </a:lnSpc>
              <a:buNone/>
            </a:pPr>
            <a:r>
              <a:rPr sz="2550" b="1" i="0" u="none">
                <a:solidFill>
                  <a:srgbClr val="093E76"/>
                </a:solidFill>
                <a:latin typeface="微软雅黑"/>
                <a:ea typeface="微软雅黑"/>
                <a:cs typeface="微软雅黑"/>
              </a:rPr>
              <a:t>引言：研究背景</a:t>
            </a:r>
          </a:p>
        </p:txBody>
      </p:sp>
      <p:sp>
        <p:nvSpPr>
          <p:cNvPr id="4" name="Connector 4">
            <a:extLst xmlns:a="http://schemas.openxmlformats.org/drawingml/2006/main">
              <a:ext uri="{FF2B5EF4-FFF2-40B4-BE49-F238E27FC236}">
                <a16:creationId xmlns:a16="http://schemas.microsoft.com/office/drawing/2014/main" id="{AD7B5446-457D-4DBC-9816-9FD3062AE695}"/>
              </a:ext>
            </a:extLst>
          </p:cNvPr>
          <p:cNvSpPr>
            <a:spLocks xmlns:a="http://schemas.openxmlformats.org/drawingml/2006/main" noGrp="1"/>
          </p:cNvSpPr>
          <p:nvPr/>
        </p:nvSpPr>
        <p:spPr>
          <a:xfrm xmlns:a="http://schemas.openxmlformats.org/drawingml/2006/main" rot="-2700000">
            <a:off x="663763" y="222836"/>
            <a:ext cx="1290307" cy="1290307"/>
          </a:xfrm>
          <a:prstGeom xmlns:a="http://schemas.openxmlformats.org/drawingml/2006/main" prst="line">
            <a:avLst/>
          </a:prstGeom>
          <a:noFill xmlns:a="http://schemas.openxmlformats.org/drawingml/2006/main"/>
          <a:ln xmlns:a="http://schemas.openxmlformats.org/drawingml/2006/main" w="9525">
            <a:solidFill>
              <a:srgbClr val="A6A6A6">
                <a:alpha val="100000"/>
              </a:srgbClr>
            </a:solidFill>
            <a:prstDash val="solid"/>
            <a:headEnd type="none" w="med" len="med"/>
            <a:tailEnd type="none" w="med" len="med"/>
          </a:ln>
        </p:spPr>
      </p:sp>
      <p:sp>
        <p:nvSpPr>
          <p:cNvPr id="5" name="Connector 5">
            <a:extLst xmlns:a="http://schemas.openxmlformats.org/drawingml/2006/main">
              <a:ext uri="{FF2B5EF4-FFF2-40B4-BE49-F238E27FC236}">
                <a16:creationId xmlns:a16="http://schemas.microsoft.com/office/drawing/2014/main" id="{5E9F89ED-A9C5-4ADB-919F-5B8531656A9D}"/>
              </a:ext>
            </a:extLst>
          </p:cNvPr>
          <p:cNvSpPr>
            <a:spLocks xmlns:a="http://schemas.openxmlformats.org/drawingml/2006/main" noGrp="1"/>
          </p:cNvSpPr>
          <p:nvPr/>
        </p:nvSpPr>
        <p:spPr>
          <a:xfrm xmlns:a="http://schemas.openxmlformats.org/drawingml/2006/main" rot="-2700000">
            <a:off x="461303" y="711619"/>
            <a:ext cx="312743" cy="312743"/>
          </a:xfrm>
          <a:prstGeom xmlns:a="http://schemas.openxmlformats.org/drawingml/2006/main" prst="line">
            <a:avLst/>
          </a:prstGeom>
          <a:noFill xmlns:a="http://schemas.openxmlformats.org/drawingml/2006/main"/>
          <a:ln xmlns:a="http://schemas.openxmlformats.org/drawingml/2006/main" w="38100">
            <a:solidFill>
              <a:srgbClr val="093E76">
                <a:alpha val="100000"/>
              </a:srgbClr>
            </a:solidFill>
            <a:prstDash val="solid"/>
            <a:headEnd type="none" w="med" len="med"/>
            <a:tailEnd type="none" w="med" len="med"/>
          </a:ln>
        </p:spPr>
      </p:sp>
      <p:sp>
        <p:nvSpPr>
          <p:cNvPr id="6" name="AutoShape 6">
            <a:extLst xmlns:a="http://schemas.openxmlformats.org/drawingml/2006/main">
              <a:ext uri="{FF2B5EF4-FFF2-40B4-BE49-F238E27FC236}">
                <a16:creationId xmlns:a16="http://schemas.microsoft.com/office/drawing/2014/main" id="{C20C7A70-A94C-453F-AB35-A751620C3A62}"/>
              </a:ext>
            </a:extLst>
          </p:cNvPr>
          <p:cNvSpPr>
            <a:spLocks xmlns:a="http://schemas.openxmlformats.org/drawingml/2006/main" noGrp="1"/>
          </p:cNvSpPr>
          <p:nvPr/>
        </p:nvSpPr>
        <p:spPr>
          <a:xfrm xmlns:a="http://schemas.openxmlformats.org/drawingml/2006/main">
            <a:off x="332185" y="6394362"/>
            <a:ext cx="1159430" cy="230832"/>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900" b="0" i="0" u="none">
                <a:solidFill>
                  <a:srgbClr val="808080"/>
                </a:solidFill>
                <a:latin typeface="微软雅黑"/>
                <a:ea typeface="微软雅黑"/>
                <a:cs typeface="微软雅黑"/>
              </a:rPr>
              <a:t>自强不息 止于至善</a:t>
            </a:r>
          </a:p>
        </p:txBody>
      </p:sp>
      <p:pic>
        <p:nvPicPr>
          <p:cNvPr id="7" name="Picture 8"/>
          <p:cNvPicPr>
            <a:picLocks xmlns:a="http://schemas.openxmlformats.org/drawingml/2006/main" noChangeAspect="1"/>
          </p:cNvPicPr>
          <p:nvPr/>
        </p:nvPicPr>
        <p:blipFill>
          <a:blip xmlns:r="http://schemas.openxmlformats.org/officeDocument/2006/relationships" xmlns:a="http://schemas.openxmlformats.org/drawingml/2006/main" r:embed="R9e3589f749444fea"/>
          <a:srcRect xmlns:a="http://schemas.openxmlformats.org/drawingml/2006/main" l="0" t="0" r="0" b="0"/>
          <a:stretch xmlns:a="http://schemas.openxmlformats.org/drawingml/2006/main">
            <a:fillRect l="0" t="0" r="0" b="0"/>
          </a:stretch>
        </p:blipFill>
        <p:spPr>
          <a:xfrm xmlns:a="http://schemas.openxmlformats.org/drawingml/2006/main">
            <a:off x="7168967" y="318460"/>
            <a:ext cx="1642776" cy="467735"/>
          </a:xfrm>
          <a:prstGeom xmlns:a="http://schemas.openxmlformats.org/drawingml/2006/main" prst="rect">
            <a:avLst/>
          </a:prstGeom>
          <a:ln xmlns:a="http://schemas.openxmlformats.org/drawingml/2006/main" w="9525">
            <a:noFill/>
            <a:prstDash val="solid"/>
          </a:ln>
        </p:spPr>
      </p:pic>
      <p:sp>
        <p:nvSpPr>
          <p:cNvPr id="9" name="AutoShape 9">
            <a:extLst xmlns:a="http://schemas.openxmlformats.org/drawingml/2006/main">
              <a:ext uri="{FF2B5EF4-FFF2-40B4-BE49-F238E27FC236}">
                <a16:creationId xmlns:a16="http://schemas.microsoft.com/office/drawing/2014/main" id="{59153CE6-DD18-495D-90F3-3716072309BF}"/>
              </a:ext>
            </a:extLst>
          </p:cNvPr>
          <p:cNvSpPr>
            <a:spLocks xmlns:a="http://schemas.openxmlformats.org/drawingml/2006/main" noGrp="1"/>
          </p:cNvSpPr>
          <p:nvPr>
            <p:ph type="body" idx="12" hasCustomPrompt="1"/>
          </p:nvPr>
        </p:nvSpPr>
        <p:spPr>
          <a:xfrm xmlns:a="http://schemas.openxmlformats.org/drawingml/2006/main">
            <a:off x="7086600" y="6565804"/>
            <a:ext cx="2057400" cy="292196"/>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lvl1pPr algn="r">
              <a:lnSpc>
                <a:spcPct val="100000"/>
              </a:lnSpc>
              <a:buNone/>
              <a:defRPr sz="1500" b="0" i="0" u="none" spc="0">
                <a:solidFill>
                  <a:srgbClr val="808080">
                    <a:alpha val="100000"/>
                  </a:srgbClr>
                </a:solidFill>
                <a:latin typeface="微软雅黑"/>
                <a:ea typeface="微软雅黑"/>
                <a:cs typeface="微软雅黑"/>
              </a:defRPr>
            </a:lvl1pPr>
          </a:lstStyle>
          <a:p xmlns:a="http://schemas.openxmlformats.org/drawingml/2006/main">
            <a:pPr indent="0" algn="r">
              <a:lnSpc>
                <a:spcPct val="100000"/>
              </a:lnSpc>
              <a:buNone/>
            </a:pPr>
            <a:r>
              <a:rPr sz="1575" b="0" i="0" u="none">
                <a:solidFill>
                  <a:srgbClr val="808080"/>
                </a:solidFill>
                <a:latin typeface="微软雅黑"/>
                <a:ea typeface="微软雅黑"/>
                <a:cs typeface="微软雅黑"/>
              </a:rPr>
              <a:t>‹#›</a:t>
            </a:r>
          </a:p>
        </p:txBody>
      </p:sp>
      <p:sp>
        <p:nvSpPr>
          <p:cNvPr id="19" name="Content Placeholder 3">
            <a:extLst xmlns:a="http://schemas.openxmlformats.org/drawingml/2006/main">
              <a:ext uri="{FF2B5EF4-FFF2-40B4-BE49-F238E27FC236}">
                <a16:creationId xmlns:a16="http://schemas.microsoft.com/office/drawing/2014/main" id="{A7035B6B-A60F-40D6-AA05-E436B78F43C9}"/>
              </a:ext>
            </a:extLst>
          </p:cNvPr>
          <p:cNvSpPr>
            <a:spLocks xmlns:a="http://schemas.openxmlformats.org/drawingml/2006/main" noGrp="1"/>
          </p:cNvSpPr>
          <p:nvPr>
            <p:ph idx="13"/>
          </p:nvPr>
        </p:nvSpPr>
        <p:spPr>
          <a:xfrm xmlns:a="http://schemas.openxmlformats.org/drawingml/2006/main">
            <a:off x="396531" y="1212850"/>
            <a:ext cx="8415212" cy="4820770"/>
          </a:xfrm>
          <a:prstGeom xmlns:a="http://schemas.openxmlformats.org/drawingml/2006/main" prst="rect">
            <a:avLst/>
          </a:prstGeom>
          <a:solidFill xmlns:a="http://schemas.openxmlformats.org/drawingml/2006/main">
            <a:schemeClr val="accent5">
              <a:lumMod val="20000"/>
              <a:lumOff val="80000"/>
            </a:schemeClr>
          </a:solidFill>
          <a:ln xmlns:a="http://schemas.openxmlformats.org/drawingml/2006/main">
            <a:solidFill>
              <a:schemeClr val="accent1"/>
            </a:solidFill>
          </a:ln>
        </p:spPr>
        <p:txBody>
          <a:bodyPr xmlns:a="http://schemas.openxmlformats.org/drawingml/2006/main"/>
          <a:lstStyle xmlns:a="http://schemas.openxmlformats.org/drawingml/2006/main">
            <a:lvl1pPr marL="349250" indent="-349250">
              <a:lnSpc>
                <a:spcPct val="110000"/>
              </a:lnSpc>
              <a:buChar char="q"/>
              <a:defRPr sz="2000" b="1">
                <a:solidFill>
                  <a:srgbClr val="102E66"/>
                </a:solidFill>
                <a:latin typeface="微软雅黑"/>
                <a:ea typeface="微软雅黑"/>
                <a:cs typeface="微软雅黑"/>
              </a:defRPr>
            </a:lvl1pPr>
            <a:lvl2pPr marL="805180" indent="-347980">
              <a:lnSpc>
                <a:spcPct val="110000"/>
              </a:lnSpc>
              <a:buChar char="Ø"/>
              <a:defRPr sz="1800">
                <a:solidFill>
                  <a:srgbClr val="102E66"/>
                </a:solidFill>
                <a:latin typeface="微软雅黑"/>
                <a:ea typeface="微软雅黑"/>
                <a:cs typeface="微软雅黑"/>
              </a:defRPr>
            </a:lvl2pPr>
            <a:lvl3pPr marL="1260475" indent="-346075">
              <a:lnSpc>
                <a:spcPct val="110000"/>
              </a:lnSpc>
              <a:buChar char="§"/>
              <a:defRPr sz="1600">
                <a:solidFill>
                  <a:srgbClr val="102E66"/>
                </a:solidFill>
                <a:latin typeface="微软雅黑"/>
                <a:ea typeface="微软雅黑"/>
                <a:cs typeface="微软雅黑"/>
              </a:defRPr>
            </a:lvl3pPr>
            <a:lvl4pPr marL="1600200" indent="-228600">
              <a:buChar char="q"/>
              <a:defRPr>
                <a:latin typeface="微软雅黑"/>
                <a:ea typeface="微软雅黑"/>
                <a:cs typeface="微软雅黑"/>
              </a:defRPr>
            </a:lvl4pPr>
            <a:lvl5pPr marL="2057400" indent="-228600">
              <a:buChar char="q"/>
              <a:defRPr>
                <a:latin typeface="微软雅黑"/>
                <a:ea typeface="微软雅黑"/>
                <a:cs typeface="微软雅黑"/>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spTree>
  </p:cSld>
</p:sldLayout>
</file>

<file path=ppt/slideLayouts/slideLayout15.xml><?xml version="1.0" encoding="utf-8"?>
<p:sldLayout xmlns:p="http://schemas.openxmlformats.org/presentationml/2006/main" type="title" preserve="1">
  <p:cSld name="1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D9A43A04-7EEB-4A56-8F1E-CAA99372D7B1}"/>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AF401EDA-A68E-4E25-9B21-06C919541FBC}"/>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b2056b5152574201"/>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FAB4770C-0857-4AD2-A8AB-BBED02EF5298}"/>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753248FF-E6A6-4E12-93FF-8BE9D93BDCB4}"/>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69E14401-6065-4E8A-A538-4E92EE1FFE9E}"/>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6E710BED-167B-425D-9F61-D206F69052F4}"/>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20" name="AutoShape 12">
            <a:extLst xmlns:a="http://schemas.openxmlformats.org/drawingml/2006/main">
              <a:ext uri="{FF2B5EF4-FFF2-40B4-BE49-F238E27FC236}">
                <a16:creationId xmlns:a16="http://schemas.microsoft.com/office/drawing/2014/main" id="{F789DA85-E016-44FD-A800-53293B393B09}"/>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D6CCDF14-2C82-40E9-93D5-62062E7FD4A2}"/>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总结展望</a:t>
            </a:r>
          </a:p>
        </p:txBody>
      </p:sp>
      <p:sp>
        <p:nvSpPr>
          <p:cNvPr id="19" name="AutoShape 9">
            <a:extLst xmlns:a="http://schemas.openxmlformats.org/drawingml/2006/main">
              <a:ext uri="{FF2B5EF4-FFF2-40B4-BE49-F238E27FC236}">
                <a16:creationId xmlns:a16="http://schemas.microsoft.com/office/drawing/2014/main" id="{2B2B76EB-B219-4766-B5F4-5C59D75F9770}"/>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24" name="AutoShape 14">
            <a:extLst xmlns:a="http://schemas.openxmlformats.org/drawingml/2006/main">
              <a:ext uri="{FF2B5EF4-FFF2-40B4-BE49-F238E27FC236}">
                <a16:creationId xmlns:a16="http://schemas.microsoft.com/office/drawing/2014/main" id="{10C7ABCC-39DB-4095-BEF4-FD6BFC01EAFF}"/>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研究现状</a:t>
            </a:r>
          </a:p>
        </p:txBody>
      </p:sp>
      <p:sp>
        <p:nvSpPr>
          <p:cNvPr id="30" name="AutoShape 10">
            <a:extLst xmlns:a="http://schemas.openxmlformats.org/drawingml/2006/main">
              <a:ext uri="{FF2B5EF4-FFF2-40B4-BE49-F238E27FC236}">
                <a16:creationId xmlns:a16="http://schemas.microsoft.com/office/drawing/2014/main" id="{0C9A9E5E-E6F1-4413-8E02-81329BADDC3A}"/>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31" name="AutoShape 15">
            <a:extLst xmlns:a="http://schemas.openxmlformats.org/drawingml/2006/main">
              <a:ext uri="{FF2B5EF4-FFF2-40B4-BE49-F238E27FC236}">
                <a16:creationId xmlns:a16="http://schemas.microsoft.com/office/drawing/2014/main" id="{1C6C15FD-058D-46C6-BD16-816D50FFEEDA}"/>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研究框架</a:t>
            </a:r>
          </a:p>
        </p:txBody>
      </p:sp>
      <p:sp>
        <p:nvSpPr>
          <p:cNvPr id="33" name="AutoShape 11">
            <a:extLst xmlns:a="http://schemas.openxmlformats.org/drawingml/2006/main">
              <a:ext uri="{FF2B5EF4-FFF2-40B4-BE49-F238E27FC236}">
                <a16:creationId xmlns:a16="http://schemas.microsoft.com/office/drawing/2014/main" id="{B5006403-BBC5-46B4-BA05-DC0DE7E85A69}"/>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34" name="AutoShape 16">
            <a:extLst xmlns:a="http://schemas.openxmlformats.org/drawingml/2006/main">
              <a:ext uri="{FF2B5EF4-FFF2-40B4-BE49-F238E27FC236}">
                <a16:creationId xmlns:a16="http://schemas.microsoft.com/office/drawing/2014/main" id="{D185CD03-F68F-45F4-9AF1-594467A2F304}"/>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a:t>
            </a:r>
          </a:p>
        </p:txBody>
      </p:sp>
      <p:sp>
        <p:nvSpPr>
          <p:cNvPr id="36" name="AutoShape 12">
            <a:extLst xmlns:a="http://schemas.openxmlformats.org/drawingml/2006/main">
              <a:ext uri="{FF2B5EF4-FFF2-40B4-BE49-F238E27FC236}">
                <a16:creationId xmlns:a16="http://schemas.microsoft.com/office/drawing/2014/main" id="{F9FC13D4-57CF-4873-8138-E1AC7D31C693}"/>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37" name="AutoShape 17">
            <a:extLst xmlns:a="http://schemas.openxmlformats.org/drawingml/2006/main">
              <a:ext uri="{FF2B5EF4-FFF2-40B4-BE49-F238E27FC236}">
                <a16:creationId xmlns:a16="http://schemas.microsoft.com/office/drawing/2014/main" id="{CE8D625C-117B-4BB9-97E3-6449459FE03C}"/>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实验评估</a:t>
            </a:r>
          </a:p>
        </p:txBody>
      </p:sp>
    </p:spTree>
  </p:cSld>
</p:sldLayout>
</file>

<file path=ppt/slideLayouts/slideLayout16.xml><?xml version="1.0" encoding="utf-8"?>
<p:sldLayout xmlns:p="http://schemas.openxmlformats.org/presentationml/2006/main" type="title" preserve="1">
  <p:cSld name="2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FA562377-82A9-47B2-9952-A1EFFE9876B9}"/>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913D6B97-5137-48AF-B804-8A95AA2B5B4A}"/>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4d49b6eaeac840c4"/>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76247A88-CFCA-4285-9F72-B337DB8424A7}"/>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AE414287-7AD3-412C-80F2-550679B5A1C4}"/>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0882078E-2ED4-42F2-ADA8-B7F6DA25258D}"/>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A69A8AFE-E4AB-4479-B176-E01336ACCCD2}"/>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20" name="AutoShape 12">
            <a:extLst xmlns:a="http://schemas.openxmlformats.org/drawingml/2006/main">
              <a:ext uri="{FF2B5EF4-FFF2-40B4-BE49-F238E27FC236}">
                <a16:creationId xmlns:a16="http://schemas.microsoft.com/office/drawing/2014/main" id="{13BB0B3C-DEFE-4274-9FBA-F5F2A6040245}"/>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6FD8B769-9B56-4FAC-BF1F-79B964097DB9}"/>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总结展望</a:t>
            </a:r>
          </a:p>
        </p:txBody>
      </p:sp>
      <p:sp>
        <p:nvSpPr>
          <p:cNvPr id="39" name="AutoShape 9">
            <a:extLst xmlns:a="http://schemas.openxmlformats.org/drawingml/2006/main">
              <a:ext uri="{FF2B5EF4-FFF2-40B4-BE49-F238E27FC236}">
                <a16:creationId xmlns:a16="http://schemas.microsoft.com/office/drawing/2014/main" id="{888479CF-6294-4FDB-BB69-53BCF8A38673}"/>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40" name="AutoShape 14">
            <a:extLst xmlns:a="http://schemas.openxmlformats.org/drawingml/2006/main">
              <a:ext uri="{FF2B5EF4-FFF2-40B4-BE49-F238E27FC236}">
                <a16:creationId xmlns:a16="http://schemas.microsoft.com/office/drawing/2014/main" id="{3ADDB0CC-8635-4F3C-B485-1759F8698ECD}"/>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研究现状</a:t>
            </a:r>
          </a:p>
        </p:txBody>
      </p:sp>
      <p:sp>
        <p:nvSpPr>
          <p:cNvPr id="42" name="AutoShape 10">
            <a:extLst xmlns:a="http://schemas.openxmlformats.org/drawingml/2006/main">
              <a:ext uri="{FF2B5EF4-FFF2-40B4-BE49-F238E27FC236}">
                <a16:creationId xmlns:a16="http://schemas.microsoft.com/office/drawing/2014/main" id="{98E22BAB-5BBB-4480-89C6-09B341A06DDC}"/>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43" name="AutoShape 15">
            <a:extLst xmlns:a="http://schemas.openxmlformats.org/drawingml/2006/main">
              <a:ext uri="{FF2B5EF4-FFF2-40B4-BE49-F238E27FC236}">
                <a16:creationId xmlns:a16="http://schemas.microsoft.com/office/drawing/2014/main" id="{61A8429D-6ADB-4F4F-A7EB-19390AE7DD76}"/>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研究框架</a:t>
            </a:r>
          </a:p>
        </p:txBody>
      </p:sp>
      <p:sp>
        <p:nvSpPr>
          <p:cNvPr id="45" name="AutoShape 11">
            <a:extLst xmlns:a="http://schemas.openxmlformats.org/drawingml/2006/main">
              <a:ext uri="{FF2B5EF4-FFF2-40B4-BE49-F238E27FC236}">
                <a16:creationId xmlns:a16="http://schemas.microsoft.com/office/drawing/2014/main" id="{80206DA7-0093-40A1-8AAB-6B65ED7E02F8}"/>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46" name="AutoShape 16">
            <a:extLst xmlns:a="http://schemas.openxmlformats.org/drawingml/2006/main">
              <a:ext uri="{FF2B5EF4-FFF2-40B4-BE49-F238E27FC236}">
                <a16:creationId xmlns:a16="http://schemas.microsoft.com/office/drawing/2014/main" id="{200E8507-8BEB-4ED8-8DB8-A172B3715498}"/>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a:t>
            </a:r>
          </a:p>
        </p:txBody>
      </p:sp>
      <p:sp>
        <p:nvSpPr>
          <p:cNvPr id="48" name="AutoShape 12">
            <a:extLst xmlns:a="http://schemas.openxmlformats.org/drawingml/2006/main">
              <a:ext uri="{FF2B5EF4-FFF2-40B4-BE49-F238E27FC236}">
                <a16:creationId xmlns:a16="http://schemas.microsoft.com/office/drawing/2014/main" id="{9CE4D8DF-3ABE-4591-A747-4DE11D738BFC}"/>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49" name="AutoShape 17">
            <a:extLst xmlns:a="http://schemas.openxmlformats.org/drawingml/2006/main">
              <a:ext uri="{FF2B5EF4-FFF2-40B4-BE49-F238E27FC236}">
                <a16:creationId xmlns:a16="http://schemas.microsoft.com/office/drawing/2014/main" id="{86C2326D-A81F-4D17-8DEF-FB96F87172B4}"/>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实验评估</a:t>
            </a:r>
          </a:p>
        </p:txBody>
      </p:sp>
    </p:spTree>
  </p:cSld>
</p:sldLayout>
</file>

<file path=ppt/slideLayouts/slideLayout17.xml><?xml version="1.0" encoding="utf-8"?>
<p:sldLayout xmlns:p="http://schemas.openxmlformats.org/presentationml/2006/main" type="title" preserve="1">
  <p:cSld name="3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E12D9B58-5008-4FB3-AEBC-D76C3C08CA39}"/>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8CA24CDE-0CCB-42F5-BE21-65889F31925D}"/>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4ef32cbb621d4238"/>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1CE07936-FF4B-438C-AFE1-A4482F6C1185}"/>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E5B7D662-C9AD-485B-AB81-44BDEFB7FFF6}"/>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7BCFADDE-13CB-45FF-BE7C-92691D8A49F0}"/>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D3ED2FDD-B373-49D3-8C3E-F814F59917CB}"/>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20" name="AutoShape 12">
            <a:extLst xmlns:a="http://schemas.openxmlformats.org/drawingml/2006/main">
              <a:ext uri="{FF2B5EF4-FFF2-40B4-BE49-F238E27FC236}">
                <a16:creationId xmlns:a16="http://schemas.microsoft.com/office/drawing/2014/main" id="{8D2E23BD-3B42-472B-8599-2ED009D8A7BB}"/>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B747A8D5-389F-4C7D-BD8B-F7B49BF7F043}"/>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总结展望</a:t>
            </a:r>
          </a:p>
        </p:txBody>
      </p:sp>
      <p:sp>
        <p:nvSpPr>
          <p:cNvPr id="19" name="AutoShape 9">
            <a:extLst xmlns:a="http://schemas.openxmlformats.org/drawingml/2006/main">
              <a:ext uri="{FF2B5EF4-FFF2-40B4-BE49-F238E27FC236}">
                <a16:creationId xmlns:a16="http://schemas.microsoft.com/office/drawing/2014/main" id="{865B9A85-F1E7-4655-ACD0-D145A45D67FC}"/>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24" name="AutoShape 14">
            <a:extLst xmlns:a="http://schemas.openxmlformats.org/drawingml/2006/main">
              <a:ext uri="{FF2B5EF4-FFF2-40B4-BE49-F238E27FC236}">
                <a16:creationId xmlns:a16="http://schemas.microsoft.com/office/drawing/2014/main" id="{D58F299D-1AAC-439E-84C0-EF78725ACED6}"/>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研究现状</a:t>
            </a:r>
          </a:p>
        </p:txBody>
      </p:sp>
      <p:sp>
        <p:nvSpPr>
          <p:cNvPr id="30" name="AutoShape 10">
            <a:extLst xmlns:a="http://schemas.openxmlformats.org/drawingml/2006/main">
              <a:ext uri="{FF2B5EF4-FFF2-40B4-BE49-F238E27FC236}">
                <a16:creationId xmlns:a16="http://schemas.microsoft.com/office/drawing/2014/main" id="{2FA06679-25EE-48C8-AAF0-AD962BCEC32F}"/>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31" name="AutoShape 15">
            <a:extLst xmlns:a="http://schemas.openxmlformats.org/drawingml/2006/main">
              <a:ext uri="{FF2B5EF4-FFF2-40B4-BE49-F238E27FC236}">
                <a16:creationId xmlns:a16="http://schemas.microsoft.com/office/drawing/2014/main" id="{A980BEE4-1C4F-4DB7-8BD5-233D6784C979}"/>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研究框架</a:t>
            </a:r>
          </a:p>
        </p:txBody>
      </p:sp>
      <p:sp>
        <p:nvSpPr>
          <p:cNvPr id="33" name="AutoShape 11">
            <a:extLst xmlns:a="http://schemas.openxmlformats.org/drawingml/2006/main">
              <a:ext uri="{FF2B5EF4-FFF2-40B4-BE49-F238E27FC236}">
                <a16:creationId xmlns:a16="http://schemas.microsoft.com/office/drawing/2014/main" id="{DE4D3310-1C43-4CFA-A2EC-C2E2829B1F80}"/>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34" name="AutoShape 16">
            <a:extLst xmlns:a="http://schemas.openxmlformats.org/drawingml/2006/main">
              <a:ext uri="{FF2B5EF4-FFF2-40B4-BE49-F238E27FC236}">
                <a16:creationId xmlns:a16="http://schemas.microsoft.com/office/drawing/2014/main" id="{85FF3945-5D37-47B0-8F38-DE77D5F9B45F}"/>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研究内容</a:t>
            </a:r>
          </a:p>
        </p:txBody>
      </p:sp>
      <p:sp>
        <p:nvSpPr>
          <p:cNvPr id="36" name="AutoShape 12">
            <a:extLst xmlns:a="http://schemas.openxmlformats.org/drawingml/2006/main">
              <a:ext uri="{FF2B5EF4-FFF2-40B4-BE49-F238E27FC236}">
                <a16:creationId xmlns:a16="http://schemas.microsoft.com/office/drawing/2014/main" id="{FCFF83AF-5C13-49D9-A06C-214072898201}"/>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37" name="AutoShape 17">
            <a:extLst xmlns:a="http://schemas.openxmlformats.org/drawingml/2006/main">
              <a:ext uri="{FF2B5EF4-FFF2-40B4-BE49-F238E27FC236}">
                <a16:creationId xmlns:a16="http://schemas.microsoft.com/office/drawing/2014/main" id="{0BBB260B-90F7-46FA-AA08-0CB00EEAA310}"/>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实验评估</a:t>
            </a:r>
          </a:p>
        </p:txBody>
      </p:sp>
    </p:spTree>
  </p:cSld>
</p:sldLayout>
</file>

<file path=ppt/slideLayouts/slideLayout18.xml><?xml version="1.0" encoding="utf-8"?>
<p:sldLayout xmlns:p="http://schemas.openxmlformats.org/presentationml/2006/main" type="title" preserve="1">
  <p:cSld name="4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FAECC781-DEE6-436D-8C5E-3B56A35C9D72}"/>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F761A315-EC56-4D04-A40A-AF6C88C041F3}"/>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7250d2daa8104107"/>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14546B11-F032-4D4A-B57B-A640675F82BC}"/>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E761545E-4F9B-4A10-8AB2-5F77732C7564}"/>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CC4E1F15-7685-4301-AE50-511DCE8D1C09}"/>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9C3AD35B-1C3C-40B8-8BA3-DA25F0BF53C6}"/>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20" name="AutoShape 12">
            <a:extLst xmlns:a="http://schemas.openxmlformats.org/drawingml/2006/main">
              <a:ext uri="{FF2B5EF4-FFF2-40B4-BE49-F238E27FC236}">
                <a16:creationId xmlns:a16="http://schemas.microsoft.com/office/drawing/2014/main" id="{D14FDAF0-DF59-4A6E-A1D3-377710231265}"/>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CF4CD6E6-2DA9-482C-84B1-0BBFD6342560}"/>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总结展望</a:t>
            </a:r>
          </a:p>
        </p:txBody>
      </p:sp>
      <p:sp>
        <p:nvSpPr>
          <p:cNvPr id="19" name="AutoShape 9">
            <a:extLst xmlns:a="http://schemas.openxmlformats.org/drawingml/2006/main">
              <a:ext uri="{FF2B5EF4-FFF2-40B4-BE49-F238E27FC236}">
                <a16:creationId xmlns:a16="http://schemas.microsoft.com/office/drawing/2014/main" id="{D964669A-A718-4F76-8A97-FC62A8469CF8}"/>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24" name="AutoShape 14">
            <a:extLst xmlns:a="http://schemas.openxmlformats.org/drawingml/2006/main">
              <a:ext uri="{FF2B5EF4-FFF2-40B4-BE49-F238E27FC236}">
                <a16:creationId xmlns:a16="http://schemas.microsoft.com/office/drawing/2014/main" id="{2F72FE0B-CF08-4A2C-8925-80D45FD07805}"/>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研究现状</a:t>
            </a:r>
          </a:p>
        </p:txBody>
      </p:sp>
      <p:sp>
        <p:nvSpPr>
          <p:cNvPr id="30" name="AutoShape 10">
            <a:extLst xmlns:a="http://schemas.openxmlformats.org/drawingml/2006/main">
              <a:ext uri="{FF2B5EF4-FFF2-40B4-BE49-F238E27FC236}">
                <a16:creationId xmlns:a16="http://schemas.microsoft.com/office/drawing/2014/main" id="{77452196-C7E8-4102-8D6B-9C6B503A03D1}"/>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31" name="AutoShape 15">
            <a:extLst xmlns:a="http://schemas.openxmlformats.org/drawingml/2006/main">
              <a:ext uri="{FF2B5EF4-FFF2-40B4-BE49-F238E27FC236}">
                <a16:creationId xmlns:a16="http://schemas.microsoft.com/office/drawing/2014/main" id="{8CAF3352-0593-473D-B5B7-CC4966EFECED}"/>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研究框架</a:t>
            </a:r>
          </a:p>
        </p:txBody>
      </p:sp>
      <p:sp>
        <p:nvSpPr>
          <p:cNvPr id="33" name="AutoShape 11">
            <a:extLst xmlns:a="http://schemas.openxmlformats.org/drawingml/2006/main">
              <a:ext uri="{FF2B5EF4-FFF2-40B4-BE49-F238E27FC236}">
                <a16:creationId xmlns:a16="http://schemas.microsoft.com/office/drawing/2014/main" id="{4A2286FA-A10F-49BF-843C-9852E4AEA08D}"/>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34" name="AutoShape 16">
            <a:extLst xmlns:a="http://schemas.openxmlformats.org/drawingml/2006/main">
              <a:ext uri="{FF2B5EF4-FFF2-40B4-BE49-F238E27FC236}">
                <a16:creationId xmlns:a16="http://schemas.microsoft.com/office/drawing/2014/main" id="{01BF1591-E0F0-415B-A7C5-99C09E6D89D0}"/>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a:t>
            </a:r>
          </a:p>
        </p:txBody>
      </p:sp>
      <p:sp>
        <p:nvSpPr>
          <p:cNvPr id="36" name="AutoShape 12">
            <a:extLst xmlns:a="http://schemas.openxmlformats.org/drawingml/2006/main">
              <a:ext uri="{FF2B5EF4-FFF2-40B4-BE49-F238E27FC236}">
                <a16:creationId xmlns:a16="http://schemas.microsoft.com/office/drawing/2014/main" id="{CC1C3BB2-C715-4A10-80E2-17D153F80313}"/>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37" name="AutoShape 17">
            <a:extLst xmlns:a="http://schemas.openxmlformats.org/drawingml/2006/main">
              <a:ext uri="{FF2B5EF4-FFF2-40B4-BE49-F238E27FC236}">
                <a16:creationId xmlns:a16="http://schemas.microsoft.com/office/drawing/2014/main" id="{5C4C8FE6-D12D-4512-A115-CBFD155EB879}"/>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b="1" i="0" u="none">
                <a:solidFill>
                  <a:srgbClr val="C00000"/>
                </a:solidFill>
                <a:latin typeface="微软雅黑"/>
                <a:ea typeface="微软雅黑"/>
                <a:cs typeface="微软雅黑"/>
              </a:rPr>
              <a:t>实验评估</a:t>
            </a:r>
          </a:p>
        </p:txBody>
      </p:sp>
    </p:spTree>
  </p:cSld>
</p:sldLayout>
</file>

<file path=ppt/slideLayouts/slideLayout19.xml><?xml version="1.0" encoding="utf-8"?>
<p:sldLayout xmlns:p="http://schemas.openxmlformats.org/presentationml/2006/main" type="title" preserve="1">
  <p:cSld name="10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8EE501BA-B047-4E25-9144-730B6225BC02}"/>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47C40C42-42DB-47BC-BC81-A0B8AC3A5E55}"/>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a7a885df6f1b42ca"/>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DD9CD101-D3F3-4B1B-B327-00F3D2E7D250}"/>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1BBCBCA0-DA10-4414-AF38-50B1527955A3}"/>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9EB409FB-D35C-4BBD-AE92-4FF3E1A94C5A}"/>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685B64AA-A45D-4AEB-A67D-A856A60AF1E7}"/>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20" name="AutoShape 12">
            <a:extLst xmlns:a="http://schemas.openxmlformats.org/drawingml/2006/main">
              <a:ext uri="{FF2B5EF4-FFF2-40B4-BE49-F238E27FC236}">
                <a16:creationId xmlns:a16="http://schemas.microsoft.com/office/drawing/2014/main" id="{91B45918-48DE-4433-921E-8B374052962F}"/>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774AD06E-3C39-4C68-8894-DFF6087598CD}"/>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b="1" i="0" u="none">
                <a:solidFill>
                  <a:srgbClr val="C00000"/>
                </a:solidFill>
                <a:latin typeface="微软雅黑"/>
                <a:ea typeface="微软雅黑"/>
                <a:cs typeface="微软雅黑"/>
              </a:rPr>
              <a:t>总结展望</a:t>
            </a:r>
          </a:p>
        </p:txBody>
      </p:sp>
      <p:sp>
        <p:nvSpPr>
          <p:cNvPr id="19" name="AutoShape 9">
            <a:extLst xmlns:a="http://schemas.openxmlformats.org/drawingml/2006/main">
              <a:ext uri="{FF2B5EF4-FFF2-40B4-BE49-F238E27FC236}">
                <a16:creationId xmlns:a16="http://schemas.microsoft.com/office/drawing/2014/main" id="{FDED00CD-C00E-4B58-931F-66F868F88555}"/>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24" name="AutoShape 14">
            <a:extLst xmlns:a="http://schemas.openxmlformats.org/drawingml/2006/main">
              <a:ext uri="{FF2B5EF4-FFF2-40B4-BE49-F238E27FC236}">
                <a16:creationId xmlns:a16="http://schemas.microsoft.com/office/drawing/2014/main" id="{9FF630BE-0C76-440D-9CC8-F630E4E9DF9F}"/>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研究现状</a:t>
            </a:r>
          </a:p>
        </p:txBody>
      </p:sp>
      <p:sp>
        <p:nvSpPr>
          <p:cNvPr id="30" name="AutoShape 10">
            <a:extLst xmlns:a="http://schemas.openxmlformats.org/drawingml/2006/main">
              <a:ext uri="{FF2B5EF4-FFF2-40B4-BE49-F238E27FC236}">
                <a16:creationId xmlns:a16="http://schemas.microsoft.com/office/drawing/2014/main" id="{92302794-1C0C-4B26-AED7-EF0030234DF5}"/>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31" name="AutoShape 15">
            <a:extLst xmlns:a="http://schemas.openxmlformats.org/drawingml/2006/main">
              <a:ext uri="{FF2B5EF4-FFF2-40B4-BE49-F238E27FC236}">
                <a16:creationId xmlns:a16="http://schemas.microsoft.com/office/drawing/2014/main" id="{8FAC4CF2-EB35-47DA-A665-53B6C3A38CD7}"/>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研究框架</a:t>
            </a:r>
          </a:p>
        </p:txBody>
      </p:sp>
      <p:sp>
        <p:nvSpPr>
          <p:cNvPr id="33" name="AutoShape 11">
            <a:extLst xmlns:a="http://schemas.openxmlformats.org/drawingml/2006/main">
              <a:ext uri="{FF2B5EF4-FFF2-40B4-BE49-F238E27FC236}">
                <a16:creationId xmlns:a16="http://schemas.microsoft.com/office/drawing/2014/main" id="{5D1A4F03-8E9E-4427-8219-D48B792767B1}"/>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34" name="AutoShape 16">
            <a:extLst xmlns:a="http://schemas.openxmlformats.org/drawingml/2006/main">
              <a:ext uri="{FF2B5EF4-FFF2-40B4-BE49-F238E27FC236}">
                <a16:creationId xmlns:a16="http://schemas.microsoft.com/office/drawing/2014/main" id="{089A9F68-F232-4F8B-A450-D20903862C53}"/>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a:t>
            </a:r>
          </a:p>
        </p:txBody>
      </p:sp>
      <p:sp>
        <p:nvSpPr>
          <p:cNvPr id="36" name="AutoShape 12">
            <a:extLst xmlns:a="http://schemas.openxmlformats.org/drawingml/2006/main">
              <a:ext uri="{FF2B5EF4-FFF2-40B4-BE49-F238E27FC236}">
                <a16:creationId xmlns:a16="http://schemas.microsoft.com/office/drawing/2014/main" id="{7E5634F3-787B-4510-81F0-79F311A5D5FA}"/>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37" name="AutoShape 17">
            <a:extLst xmlns:a="http://schemas.openxmlformats.org/drawingml/2006/main">
              <a:ext uri="{FF2B5EF4-FFF2-40B4-BE49-F238E27FC236}">
                <a16:creationId xmlns:a16="http://schemas.microsoft.com/office/drawing/2014/main" id="{DD0DA9DA-1F20-447E-B23A-9769E18D82A2}"/>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实验评估</a:t>
            </a:r>
          </a:p>
        </p:txBody>
      </p:sp>
    </p:spTree>
  </p:cSld>
</p:sldLayout>
</file>

<file path=ppt/slideLayouts/slideLayout20.xml><?xml version="1.0" encoding="utf-8"?>
<p:sldLayout xmlns:p="http://schemas.openxmlformats.org/presentationml/2006/main" type="title" preserve="1">
  <p:cSld name="Custom Layout">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b87c62fcdb3049d6">
            <a:alphaModFix amt="70000"/>
          </a:blip>
          <a:srcRect xmlns:a="http://schemas.openxmlformats.org/drawingml/2006/main" l="0" t="0" r="0" b="0"/>
          <a:stretch xmlns:a="http://schemas.openxmlformats.org/drawingml/2006/main">
            <a:fillRect l="0" t="0" r="0" b="0"/>
          </a:stretch>
        </p:blipFill>
        <p:spPr>
          <a:xfrm xmlns:a="http://schemas.openxmlformats.org/drawingml/2006/main">
            <a:off x="0" y="4477189"/>
            <a:ext cx="9144000" cy="2380811"/>
          </a:xfrm>
          <a:prstGeom xmlns:a="http://schemas.openxmlformats.org/drawingml/2006/main" prst="rect">
            <a:avLst/>
          </a:prstGeom>
          <a:ln xmlns:a="http://schemas.openxmlformats.org/drawingml/2006/main" w="9525">
            <a:noFill/>
            <a:prstDash val="solid"/>
          </a:ln>
        </p:spPr>
      </p:pic>
      <p:pic>
        <p:nvPicPr>
          <p:cNvPr id="2" name="Picture 3"/>
          <p:cNvPicPr>
            <a:picLocks xmlns:a="http://schemas.openxmlformats.org/drawingml/2006/main" noChangeAspect="1"/>
          </p:cNvPicPr>
          <p:nvPr/>
        </p:nvPicPr>
        <p:blipFill>
          <a:blip xmlns:r="http://schemas.openxmlformats.org/officeDocument/2006/relationships" xmlns:a="http://schemas.openxmlformats.org/drawingml/2006/main" r:embed="R8b8194ad61f3421a"/>
          <a:srcRect xmlns:a="http://schemas.openxmlformats.org/drawingml/2006/main" l="0" t="0" r="0" b="0"/>
          <a:stretch xmlns:a="http://schemas.openxmlformats.org/drawingml/2006/main">
            <a:fillRect l="0" t="0" r="0" b="0"/>
          </a:stretch>
        </p:blipFill>
        <p:spPr>
          <a:xfrm xmlns:a="http://schemas.openxmlformats.org/drawingml/2006/main">
            <a:off x="6976705" y="147929"/>
            <a:ext cx="2061159" cy="586858"/>
          </a:xfrm>
          <a:prstGeom xmlns:a="http://schemas.openxmlformats.org/drawingml/2006/main" prst="rect">
            <a:avLst/>
          </a:prstGeom>
          <a:ln xmlns:a="http://schemas.openxmlformats.org/drawingml/2006/main" w="9525">
            <a:noFill/>
            <a:prstDash val="solid"/>
          </a:ln>
        </p:spPr>
      </p:pic>
      <p:pic>
        <p:nvPicPr>
          <p:cNvPr id="3" name="Picture 5"/>
          <p:cNvPicPr>
            <a:picLocks xmlns:a="http://schemas.openxmlformats.org/drawingml/2006/main" noChangeAspect="1"/>
          </p:cNvPicPr>
          <p:nvPr/>
        </p:nvPicPr>
        <p:blipFill>
          <a:blip xmlns:r="http://schemas.openxmlformats.org/officeDocument/2006/relationships" xmlns:a="http://schemas.openxmlformats.org/drawingml/2006/main" r:embed="R6168af99efcd4b98"/>
          <a:srcRect xmlns:a="http://schemas.openxmlformats.org/drawingml/2006/main" l="0" t="0" r="0" b="0"/>
          <a:stretch xmlns:a="http://schemas.openxmlformats.org/drawingml/2006/main">
            <a:fillRect l="0" t="0" r="0" b="0"/>
          </a:stretch>
        </p:blipFill>
        <p:spPr>
          <a:xfrm xmlns:a="http://schemas.openxmlformats.org/drawingml/2006/main">
            <a:off x="2664435" y="1603835"/>
            <a:ext cx="3815131" cy="737592"/>
          </a:xfrm>
          <a:prstGeom xmlns:a="http://schemas.openxmlformats.org/drawingml/2006/main" prst="rect">
            <a:avLst/>
          </a:prstGeom>
          <a:ln xmlns:a="http://schemas.openxmlformats.org/drawingml/2006/main" w="9525">
            <a:noFill/>
            <a:prstDash val="solid"/>
          </a:ln>
        </p:spPr>
      </p:pic>
      <p:sp>
        <p:nvSpPr>
          <p:cNvPr id="4" name="Content Placeholder 2">
            <a:extLst xmlns:a="http://schemas.openxmlformats.org/drawingml/2006/main">
              <a:ext uri="{FF2B5EF4-FFF2-40B4-BE49-F238E27FC236}">
                <a16:creationId xmlns:a16="http://schemas.microsoft.com/office/drawing/2014/main" id="{8FAAE0DD-CE72-4C71-949F-8402179B023C}"/>
              </a:ext>
            </a:extLst>
          </p:cNvPr>
          <p:cNvSpPr>
            <a:spLocks xmlns:a="http://schemas.openxmlformats.org/drawingml/2006/main" noGrp="1"/>
          </p:cNvSpPr>
          <p:nvPr>
            <p:ph idx="4294967295" hasCustomPrompt="1"/>
          </p:nvPr>
        </p:nvSpPr>
        <p:spPr>
          <a:xfrm xmlns:a="http://schemas.openxmlformats.org/drawingml/2006/main">
            <a:off x="1466232" y="2871436"/>
            <a:ext cx="6211536" cy="1947898"/>
          </a:xfrm>
        </p:spPr>
        <p:txBody>
          <a:bodyPr xmlns:a="http://schemas.openxmlformats.org/drawingml/2006/main">
            <a:normAutofit/>
          </a:bodyPr>
          <a:lstStyle xmlns:a="http://schemas.openxmlformats.org/drawingml/2006/main"/>
          <a:p xmlns:a="http://schemas.openxmlformats.org/drawingml/2006/main">
            <a:pPr marL="0" indent="0">
              <a:buNone/>
            </a:pPr>
            <a:r>
              <a:rPr sz="2400" b="1">
                <a:latin typeface="微软雅黑"/>
                <a:ea typeface="微软雅黑"/>
                <a:cs typeface="微软雅黑"/>
              </a:rPr>
              <a:t>课题：研究方向</a:t>
            </a:r>
          </a:p>
          <a:p xmlns:a="http://schemas.openxmlformats.org/drawingml/2006/main">
            <a:r>
              <a:rPr sz="1800" b="1">
                <a:latin typeface="微软雅黑"/>
                <a:ea typeface="微软雅黑"/>
                <a:cs typeface="微软雅黑"/>
              </a:rPr>
              <a:t>姓名：</a:t>
            </a:r>
          </a:p>
          <a:p xmlns:a="http://schemas.openxmlformats.org/drawingml/2006/main">
            <a:r>
              <a:rPr sz="1800" b="1">
                <a:latin typeface="微软雅黑"/>
                <a:ea typeface="微软雅黑"/>
                <a:cs typeface="微软雅黑"/>
              </a:rPr>
              <a:t>联系方式：</a:t>
            </a:r>
          </a:p>
        </p:txBody>
      </p:sp>
    </p:spTree>
  </p:cSld>
</p:sldLayout>
</file>

<file path=ppt/slideLayouts/slideLayout21.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87E28B2A-92D8-4FFD-B71B-C7671ECF04E6}"/>
              </a:ext>
            </a:extLst>
          </p:cNvPr>
          <p:cNvSpPr>
            <a:spLocks xmlns:a="http://schemas.openxmlformats.org/drawingml/2006/main" noGrp="1"/>
          </p:cNvSpPr>
          <p:nvPr>
            <p:ph type="dt" idx="10"/>
          </p:nvPr>
        </p:nvSpPr>
        <p:spPr>
          <a:xfrm xmlns:a="http://schemas.openxmlformats.org/drawingml/2006/main">
            <a:off x="838200" y="6356350"/>
            <a:ext cx="2743200" cy="365125"/>
          </a:xfrm>
        </p:spPr>
        <p:txBody>
          <a:bodyPr xmlns:a="http://schemas.openxmlformats.org/drawingml/2006/main"/>
          <a:lstStyle xmlns:a="http://schemas.openxmlformats.org/drawingml/2006/main"/>
          <a:p xmlns:a="http://schemas.openxmlformats.org/drawingml/2006/main">
            <a:fld id="{82F288E0-7875-42C4-84C8-98DBBD3BF4D2}" type="datetimeFigureOut">
              <a:t>2024/12/10</a:t>
            </a:fld>
          </a:p>
        </p:txBody>
      </p:sp>
      <p:sp>
        <p:nvSpPr>
          <p:cNvPr id="3" name="页脚占位符 2">
            <a:extLst xmlns:a="http://schemas.openxmlformats.org/drawingml/2006/main">
              <a:ext uri="{FF2B5EF4-FFF2-40B4-BE49-F238E27FC236}">
                <a16:creationId xmlns:a16="http://schemas.microsoft.com/office/drawing/2014/main" id="{09F5C627-3B4E-427C-8E35-6E46D01B39DB}"/>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p:txBody>
      </p:sp>
      <p:sp>
        <p:nvSpPr>
          <p:cNvPr id="4" name="灯片编号占位符 3">
            <a:extLst xmlns:a="http://schemas.openxmlformats.org/drawingml/2006/main">
              <a:ext uri="{FF2B5EF4-FFF2-40B4-BE49-F238E27FC236}">
                <a16:creationId xmlns:a16="http://schemas.microsoft.com/office/drawing/2014/main" id="{71DB2B59-DB1D-4B63-9F2C-DDAD9F4D54A7}"/>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7D9BB5D0-35E4-459D-AEF3-FE4D7C45CC19}" type="slidenum">
              <a:t>‹#›</a:t>
            </a:fld>
          </a:p>
        </p:txBody>
      </p:sp>
    </p:spTree>
  </p:cSld>
</p:sldLayout>
</file>

<file path=ppt/slideLayouts/slideLayout22.xml><?xml version="1.0" encoding="utf-8"?>
<p:sldLayout xmlns:p="http://schemas.openxmlformats.org/presentationml/2006/main" type="title" preserve="1">
  <p:cSld name="封面-1">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429d27a94ca04f7c">
            <a:alphaModFix amt="70000"/>
          </a:blip>
          <a:srcRect xmlns:a="http://schemas.openxmlformats.org/drawingml/2006/main" l="0" t="0" r="0" b="0"/>
          <a:stretch xmlns:a="http://schemas.openxmlformats.org/drawingml/2006/main">
            <a:fillRect l="0" t="0" r="0" b="0"/>
          </a:stretch>
        </p:blipFill>
        <p:spPr>
          <a:xfrm xmlns:a="http://schemas.openxmlformats.org/drawingml/2006/main">
            <a:off x="0" y="-879"/>
            <a:ext cx="9144000" cy="2380811"/>
          </a:xfrm>
          <a:prstGeom xmlns:a="http://schemas.openxmlformats.org/drawingml/2006/main" prst="rect">
            <a:avLst/>
          </a:prstGeom>
          <a:ln xmlns:a="http://schemas.openxmlformats.org/drawingml/2006/main" w="9525">
            <a:noFill/>
            <a:prstDash val="solid"/>
          </a:ln>
        </p:spPr>
      </p:pic>
      <p:sp>
        <p:nvSpPr>
          <p:cNvPr id="3" name="AutoShape 3">
            <a:extLst xmlns:a="http://schemas.openxmlformats.org/drawingml/2006/main">
              <a:ext uri="{FF2B5EF4-FFF2-40B4-BE49-F238E27FC236}">
                <a16:creationId xmlns:a16="http://schemas.microsoft.com/office/drawing/2014/main" id="{BD35A8D1-982B-4C3F-AB15-72BDF920DD80}"/>
              </a:ext>
            </a:extLst>
          </p:cNvPr>
          <p:cNvSpPr>
            <a:spLocks xmlns:a="http://schemas.openxmlformats.org/drawingml/2006/main" noGrp="1"/>
          </p:cNvSpPr>
          <p:nvPr>
            <p:ph type="body" idx="6" hasCustomPrompt="1"/>
          </p:nvPr>
        </p:nvSpPr>
        <p:spPr>
          <a:xfrm xmlns:a="http://schemas.openxmlformats.org/drawingml/2006/main">
            <a:off x="1225788" y="3975888"/>
            <a:ext cx="6731794" cy="781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117000"/>
              </a:lnSpc>
              <a:buNone/>
              <a:defRPr sz="3200" b="1" i="0" u="none" cap="none" spc="225">
                <a:solidFill>
                  <a:schemeClr val="tx1">
                    <a:lumMod val="85000"/>
                    <a:lumOff val="15000"/>
                  </a:schemeClr>
                </a:solidFill>
                <a:latin typeface="微软雅黑"/>
                <a:ea typeface="微软雅黑"/>
                <a:cs typeface="微软雅黑"/>
              </a:defRPr>
            </a:lvl1pPr>
          </a:lstStyle>
          <a:p xmlns:a="http://schemas.openxmlformats.org/drawingml/2006/main">
            <a:pPr indent="0" algn="ctr">
              <a:lnSpc>
                <a:spcPct val="117000"/>
              </a:lnSpc>
              <a:buNone/>
            </a:pPr>
            <a:r>
              <a:rPr sz="3000" b="1" i="0" u="none">
                <a:solidFill>
                  <a:srgbClr val="262626"/>
                </a:solidFill>
                <a:latin typeface="微软雅黑"/>
                <a:ea typeface="微软雅黑"/>
                <a:cs typeface="微软雅黑"/>
              </a:rPr>
              <a:t>题目</a:t>
            </a:r>
          </a:p>
        </p:txBody>
      </p:sp>
      <p:sp>
        <p:nvSpPr>
          <p:cNvPr id="4" name="AutoShape 4">
            <a:extLst xmlns:a="http://schemas.openxmlformats.org/drawingml/2006/main">
              <a:ext uri="{FF2B5EF4-FFF2-40B4-BE49-F238E27FC236}">
                <a16:creationId xmlns:a16="http://schemas.microsoft.com/office/drawing/2014/main" id="{F97554B1-74CC-43BE-B868-DA8528E75641}"/>
              </a:ext>
            </a:extLst>
          </p:cNvPr>
          <p:cNvSpPr>
            <a:spLocks xmlns:a="http://schemas.openxmlformats.org/drawingml/2006/main" noGrp="1"/>
          </p:cNvSpPr>
          <p:nvPr>
            <p:ph type="body" idx="7" hasCustomPrompt="1"/>
          </p:nvPr>
        </p:nvSpPr>
        <p:spPr>
          <a:xfrm xmlns:a="http://schemas.openxmlformats.org/drawingml/2006/main">
            <a:off x="1683749" y="5389166"/>
            <a:ext cx="1490663" cy="279307"/>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l">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b="0" i="0" u="none">
                <a:solidFill>
                  <a:srgbClr val="222A35"/>
                </a:solidFill>
                <a:latin typeface="微软雅黑"/>
                <a:ea typeface="微软雅黑"/>
                <a:cs typeface="微软雅黑"/>
              </a:rPr>
              <a:t>答辩人：XXX</a:t>
            </a:r>
          </a:p>
        </p:txBody>
      </p:sp>
      <p:sp>
        <p:nvSpPr>
          <p:cNvPr id="5" name="AutoShape 5">
            <a:extLst xmlns:a="http://schemas.openxmlformats.org/drawingml/2006/main">
              <a:ext uri="{FF2B5EF4-FFF2-40B4-BE49-F238E27FC236}">
                <a16:creationId xmlns:a16="http://schemas.microsoft.com/office/drawing/2014/main" id="{A983E087-D640-4C16-B635-300D7129C3B1}"/>
              </a:ext>
            </a:extLst>
          </p:cNvPr>
          <p:cNvSpPr>
            <a:spLocks xmlns:a="http://schemas.openxmlformats.org/drawingml/2006/main" noGrp="1"/>
          </p:cNvSpPr>
          <p:nvPr>
            <p:ph type="body" idx="8" hasCustomPrompt="1"/>
          </p:nvPr>
        </p:nvSpPr>
        <p:spPr>
          <a:xfrm xmlns:a="http://schemas.openxmlformats.org/drawingml/2006/main">
            <a:off x="3826675" y="5389166"/>
            <a:ext cx="1490663" cy="279307"/>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ctr">
              <a:lnSpc>
                <a:spcPct val="92000"/>
              </a:lnSpc>
              <a:buNone/>
            </a:pPr>
            <a:r>
              <a:rPr sz="1350" b="0" i="0" u="none">
                <a:solidFill>
                  <a:srgbClr val="222A35"/>
                </a:solidFill>
                <a:latin typeface="微软雅黑"/>
                <a:ea typeface="微软雅黑"/>
                <a:cs typeface="微软雅黑"/>
              </a:rPr>
              <a:t>指导教师：XXX</a:t>
            </a:r>
          </a:p>
        </p:txBody>
      </p:sp>
      <p:sp>
        <p:nvSpPr>
          <p:cNvPr id="6" name="AutoShape 6">
            <a:extLst xmlns:a="http://schemas.openxmlformats.org/drawingml/2006/main">
              <a:ext uri="{FF2B5EF4-FFF2-40B4-BE49-F238E27FC236}">
                <a16:creationId xmlns:a16="http://schemas.microsoft.com/office/drawing/2014/main" id="{44AE5253-0479-4B4B-A373-966D415698DF}"/>
              </a:ext>
            </a:extLst>
          </p:cNvPr>
          <p:cNvSpPr>
            <a:spLocks xmlns:a="http://schemas.openxmlformats.org/drawingml/2006/main" noGrp="1"/>
          </p:cNvSpPr>
          <p:nvPr>
            <p:ph type="body" idx="9" hasCustomPrompt="1"/>
          </p:nvPr>
        </p:nvSpPr>
        <p:spPr>
          <a:xfrm xmlns:a="http://schemas.openxmlformats.org/drawingml/2006/main">
            <a:off x="5969601" y="5389160"/>
            <a:ext cx="1490663" cy="279307"/>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r">
              <a:lnSpc>
                <a:spcPct val="92000"/>
              </a:lnSpc>
              <a:buNone/>
            </a:pPr>
            <a:r>
              <a:rPr sz="1350" b="0" i="0" u="none">
                <a:solidFill>
                  <a:srgbClr val="222A35"/>
                </a:solidFill>
                <a:latin typeface="微软雅黑"/>
                <a:ea typeface="微软雅黑"/>
                <a:cs typeface="微软雅黑"/>
              </a:rPr>
              <a:t>院系：XXX</a:t>
            </a:r>
          </a:p>
        </p:txBody>
      </p:sp>
      <p:sp>
        <p:nvSpPr>
          <p:cNvPr id="7" name="AutoShape 7">
            <a:extLst xmlns:a="http://schemas.openxmlformats.org/drawingml/2006/main">
              <a:ext uri="{FF2B5EF4-FFF2-40B4-BE49-F238E27FC236}">
                <a16:creationId xmlns:a16="http://schemas.microsoft.com/office/drawing/2014/main" id="{376AE4A3-9D8F-4256-ADD3-6AA4FADD73A9}"/>
              </a:ext>
            </a:extLst>
          </p:cNvPr>
          <p:cNvSpPr>
            <a:spLocks xmlns:a="http://schemas.openxmlformats.org/drawingml/2006/main" noGrp="1"/>
          </p:cNvSpPr>
          <p:nvPr/>
        </p:nvSpPr>
        <p:spPr>
          <a:xfrm xmlns:a="http://schemas.openxmlformats.org/drawingml/2006/main">
            <a:off x="3778811" y="1587932"/>
            <a:ext cx="1584000" cy="1584000"/>
          </a:xfrm>
          <a:prstGeom xmlns:a="http://schemas.openxmlformats.org/drawingml/2006/main" prst="ellipse">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pic>
        <p:nvPicPr>
          <p:cNvPr id="8" name="Picture 8"/>
          <p:cNvPicPr>
            <a:picLocks xmlns:a="http://schemas.openxmlformats.org/drawingml/2006/main" noChangeAspect="1"/>
          </p:cNvPicPr>
          <p:nvPr/>
        </p:nvPicPr>
        <p:blipFill>
          <a:blip xmlns:r="http://schemas.openxmlformats.org/officeDocument/2006/relationships" xmlns:a="http://schemas.openxmlformats.org/drawingml/2006/main" r:embed="R0de48502247740b2"/>
          <a:srcRect xmlns:a="http://schemas.openxmlformats.org/drawingml/2006/main" l="0" t="0" r="0" b="0"/>
          <a:stretch xmlns:a="http://schemas.openxmlformats.org/drawingml/2006/main">
            <a:fillRect l="0" t="0" r="0" b="0"/>
          </a:stretch>
        </p:blipFill>
        <p:spPr>
          <a:xfrm xmlns:a="http://schemas.openxmlformats.org/drawingml/2006/main">
            <a:off x="3878102" y="1687223"/>
            <a:ext cx="1385418" cy="1385418"/>
          </a:xfrm>
          <a:prstGeom xmlns:a="http://schemas.openxmlformats.org/drawingml/2006/main" prst="rect">
            <a:avLst/>
          </a:prstGeom>
          <a:ln xmlns:a="http://schemas.openxmlformats.org/drawingml/2006/main" w="9525">
            <a:noFill/>
            <a:prstDash val="solid"/>
          </a:ln>
        </p:spPr>
      </p:pic>
    </p:spTree>
  </p:cSld>
</p:sldLayout>
</file>

<file path=ppt/slideLayouts/slideLayout23.xml><?xml version="1.0" encoding="utf-8"?>
<p:sldLayout xmlns:p="http://schemas.openxmlformats.org/presentationml/2006/main" type="title" preserve="1">
  <p:cSld name="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A87A0AA4-4A02-4ECE-B182-90DB97EC7ED4}"/>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935A2570-9451-4BE0-A341-0113696A7665}"/>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909048031f6e4387"/>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4C92CCA0-1218-46E6-B67D-7B855D55E0B4}"/>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CBA5F367-44B2-4DAB-A322-014EF7EB78CC}"/>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EB7E841E-3B49-4ED4-8AB8-EC0FD693C8B4}"/>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2DC5FFC2-6D39-4DB8-AD05-DCFE160DBA9B}"/>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b="1" i="0" u="none">
                <a:solidFill>
                  <a:srgbClr val="C00000"/>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61F75970-4049-472F-8DAE-DD4458E1006B}"/>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CD07B435-9C72-4E9E-9BF3-F25DDAE158AD}"/>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框架</a:t>
            </a:r>
          </a:p>
        </p:txBody>
      </p:sp>
      <p:sp>
        <p:nvSpPr>
          <p:cNvPr id="10" name="AutoShape 10">
            <a:extLst xmlns:a="http://schemas.openxmlformats.org/drawingml/2006/main">
              <a:ext uri="{FF2B5EF4-FFF2-40B4-BE49-F238E27FC236}">
                <a16:creationId xmlns:a16="http://schemas.microsoft.com/office/drawing/2014/main" id="{9D288231-1E4D-4CD7-B677-A25F4E3E7CBA}"/>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90C55A48-25DD-43F9-B011-2BB3FBE3CF93}"/>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方法</a:t>
            </a:r>
          </a:p>
        </p:txBody>
      </p:sp>
      <p:sp>
        <p:nvSpPr>
          <p:cNvPr id="11" name="AutoShape 11">
            <a:extLst xmlns:a="http://schemas.openxmlformats.org/drawingml/2006/main">
              <a:ext uri="{FF2B5EF4-FFF2-40B4-BE49-F238E27FC236}">
                <a16:creationId xmlns:a16="http://schemas.microsoft.com/office/drawing/2014/main" id="{E561B25E-1494-4AAB-86B3-6F2210667AF7}"/>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31C8C7BC-E8D4-4BB5-8675-B801FE541146}"/>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评估</a:t>
            </a:r>
          </a:p>
        </p:txBody>
      </p:sp>
      <p:sp>
        <p:nvSpPr>
          <p:cNvPr id="12" name="AutoShape 12">
            <a:extLst xmlns:a="http://schemas.openxmlformats.org/drawingml/2006/main">
              <a:ext uri="{FF2B5EF4-FFF2-40B4-BE49-F238E27FC236}">
                <a16:creationId xmlns:a16="http://schemas.microsoft.com/office/drawing/2014/main" id="{D6029377-C54C-45D3-8AB2-C2EAF2CCC1A0}"/>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FC7BCDA6-761F-40B6-BB31-9E22DA7BA1DB}"/>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相关工作</a:t>
            </a:r>
          </a:p>
        </p:txBody>
      </p:sp>
      <p:sp>
        <p:nvSpPr>
          <p:cNvPr id="20" name="AutoShape 12">
            <a:extLst xmlns:a="http://schemas.openxmlformats.org/drawingml/2006/main">
              <a:ext uri="{FF2B5EF4-FFF2-40B4-BE49-F238E27FC236}">
                <a16:creationId xmlns:a16="http://schemas.microsoft.com/office/drawing/2014/main" id="{A42574DE-7573-4598-9E90-1478309545B6}"/>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E88226A8-ED49-43FE-B027-44060EC87B7A}"/>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a:t>
            </a:r>
          </a:p>
        </p:txBody>
      </p:sp>
    </p:spTree>
  </p:cSld>
</p:sldLayout>
</file>

<file path=ppt/slideLayouts/slideLayout24.xml><?xml version="1.0" encoding="utf-8"?>
<p:sldLayout xmlns:p="http://schemas.openxmlformats.org/presentationml/2006/main" type="title" preserve="1">
  <p:cSld name="1_内容页-标题">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FF25FEE0-5D77-4310-A5FC-334EB100AFD9}"/>
              </a:ext>
            </a:extLst>
          </p:cNvPr>
          <p:cNvSpPr>
            <a:spLocks xmlns:a="http://schemas.openxmlformats.org/drawingml/2006/main" noGrp="1"/>
          </p:cNvSpPr>
          <p:nvPr>
            <p:ph type="body" idx="10" hasCustomPrompt="1"/>
          </p:nvPr>
        </p:nvSpPr>
        <p:spPr>
          <a:xfrm xmlns:a="http://schemas.openxmlformats.org/drawingml/2006/main">
            <a:off x="396240" y="281940"/>
            <a:ext cx="6724650" cy="60071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lvl1pPr marL="0" algn="l">
              <a:lnSpc>
                <a:spcPct val="90000"/>
              </a:lnSpc>
              <a:spcBef>
                <a:spcPts val="0"/>
              </a:spcBef>
              <a:buNone/>
              <a:defRPr sz="2600" b="1" i="0" u="none" cap="none" spc="0">
                <a:solidFill>
                  <a:srgbClr val="093E76"/>
                </a:solidFill>
                <a:latin typeface="微软雅黑"/>
                <a:ea typeface="微软雅黑"/>
                <a:cs typeface="微软雅黑"/>
              </a:defRPr>
            </a:lvl1pPr>
          </a:lstStyle>
          <a:p xmlns:a="http://schemas.openxmlformats.org/drawingml/2006/main">
            <a:pPr indent="0" algn="l">
              <a:lnSpc>
                <a:spcPct val="92000"/>
              </a:lnSpc>
              <a:buNone/>
            </a:pPr>
            <a:r>
              <a:rPr sz="2550" b="1" i="0" u="none">
                <a:solidFill>
                  <a:srgbClr val="093E76"/>
                </a:solidFill>
                <a:latin typeface="微软雅黑"/>
                <a:ea typeface="微软雅黑"/>
                <a:cs typeface="微软雅黑"/>
              </a:rPr>
              <a:t>引言：研究背景</a:t>
            </a:r>
          </a:p>
        </p:txBody>
      </p:sp>
      <p:sp>
        <p:nvSpPr>
          <p:cNvPr id="4" name="Connector 4">
            <a:extLst xmlns:a="http://schemas.openxmlformats.org/drawingml/2006/main">
              <a:ext uri="{FF2B5EF4-FFF2-40B4-BE49-F238E27FC236}">
                <a16:creationId xmlns:a16="http://schemas.microsoft.com/office/drawing/2014/main" id="{572384BB-E78E-42B1-AC95-3D5B194B4C1D}"/>
              </a:ext>
            </a:extLst>
          </p:cNvPr>
          <p:cNvSpPr>
            <a:spLocks xmlns:a="http://schemas.openxmlformats.org/drawingml/2006/main" noGrp="1"/>
          </p:cNvSpPr>
          <p:nvPr/>
        </p:nvSpPr>
        <p:spPr>
          <a:xfrm xmlns:a="http://schemas.openxmlformats.org/drawingml/2006/main" rot="-2700000">
            <a:off x="663763" y="222836"/>
            <a:ext cx="1290307" cy="1290307"/>
          </a:xfrm>
          <a:prstGeom xmlns:a="http://schemas.openxmlformats.org/drawingml/2006/main" prst="line">
            <a:avLst/>
          </a:prstGeom>
          <a:noFill xmlns:a="http://schemas.openxmlformats.org/drawingml/2006/main"/>
          <a:ln xmlns:a="http://schemas.openxmlformats.org/drawingml/2006/main" w="9525">
            <a:solidFill>
              <a:srgbClr val="A6A6A6">
                <a:alpha val="100000"/>
              </a:srgbClr>
            </a:solidFill>
            <a:prstDash val="solid"/>
            <a:headEnd type="none" w="med" len="med"/>
            <a:tailEnd type="none" w="med" len="med"/>
          </a:ln>
        </p:spPr>
      </p:sp>
      <p:sp>
        <p:nvSpPr>
          <p:cNvPr id="5" name="Connector 5">
            <a:extLst xmlns:a="http://schemas.openxmlformats.org/drawingml/2006/main">
              <a:ext uri="{FF2B5EF4-FFF2-40B4-BE49-F238E27FC236}">
                <a16:creationId xmlns:a16="http://schemas.microsoft.com/office/drawing/2014/main" id="{74380A48-243F-4F78-99A0-7863B95741C9}"/>
              </a:ext>
            </a:extLst>
          </p:cNvPr>
          <p:cNvSpPr>
            <a:spLocks xmlns:a="http://schemas.openxmlformats.org/drawingml/2006/main" noGrp="1"/>
          </p:cNvSpPr>
          <p:nvPr/>
        </p:nvSpPr>
        <p:spPr>
          <a:xfrm xmlns:a="http://schemas.openxmlformats.org/drawingml/2006/main" rot="-2700000">
            <a:off x="461303" y="711619"/>
            <a:ext cx="312743" cy="312743"/>
          </a:xfrm>
          <a:prstGeom xmlns:a="http://schemas.openxmlformats.org/drawingml/2006/main" prst="line">
            <a:avLst/>
          </a:prstGeom>
          <a:noFill xmlns:a="http://schemas.openxmlformats.org/drawingml/2006/main"/>
          <a:ln xmlns:a="http://schemas.openxmlformats.org/drawingml/2006/main" w="38100">
            <a:solidFill>
              <a:srgbClr val="093E76">
                <a:alpha val="100000"/>
              </a:srgbClr>
            </a:solidFill>
            <a:prstDash val="solid"/>
            <a:headEnd type="none" w="med" len="med"/>
            <a:tailEnd type="none" w="med" len="med"/>
          </a:ln>
        </p:spPr>
      </p:sp>
      <p:sp>
        <p:nvSpPr>
          <p:cNvPr id="6" name="AutoShape 6">
            <a:extLst xmlns:a="http://schemas.openxmlformats.org/drawingml/2006/main">
              <a:ext uri="{FF2B5EF4-FFF2-40B4-BE49-F238E27FC236}">
                <a16:creationId xmlns:a16="http://schemas.microsoft.com/office/drawing/2014/main" id="{C698281A-A1CB-4892-8EFC-D5F21428BF10}"/>
              </a:ext>
            </a:extLst>
          </p:cNvPr>
          <p:cNvSpPr>
            <a:spLocks xmlns:a="http://schemas.openxmlformats.org/drawingml/2006/main" noGrp="1"/>
          </p:cNvSpPr>
          <p:nvPr/>
        </p:nvSpPr>
        <p:spPr>
          <a:xfrm xmlns:a="http://schemas.openxmlformats.org/drawingml/2006/main">
            <a:off x="332185" y="6394362"/>
            <a:ext cx="1159430" cy="230832"/>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900" b="0" i="0" u="none">
                <a:solidFill>
                  <a:srgbClr val="808080"/>
                </a:solidFill>
                <a:latin typeface="微软雅黑"/>
                <a:ea typeface="微软雅黑"/>
                <a:cs typeface="微软雅黑"/>
              </a:rPr>
              <a:t>自强不息 止于至善</a:t>
            </a:r>
          </a:p>
        </p:txBody>
      </p:sp>
      <p:pic>
        <p:nvPicPr>
          <p:cNvPr id="7" name="Picture 8"/>
          <p:cNvPicPr>
            <a:picLocks xmlns:a="http://schemas.openxmlformats.org/drawingml/2006/main" noChangeAspect="1"/>
          </p:cNvPicPr>
          <p:nvPr/>
        </p:nvPicPr>
        <p:blipFill>
          <a:blip xmlns:r="http://schemas.openxmlformats.org/officeDocument/2006/relationships" xmlns:a="http://schemas.openxmlformats.org/drawingml/2006/main" r:embed="R1bbeb161e1c14dd4"/>
          <a:srcRect xmlns:a="http://schemas.openxmlformats.org/drawingml/2006/main" l="0" t="0" r="0" b="0"/>
          <a:stretch xmlns:a="http://schemas.openxmlformats.org/drawingml/2006/main">
            <a:fillRect l="0" t="0" r="0" b="0"/>
          </a:stretch>
        </p:blipFill>
        <p:spPr>
          <a:xfrm xmlns:a="http://schemas.openxmlformats.org/drawingml/2006/main">
            <a:off x="7168967" y="318460"/>
            <a:ext cx="1642776" cy="467735"/>
          </a:xfrm>
          <a:prstGeom xmlns:a="http://schemas.openxmlformats.org/drawingml/2006/main" prst="rect">
            <a:avLst/>
          </a:prstGeom>
          <a:ln xmlns:a="http://schemas.openxmlformats.org/drawingml/2006/main" w="9525">
            <a:noFill/>
            <a:prstDash val="solid"/>
          </a:ln>
        </p:spPr>
      </p:pic>
      <p:sp>
        <p:nvSpPr>
          <p:cNvPr id="9" name="AutoShape 9">
            <a:extLst xmlns:a="http://schemas.openxmlformats.org/drawingml/2006/main">
              <a:ext uri="{FF2B5EF4-FFF2-40B4-BE49-F238E27FC236}">
                <a16:creationId xmlns:a16="http://schemas.microsoft.com/office/drawing/2014/main" id="{81323FBB-9890-49D9-A7B4-705BE863B5C1}"/>
              </a:ext>
            </a:extLst>
          </p:cNvPr>
          <p:cNvSpPr>
            <a:spLocks xmlns:a="http://schemas.openxmlformats.org/drawingml/2006/main" noGrp="1"/>
          </p:cNvSpPr>
          <p:nvPr>
            <p:ph type="body" idx="12" hasCustomPrompt="1"/>
          </p:nvPr>
        </p:nvSpPr>
        <p:spPr>
          <a:xfrm xmlns:a="http://schemas.openxmlformats.org/drawingml/2006/main">
            <a:off x="7086600" y="6565804"/>
            <a:ext cx="2057400" cy="292196"/>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lvl1pPr algn="r">
              <a:lnSpc>
                <a:spcPct val="100000"/>
              </a:lnSpc>
              <a:buNone/>
              <a:defRPr sz="1500" b="0" i="0" u="none" spc="0">
                <a:solidFill>
                  <a:srgbClr val="808080">
                    <a:alpha val="100000"/>
                  </a:srgbClr>
                </a:solidFill>
                <a:latin typeface="微软雅黑"/>
                <a:ea typeface="微软雅黑"/>
                <a:cs typeface="微软雅黑"/>
              </a:defRPr>
            </a:lvl1pPr>
          </a:lstStyle>
          <a:p xmlns:a="http://schemas.openxmlformats.org/drawingml/2006/main">
            <a:pPr indent="0" algn="r">
              <a:lnSpc>
                <a:spcPct val="100000"/>
              </a:lnSpc>
              <a:buNone/>
            </a:pPr>
            <a:r>
              <a:rPr sz="1575" b="0" i="0" u="none">
                <a:solidFill>
                  <a:srgbClr val="808080"/>
                </a:solidFill>
                <a:latin typeface="微软雅黑"/>
                <a:ea typeface="微软雅黑"/>
                <a:cs typeface="微软雅黑"/>
              </a:rPr>
              <a:t>‹#›</a:t>
            </a:r>
          </a:p>
        </p:txBody>
      </p:sp>
      <p:sp>
        <p:nvSpPr>
          <p:cNvPr id="19" name="Content Placeholder 3">
            <a:extLst xmlns:a="http://schemas.openxmlformats.org/drawingml/2006/main">
              <a:ext uri="{FF2B5EF4-FFF2-40B4-BE49-F238E27FC236}">
                <a16:creationId xmlns:a16="http://schemas.microsoft.com/office/drawing/2014/main" id="{14091011-C005-4B93-B774-240D7ECE8F39}"/>
              </a:ext>
            </a:extLst>
          </p:cNvPr>
          <p:cNvSpPr>
            <a:spLocks xmlns:a="http://schemas.openxmlformats.org/drawingml/2006/main" noGrp="1"/>
          </p:cNvSpPr>
          <p:nvPr>
            <p:ph idx="13"/>
          </p:nvPr>
        </p:nvSpPr>
        <p:spPr>
          <a:xfrm xmlns:a="http://schemas.openxmlformats.org/drawingml/2006/main">
            <a:off x="396531" y="1212850"/>
            <a:ext cx="8415212" cy="4820770"/>
          </a:xfrm>
          <a:prstGeom xmlns:a="http://schemas.openxmlformats.org/drawingml/2006/main" prst="rect">
            <a:avLst/>
          </a:prstGeom>
          <a:solidFill xmlns:a="http://schemas.openxmlformats.org/drawingml/2006/main">
            <a:schemeClr val="accent5">
              <a:lumMod val="20000"/>
              <a:lumOff val="80000"/>
            </a:schemeClr>
          </a:solidFill>
          <a:ln xmlns:a="http://schemas.openxmlformats.org/drawingml/2006/main">
            <a:solidFill>
              <a:schemeClr val="accent1"/>
            </a:solidFill>
          </a:ln>
        </p:spPr>
        <p:txBody>
          <a:bodyPr xmlns:a="http://schemas.openxmlformats.org/drawingml/2006/main"/>
          <a:lstStyle xmlns:a="http://schemas.openxmlformats.org/drawingml/2006/main">
            <a:lvl1pPr marL="349250" indent="-349250">
              <a:lnSpc>
                <a:spcPct val="110000"/>
              </a:lnSpc>
              <a:buChar char="q"/>
              <a:defRPr sz="2000" b="1">
                <a:solidFill>
                  <a:srgbClr val="102E66"/>
                </a:solidFill>
                <a:latin typeface="微软雅黑"/>
                <a:ea typeface="微软雅黑"/>
                <a:cs typeface="微软雅黑"/>
              </a:defRPr>
            </a:lvl1pPr>
            <a:lvl2pPr marL="805180" indent="-347980">
              <a:lnSpc>
                <a:spcPct val="110000"/>
              </a:lnSpc>
              <a:buChar char="Ø"/>
              <a:defRPr sz="1800">
                <a:solidFill>
                  <a:srgbClr val="102E66"/>
                </a:solidFill>
                <a:latin typeface="微软雅黑"/>
                <a:ea typeface="微软雅黑"/>
                <a:cs typeface="微软雅黑"/>
              </a:defRPr>
            </a:lvl2pPr>
            <a:lvl3pPr marL="1260475" indent="-346075">
              <a:lnSpc>
                <a:spcPct val="110000"/>
              </a:lnSpc>
              <a:buChar char="§"/>
              <a:defRPr sz="1600">
                <a:solidFill>
                  <a:srgbClr val="102E66"/>
                </a:solidFill>
                <a:latin typeface="微软雅黑"/>
                <a:ea typeface="微软雅黑"/>
                <a:cs typeface="微软雅黑"/>
              </a:defRPr>
            </a:lvl3pPr>
            <a:lvl4pPr marL="1600200" indent="-228600">
              <a:buChar char="q"/>
              <a:defRPr>
                <a:latin typeface="微软雅黑"/>
                <a:ea typeface="微软雅黑"/>
                <a:cs typeface="微软雅黑"/>
              </a:defRPr>
            </a:lvl4pPr>
            <a:lvl5pPr marL="2057400" indent="-228600">
              <a:buChar char="q"/>
              <a:defRPr>
                <a:latin typeface="微软雅黑"/>
                <a:ea typeface="微软雅黑"/>
                <a:cs typeface="微软雅黑"/>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p:txBody>
      </p:sp>
    </p:spTree>
  </p:cSld>
</p:sldLayout>
</file>

<file path=ppt/slideLayouts/slideLayout25.xml><?xml version="1.0" encoding="utf-8"?>
<p:sldLayout xmlns:p="http://schemas.openxmlformats.org/presentationml/2006/main" type="title" preserve="1">
  <p:cSld name="5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6FDAED54-7764-43BF-AB7B-AF57586CEAE7}"/>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62564797-0E19-42B3-BE5C-8A1408BC1DC2}"/>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1d5c85f13a8c483f"/>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F06D25F8-3E2A-44B4-9ADA-62D5E88F723F}"/>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3D009ECF-9DB2-437B-A701-EE0013EDB7A7}"/>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DEA3B01C-6B66-4F52-877A-C3A56190AC98}"/>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8BE95CD4-2E46-426F-89DE-97CEFEB0FDBC}"/>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DFF3DCFD-400B-48E2-ACDA-F1523FC3522B}"/>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66477E12-3A6D-45F3-BF2F-51D8F94E6864}"/>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框架</a:t>
            </a:r>
          </a:p>
        </p:txBody>
      </p:sp>
      <p:sp>
        <p:nvSpPr>
          <p:cNvPr id="10" name="AutoShape 10">
            <a:extLst xmlns:a="http://schemas.openxmlformats.org/drawingml/2006/main">
              <a:ext uri="{FF2B5EF4-FFF2-40B4-BE49-F238E27FC236}">
                <a16:creationId xmlns:a16="http://schemas.microsoft.com/office/drawing/2014/main" id="{6FD94399-1693-4744-AF4F-A35181CA6A96}"/>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CF79FAFD-8574-4760-AECC-0F248848E744}"/>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方法</a:t>
            </a:r>
          </a:p>
        </p:txBody>
      </p:sp>
      <p:sp>
        <p:nvSpPr>
          <p:cNvPr id="11" name="AutoShape 11">
            <a:extLst xmlns:a="http://schemas.openxmlformats.org/drawingml/2006/main">
              <a:ext uri="{FF2B5EF4-FFF2-40B4-BE49-F238E27FC236}">
                <a16:creationId xmlns:a16="http://schemas.microsoft.com/office/drawing/2014/main" id="{315216F0-13A7-41E2-9634-0A8667644875}"/>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B6B3DC03-4344-4A57-8F0F-98CC16811C87}"/>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评估</a:t>
            </a:r>
          </a:p>
        </p:txBody>
      </p:sp>
      <p:sp>
        <p:nvSpPr>
          <p:cNvPr id="12" name="AutoShape 12">
            <a:extLst xmlns:a="http://schemas.openxmlformats.org/drawingml/2006/main">
              <a:ext uri="{FF2B5EF4-FFF2-40B4-BE49-F238E27FC236}">
                <a16:creationId xmlns:a16="http://schemas.microsoft.com/office/drawing/2014/main" id="{8F8BC3E3-3FB3-4909-BE17-951965AD5DD2}"/>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CEA23C51-F610-4C0E-B67E-4BE74C2CFE08}"/>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相关工作</a:t>
            </a:r>
          </a:p>
        </p:txBody>
      </p:sp>
      <p:sp>
        <p:nvSpPr>
          <p:cNvPr id="20" name="AutoShape 12">
            <a:extLst xmlns:a="http://schemas.openxmlformats.org/drawingml/2006/main">
              <a:ext uri="{FF2B5EF4-FFF2-40B4-BE49-F238E27FC236}">
                <a16:creationId xmlns:a16="http://schemas.microsoft.com/office/drawing/2014/main" id="{4041199B-0929-4F22-9298-967CF7C1A2C1}"/>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90088C8D-F821-4381-8FD4-FA7BECA972C5}"/>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a:t>
            </a:r>
          </a:p>
        </p:txBody>
      </p:sp>
    </p:spTree>
  </p:cSld>
</p:sldLayout>
</file>

<file path=ppt/slideLayouts/slideLayout26.xml><?xml version="1.0" encoding="utf-8"?>
<p:sldLayout xmlns:p="http://schemas.openxmlformats.org/presentationml/2006/main" type="title" preserve="1">
  <p:cSld name="6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3D60695E-BB10-4E23-B979-9CC40C2A984C}"/>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D98A3D0F-6920-4D3C-A3A6-224EC0302C3C}"/>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d2cec454e78d40ba"/>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B584C736-759C-4F6A-81AB-D488DC99665A}"/>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BE3688AE-09CB-448F-8FDF-CCCDCBDDD1F7}"/>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10C0CF92-E665-44FB-B2CE-6F21A004FBC6}"/>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4F3FEB76-FAE4-4B06-9189-B7B3599CCD6B}"/>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BBFA4851-A0D5-4087-8A41-E69323AED423}"/>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7951DFEE-3A6C-420A-B6A4-E7C37ACE91E6}"/>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框架</a:t>
            </a:r>
          </a:p>
        </p:txBody>
      </p:sp>
      <p:sp>
        <p:nvSpPr>
          <p:cNvPr id="10" name="AutoShape 10">
            <a:extLst xmlns:a="http://schemas.openxmlformats.org/drawingml/2006/main">
              <a:ext uri="{FF2B5EF4-FFF2-40B4-BE49-F238E27FC236}">
                <a16:creationId xmlns:a16="http://schemas.microsoft.com/office/drawing/2014/main" id="{9B1926FA-A75E-4BAD-9224-C4C6C2602A83}"/>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5A5FF0CF-A541-40CC-8C4F-E6C44341C64D}"/>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方法</a:t>
            </a:r>
          </a:p>
        </p:txBody>
      </p:sp>
      <p:sp>
        <p:nvSpPr>
          <p:cNvPr id="11" name="AutoShape 11">
            <a:extLst xmlns:a="http://schemas.openxmlformats.org/drawingml/2006/main">
              <a:ext uri="{FF2B5EF4-FFF2-40B4-BE49-F238E27FC236}">
                <a16:creationId xmlns:a16="http://schemas.microsoft.com/office/drawing/2014/main" id="{829FB0C9-3866-4B89-8A3A-F8CD615DD863}"/>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7E4DEB4B-C6A6-4661-AD82-EFAE522513CF}"/>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评估</a:t>
            </a:r>
          </a:p>
        </p:txBody>
      </p:sp>
      <p:sp>
        <p:nvSpPr>
          <p:cNvPr id="12" name="AutoShape 12">
            <a:extLst xmlns:a="http://schemas.openxmlformats.org/drawingml/2006/main">
              <a:ext uri="{FF2B5EF4-FFF2-40B4-BE49-F238E27FC236}">
                <a16:creationId xmlns:a16="http://schemas.microsoft.com/office/drawing/2014/main" id="{BFA61293-CE40-42ED-9941-7B86DF9F0264}"/>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33C5861F-610A-4F34-99C9-BAD1FAFFCE66}"/>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相关工作</a:t>
            </a:r>
          </a:p>
        </p:txBody>
      </p:sp>
      <p:sp>
        <p:nvSpPr>
          <p:cNvPr id="20" name="AutoShape 12">
            <a:extLst xmlns:a="http://schemas.openxmlformats.org/drawingml/2006/main">
              <a:ext uri="{FF2B5EF4-FFF2-40B4-BE49-F238E27FC236}">
                <a16:creationId xmlns:a16="http://schemas.microsoft.com/office/drawing/2014/main" id="{8745A10C-6ABF-42F8-9298-16C92DAA9F4E}"/>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DE46611E-4792-4172-8A8B-ABF64BF102AB}"/>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a:t>
            </a:r>
          </a:p>
        </p:txBody>
      </p:sp>
    </p:spTree>
  </p:cSld>
</p:sldLayout>
</file>

<file path=ppt/slideLayouts/slideLayout27.xml><?xml version="1.0" encoding="utf-8"?>
<p:sldLayout xmlns:p="http://schemas.openxmlformats.org/presentationml/2006/main" type="title" preserve="1">
  <p:cSld name="7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8D150223-1719-449E-94A2-8E38DAE1B441}"/>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8686C550-7C04-4698-B64C-F74E71456050}"/>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bab858228ead4e83"/>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8508DFC5-D903-4C09-9A69-1824A155E8B2}"/>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28A51FD6-9B5E-4AB9-B089-FA61432F1BCF}"/>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02FF8DFB-4814-4974-A508-DA2B5DCC9F1D}"/>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50DF2574-E78D-4F91-B4D6-20B1B4170B42}"/>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EE294635-7586-4EE1-A632-AA65906678BD}"/>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6FC20456-2768-4721-BDF7-E4FE6B383750}"/>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框架</a:t>
            </a:r>
          </a:p>
        </p:txBody>
      </p:sp>
      <p:sp>
        <p:nvSpPr>
          <p:cNvPr id="10" name="AutoShape 10">
            <a:extLst xmlns:a="http://schemas.openxmlformats.org/drawingml/2006/main">
              <a:ext uri="{FF2B5EF4-FFF2-40B4-BE49-F238E27FC236}">
                <a16:creationId xmlns:a16="http://schemas.microsoft.com/office/drawing/2014/main" id="{C0650912-09DF-4926-A8BE-5961730DB749}"/>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508F2FE4-E07E-44FD-880B-A18622583D1B}"/>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方法</a:t>
            </a:r>
          </a:p>
        </p:txBody>
      </p:sp>
      <p:sp>
        <p:nvSpPr>
          <p:cNvPr id="11" name="AutoShape 11">
            <a:extLst xmlns:a="http://schemas.openxmlformats.org/drawingml/2006/main">
              <a:ext uri="{FF2B5EF4-FFF2-40B4-BE49-F238E27FC236}">
                <a16:creationId xmlns:a16="http://schemas.microsoft.com/office/drawing/2014/main" id="{5589679B-AC7C-4079-93BD-F4D368DFF103}"/>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C054CA92-E82C-4EF1-99E2-2FB758FB524A}"/>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评估</a:t>
            </a:r>
          </a:p>
        </p:txBody>
      </p:sp>
      <p:sp>
        <p:nvSpPr>
          <p:cNvPr id="12" name="AutoShape 12">
            <a:extLst xmlns:a="http://schemas.openxmlformats.org/drawingml/2006/main">
              <a:ext uri="{FF2B5EF4-FFF2-40B4-BE49-F238E27FC236}">
                <a16:creationId xmlns:a16="http://schemas.microsoft.com/office/drawing/2014/main" id="{34F26AD2-0684-4F57-9E3E-FE59B8C7A17A}"/>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E7D1473B-A8A0-4740-90FB-9F6A4603B5F8}"/>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相关工作</a:t>
            </a:r>
          </a:p>
        </p:txBody>
      </p:sp>
      <p:sp>
        <p:nvSpPr>
          <p:cNvPr id="20" name="AutoShape 12">
            <a:extLst xmlns:a="http://schemas.openxmlformats.org/drawingml/2006/main">
              <a:ext uri="{FF2B5EF4-FFF2-40B4-BE49-F238E27FC236}">
                <a16:creationId xmlns:a16="http://schemas.microsoft.com/office/drawing/2014/main" id="{335F4BE1-DD6C-47B8-9B28-2CCD34635FDD}"/>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C9491B47-5553-46C0-B3DA-3625CA9E45C2}"/>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a:t>
            </a:r>
          </a:p>
        </p:txBody>
      </p:sp>
    </p:spTree>
  </p:cSld>
</p:sldLayout>
</file>

<file path=ppt/slideLayouts/slideLayout28.xml><?xml version="1.0" encoding="utf-8"?>
<p:sldLayout xmlns:p="http://schemas.openxmlformats.org/presentationml/2006/main" type="title" preserve="1">
  <p:cSld name="8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71889D2F-04B1-4614-96CF-89F7CFC44F13}"/>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4E85660D-5EA0-4428-8732-555E1F06B5AC}"/>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95f4b26868e743dd"/>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E2241DE3-52A5-4BC1-B8B6-D495BC47EE93}"/>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17809624-9900-4600-BFB9-A0A968B50CA6}"/>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1ABD6572-B24C-4AF5-9AAE-8DC394AC470B}"/>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E357D445-1050-4D38-9827-44BB2F80F3EB}"/>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705DFC4F-EE54-4CE0-A3C3-8BFA27E14AC3}"/>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BFB946B9-12A9-4B71-A896-AEA2C89E0012}"/>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框架</a:t>
            </a:r>
          </a:p>
        </p:txBody>
      </p:sp>
      <p:sp>
        <p:nvSpPr>
          <p:cNvPr id="10" name="AutoShape 10">
            <a:extLst xmlns:a="http://schemas.openxmlformats.org/drawingml/2006/main">
              <a:ext uri="{FF2B5EF4-FFF2-40B4-BE49-F238E27FC236}">
                <a16:creationId xmlns:a16="http://schemas.microsoft.com/office/drawing/2014/main" id="{B2521B5B-B51A-4D12-B07B-1E1B4DE9472D}"/>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7D13A464-0E92-450F-8AA5-3E7527DD6C22}"/>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方法</a:t>
            </a:r>
          </a:p>
        </p:txBody>
      </p:sp>
      <p:sp>
        <p:nvSpPr>
          <p:cNvPr id="11" name="AutoShape 11">
            <a:extLst xmlns:a="http://schemas.openxmlformats.org/drawingml/2006/main">
              <a:ext uri="{FF2B5EF4-FFF2-40B4-BE49-F238E27FC236}">
                <a16:creationId xmlns:a16="http://schemas.microsoft.com/office/drawing/2014/main" id="{12D0B613-F2EA-4FC5-B048-CD89D8A9CC19}"/>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838E5876-7E4D-46E0-AA27-13B962C1BED3}"/>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评估</a:t>
            </a:r>
          </a:p>
        </p:txBody>
      </p:sp>
      <p:sp>
        <p:nvSpPr>
          <p:cNvPr id="12" name="AutoShape 12">
            <a:extLst xmlns:a="http://schemas.openxmlformats.org/drawingml/2006/main">
              <a:ext uri="{FF2B5EF4-FFF2-40B4-BE49-F238E27FC236}">
                <a16:creationId xmlns:a16="http://schemas.microsoft.com/office/drawing/2014/main" id="{B164ED8A-5296-4C13-9297-F130A1E887FC}"/>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A2BC1B82-8FED-4B17-A21A-54CC8750B129}"/>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b="1" i="0" u="none">
                <a:solidFill>
                  <a:srgbClr val="C00000"/>
                </a:solidFill>
                <a:latin typeface="微软雅黑"/>
                <a:ea typeface="微软雅黑"/>
                <a:cs typeface="微软雅黑"/>
              </a:rPr>
              <a:t>相关工作</a:t>
            </a:r>
          </a:p>
        </p:txBody>
      </p:sp>
      <p:sp>
        <p:nvSpPr>
          <p:cNvPr id="20" name="AutoShape 12">
            <a:extLst xmlns:a="http://schemas.openxmlformats.org/drawingml/2006/main">
              <a:ext uri="{FF2B5EF4-FFF2-40B4-BE49-F238E27FC236}">
                <a16:creationId xmlns:a16="http://schemas.microsoft.com/office/drawing/2014/main" id="{6D624366-4B41-4ADE-B80B-EE2867E1AF16}"/>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A233DB45-413B-4828-BD2D-B855A677EEC9}"/>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总结</a:t>
            </a:r>
          </a:p>
        </p:txBody>
      </p:sp>
    </p:spTree>
  </p:cSld>
</p:sldLayout>
</file>

<file path=ppt/slideLayouts/slideLayout29.xml><?xml version="1.0" encoding="utf-8"?>
<p:sldLayout xmlns:p="http://schemas.openxmlformats.org/presentationml/2006/main" type="title" preserve="1">
  <p:cSld name="9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AB38426F-AF40-4256-A071-1A7CFFE1C3B2}"/>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54A38473-95C0-4BB0-A9BB-4BF0CFC8BCA6}"/>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b250c8eb190d4f30"/>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C1B46819-F2C3-4948-980C-79D75B306F2F}"/>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4855B3C4-BBCA-400A-9160-EB0FFA4351DA}"/>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FDF15648-568B-4F9D-BBF5-B2EBEAB5A5A7}"/>
              </a:ext>
            </a:extLst>
          </p:cNvPr>
          <p:cNvSpPr>
            <a:spLocks xmlns:a="http://schemas.openxmlformats.org/drawingml/2006/main" noGrp="1"/>
          </p:cNvSpPr>
          <p:nvPr/>
        </p:nvSpPr>
        <p:spPr>
          <a:xfrm xmlns:a="http://schemas.openxmlformats.org/drawingml/2006/main" rot="0">
            <a:off x="5034280" y="15074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13" name="AutoShape 13">
            <a:extLst xmlns:a="http://schemas.openxmlformats.org/drawingml/2006/main">
              <a:ext uri="{FF2B5EF4-FFF2-40B4-BE49-F238E27FC236}">
                <a16:creationId xmlns:a16="http://schemas.microsoft.com/office/drawing/2014/main" id="{0DD1BCE6-38E7-4243-A4DB-DB069A2379AD}"/>
              </a:ext>
            </a:extLst>
          </p:cNvPr>
          <p:cNvSpPr>
            <a:spLocks xmlns:a="http://schemas.openxmlformats.org/drawingml/2006/main" noGrp="1"/>
          </p:cNvSpPr>
          <p:nvPr/>
        </p:nvSpPr>
        <p:spPr>
          <a:xfrm xmlns:a="http://schemas.openxmlformats.org/drawingml/2006/main" rot="0">
            <a:off x="5831840" y="1579245"/>
            <a:ext cx="226377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引言</a:t>
            </a:r>
          </a:p>
        </p:txBody>
      </p:sp>
      <p:sp>
        <p:nvSpPr>
          <p:cNvPr id="9" name="AutoShape 9">
            <a:extLst xmlns:a="http://schemas.openxmlformats.org/drawingml/2006/main">
              <a:ext uri="{FF2B5EF4-FFF2-40B4-BE49-F238E27FC236}">
                <a16:creationId xmlns:a16="http://schemas.microsoft.com/office/drawing/2014/main" id="{86711704-3D14-4F3F-BCF3-33D28FAED2FF}"/>
              </a:ext>
            </a:extLst>
          </p:cNvPr>
          <p:cNvSpPr>
            <a:spLocks xmlns:a="http://schemas.openxmlformats.org/drawingml/2006/main" noGrp="1"/>
          </p:cNvSpPr>
          <p:nvPr/>
        </p:nvSpPr>
        <p:spPr>
          <a:xfrm xmlns:a="http://schemas.openxmlformats.org/drawingml/2006/main" rot="0">
            <a:off x="5034280" y="210693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4" name="AutoShape 14">
            <a:extLst xmlns:a="http://schemas.openxmlformats.org/drawingml/2006/main">
              <a:ext uri="{FF2B5EF4-FFF2-40B4-BE49-F238E27FC236}">
                <a16:creationId xmlns:a16="http://schemas.microsoft.com/office/drawing/2014/main" id="{858A7E77-7839-4068-B8D2-0067B496063A}"/>
              </a:ext>
            </a:extLst>
          </p:cNvPr>
          <p:cNvSpPr>
            <a:spLocks xmlns:a="http://schemas.openxmlformats.org/drawingml/2006/main" noGrp="1"/>
          </p:cNvSpPr>
          <p:nvPr/>
        </p:nvSpPr>
        <p:spPr>
          <a:xfrm xmlns:a="http://schemas.openxmlformats.org/drawingml/2006/main" rot="0">
            <a:off x="5831840" y="2108200"/>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框架</a:t>
            </a:r>
          </a:p>
        </p:txBody>
      </p:sp>
      <p:sp>
        <p:nvSpPr>
          <p:cNvPr id="10" name="AutoShape 10">
            <a:extLst xmlns:a="http://schemas.openxmlformats.org/drawingml/2006/main">
              <a:ext uri="{FF2B5EF4-FFF2-40B4-BE49-F238E27FC236}">
                <a16:creationId xmlns:a16="http://schemas.microsoft.com/office/drawing/2014/main" id="{18F541E0-5EE5-4430-A7CF-4272779C940F}"/>
              </a:ext>
            </a:extLst>
          </p:cNvPr>
          <p:cNvSpPr>
            <a:spLocks xmlns:a="http://schemas.openxmlformats.org/drawingml/2006/main" noGrp="1"/>
          </p:cNvSpPr>
          <p:nvPr/>
        </p:nvSpPr>
        <p:spPr>
          <a:xfrm xmlns:a="http://schemas.openxmlformats.org/drawingml/2006/main" rot="0">
            <a:off x="5034280" y="270764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5" name="AutoShape 15">
            <a:extLst xmlns:a="http://schemas.openxmlformats.org/drawingml/2006/main">
              <a:ext uri="{FF2B5EF4-FFF2-40B4-BE49-F238E27FC236}">
                <a16:creationId xmlns:a16="http://schemas.microsoft.com/office/drawing/2014/main" id="{858C7612-DE00-4F80-8E7D-D268B1169B83}"/>
              </a:ext>
            </a:extLst>
          </p:cNvPr>
          <p:cNvSpPr>
            <a:spLocks xmlns:a="http://schemas.openxmlformats.org/drawingml/2006/main" noGrp="1"/>
          </p:cNvSpPr>
          <p:nvPr/>
        </p:nvSpPr>
        <p:spPr>
          <a:xfrm xmlns:a="http://schemas.openxmlformats.org/drawingml/2006/main" rot="0">
            <a:off x="5831840" y="2706370"/>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方法</a:t>
            </a:r>
          </a:p>
        </p:txBody>
      </p:sp>
      <p:sp>
        <p:nvSpPr>
          <p:cNvPr id="11" name="AutoShape 11">
            <a:extLst xmlns:a="http://schemas.openxmlformats.org/drawingml/2006/main">
              <a:ext uri="{FF2B5EF4-FFF2-40B4-BE49-F238E27FC236}">
                <a16:creationId xmlns:a16="http://schemas.microsoft.com/office/drawing/2014/main" id="{70CE301E-C9D9-42B7-AE27-222ACBBED257}"/>
              </a:ext>
            </a:extLst>
          </p:cNvPr>
          <p:cNvSpPr>
            <a:spLocks xmlns:a="http://schemas.openxmlformats.org/drawingml/2006/main" noGrp="1"/>
          </p:cNvSpPr>
          <p:nvPr/>
        </p:nvSpPr>
        <p:spPr>
          <a:xfrm xmlns:a="http://schemas.openxmlformats.org/drawingml/2006/main" rot="0">
            <a:off x="5030470" y="330835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6" name="AutoShape 16">
            <a:extLst xmlns:a="http://schemas.openxmlformats.org/drawingml/2006/main">
              <a:ext uri="{FF2B5EF4-FFF2-40B4-BE49-F238E27FC236}">
                <a16:creationId xmlns:a16="http://schemas.microsoft.com/office/drawing/2014/main" id="{108F58F7-557E-417D-9557-ABD3B131AED2}"/>
              </a:ext>
            </a:extLst>
          </p:cNvPr>
          <p:cNvSpPr>
            <a:spLocks xmlns:a="http://schemas.openxmlformats.org/drawingml/2006/main" noGrp="1"/>
          </p:cNvSpPr>
          <p:nvPr/>
        </p:nvSpPr>
        <p:spPr>
          <a:xfrm xmlns:a="http://schemas.openxmlformats.org/drawingml/2006/main" rot="0">
            <a:off x="5831840" y="330708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评估</a:t>
            </a:r>
          </a:p>
        </p:txBody>
      </p:sp>
      <p:sp>
        <p:nvSpPr>
          <p:cNvPr id="12" name="AutoShape 12">
            <a:extLst xmlns:a="http://schemas.openxmlformats.org/drawingml/2006/main">
              <a:ext uri="{FF2B5EF4-FFF2-40B4-BE49-F238E27FC236}">
                <a16:creationId xmlns:a16="http://schemas.microsoft.com/office/drawing/2014/main" id="{0EE65FD0-FBFB-49C7-B0FE-B70382F85C6C}"/>
              </a:ext>
            </a:extLst>
          </p:cNvPr>
          <p:cNvSpPr>
            <a:spLocks xmlns:a="http://schemas.openxmlformats.org/drawingml/2006/main" noGrp="1"/>
          </p:cNvSpPr>
          <p:nvPr/>
        </p:nvSpPr>
        <p:spPr>
          <a:xfrm xmlns:a="http://schemas.openxmlformats.org/drawingml/2006/main" rot="0">
            <a:off x="5034280" y="391922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7" name="AutoShape 17">
            <a:extLst xmlns:a="http://schemas.openxmlformats.org/drawingml/2006/main">
              <a:ext uri="{FF2B5EF4-FFF2-40B4-BE49-F238E27FC236}">
                <a16:creationId xmlns:a16="http://schemas.microsoft.com/office/drawing/2014/main" id="{852A6168-71F2-45A8-889E-5194399D6217}"/>
              </a:ext>
            </a:extLst>
          </p:cNvPr>
          <p:cNvSpPr>
            <a:spLocks xmlns:a="http://schemas.openxmlformats.org/drawingml/2006/main" noGrp="1"/>
          </p:cNvSpPr>
          <p:nvPr/>
        </p:nvSpPr>
        <p:spPr>
          <a:xfrm xmlns:a="http://schemas.openxmlformats.org/drawingml/2006/main" rot="0">
            <a:off x="5831840" y="390779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相关工作</a:t>
            </a:r>
          </a:p>
        </p:txBody>
      </p:sp>
      <p:sp>
        <p:nvSpPr>
          <p:cNvPr id="20" name="AutoShape 12">
            <a:extLst xmlns:a="http://schemas.openxmlformats.org/drawingml/2006/main">
              <a:ext uri="{FF2B5EF4-FFF2-40B4-BE49-F238E27FC236}">
                <a16:creationId xmlns:a16="http://schemas.microsoft.com/office/drawing/2014/main" id="{96B7D825-752A-460C-B482-443723CC17EB}"/>
              </a:ext>
            </a:extLst>
          </p:cNvPr>
          <p:cNvSpPr>
            <a:spLocks xmlns:a="http://schemas.openxmlformats.org/drawingml/2006/main" noGrp="1"/>
          </p:cNvSpPr>
          <p:nvPr/>
        </p:nvSpPr>
        <p:spPr>
          <a:xfrm xmlns:a="http://schemas.openxmlformats.org/drawingml/2006/main" rot="0">
            <a:off x="5034280" y="4530090"/>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06</a:t>
            </a:r>
          </a:p>
        </p:txBody>
      </p:sp>
      <p:sp>
        <p:nvSpPr>
          <p:cNvPr id="21" name="AutoShape 17">
            <a:extLst xmlns:a="http://schemas.openxmlformats.org/drawingml/2006/main">
              <a:ext uri="{FF2B5EF4-FFF2-40B4-BE49-F238E27FC236}">
                <a16:creationId xmlns:a16="http://schemas.microsoft.com/office/drawing/2014/main" id="{B802615A-0667-4E6F-B375-673FC80DD6E1}"/>
              </a:ext>
            </a:extLst>
          </p:cNvPr>
          <p:cNvSpPr>
            <a:spLocks xmlns:a="http://schemas.openxmlformats.org/drawingml/2006/main" noGrp="1"/>
          </p:cNvSpPr>
          <p:nvPr/>
        </p:nvSpPr>
        <p:spPr>
          <a:xfrm xmlns:a="http://schemas.openxmlformats.org/drawingml/2006/main" rot="0">
            <a:off x="5831840" y="451866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b="1" i="0" u="none">
                <a:solidFill>
                  <a:srgbClr val="C00000"/>
                </a:solidFill>
                <a:latin typeface="微软雅黑"/>
                <a:ea typeface="微软雅黑"/>
                <a:cs typeface="微软雅黑"/>
              </a:rPr>
              <a:t>总结</a:t>
            </a:r>
          </a:p>
        </p:txBody>
      </p:sp>
    </p:spTree>
  </p:cSld>
</p:sldLayout>
</file>

<file path=ppt/slideLayouts/slideLayout30.xml><?xml version="1.0" encoding="utf-8"?>
<p:sldLayout xmlns:p="http://schemas.openxmlformats.org/presentationml/2006/main" type="title" preserve="1">
  <p:cSld name="1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63EAB475-7B46-4E20-B48E-F1D95DD6B582}"/>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006AB833-A3F2-4916-BB49-7EFCCCAD2034}"/>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daad73666d194560"/>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4BA94EF3-A164-432E-B655-BD1A7FE50AE5}"/>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A1F9E2B5-6CE0-4EB7-BB40-C84BC124A8E0}"/>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C407E017-976E-4FC3-8739-CFD284211B56}"/>
              </a:ext>
            </a:extLst>
          </p:cNvPr>
          <p:cNvSpPr>
            <a:spLocks xmlns:a="http://schemas.openxmlformats.org/drawingml/2006/main" noGrp="1"/>
          </p:cNvSpPr>
          <p:nvPr/>
        </p:nvSpPr>
        <p:spPr>
          <a:xfrm xmlns:a="http://schemas.openxmlformats.org/drawingml/2006/main">
            <a:off x="4739676" y="1558441"/>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9" name="AutoShape 9">
            <a:extLst xmlns:a="http://schemas.openxmlformats.org/drawingml/2006/main">
              <a:ext uri="{FF2B5EF4-FFF2-40B4-BE49-F238E27FC236}">
                <a16:creationId xmlns:a16="http://schemas.microsoft.com/office/drawing/2014/main" id="{DB8EDE2C-7E30-45DB-BABA-7334BB839F5C}"/>
              </a:ext>
            </a:extLst>
          </p:cNvPr>
          <p:cNvSpPr>
            <a:spLocks xmlns:a="http://schemas.openxmlformats.org/drawingml/2006/main" noGrp="1"/>
          </p:cNvSpPr>
          <p:nvPr/>
        </p:nvSpPr>
        <p:spPr>
          <a:xfrm xmlns:a="http://schemas.openxmlformats.org/drawingml/2006/main">
            <a:off x="4739676" y="230284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0" name="AutoShape 10">
            <a:extLst xmlns:a="http://schemas.openxmlformats.org/drawingml/2006/main">
              <a:ext uri="{FF2B5EF4-FFF2-40B4-BE49-F238E27FC236}">
                <a16:creationId xmlns:a16="http://schemas.microsoft.com/office/drawing/2014/main" id="{6A376205-3384-4C59-AAA1-8AD57AAF9F8D}"/>
              </a:ext>
            </a:extLst>
          </p:cNvPr>
          <p:cNvSpPr>
            <a:spLocks xmlns:a="http://schemas.openxmlformats.org/drawingml/2006/main" noGrp="1"/>
          </p:cNvSpPr>
          <p:nvPr/>
        </p:nvSpPr>
        <p:spPr>
          <a:xfrm xmlns:a="http://schemas.openxmlformats.org/drawingml/2006/main">
            <a:off x="4739676" y="3030846"/>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1" name="AutoShape 11">
            <a:extLst xmlns:a="http://schemas.openxmlformats.org/drawingml/2006/main">
              <a:ext uri="{FF2B5EF4-FFF2-40B4-BE49-F238E27FC236}">
                <a16:creationId xmlns:a16="http://schemas.microsoft.com/office/drawing/2014/main" id="{CA650E4B-FB79-4FC3-8112-3AEF4EE24818}"/>
              </a:ext>
            </a:extLst>
          </p:cNvPr>
          <p:cNvSpPr>
            <a:spLocks xmlns:a="http://schemas.openxmlformats.org/drawingml/2006/main" noGrp="1"/>
          </p:cNvSpPr>
          <p:nvPr/>
        </p:nvSpPr>
        <p:spPr>
          <a:xfrm xmlns:a="http://schemas.openxmlformats.org/drawingml/2006/main">
            <a:off x="4736035" y="375810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2" name="AutoShape 12">
            <a:extLst xmlns:a="http://schemas.openxmlformats.org/drawingml/2006/main">
              <a:ext uri="{FF2B5EF4-FFF2-40B4-BE49-F238E27FC236}">
                <a16:creationId xmlns:a16="http://schemas.microsoft.com/office/drawing/2014/main" id="{AF7E1A2D-C200-44A0-A998-57806E6AB58E}"/>
              </a:ext>
            </a:extLst>
          </p:cNvPr>
          <p:cNvSpPr>
            <a:spLocks xmlns:a="http://schemas.openxmlformats.org/drawingml/2006/main" noGrp="1"/>
          </p:cNvSpPr>
          <p:nvPr/>
        </p:nvSpPr>
        <p:spPr>
          <a:xfrm xmlns:a="http://schemas.openxmlformats.org/drawingml/2006/main">
            <a:off x="4739676" y="450863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3" name="AutoShape 13">
            <a:extLst xmlns:a="http://schemas.openxmlformats.org/drawingml/2006/main">
              <a:ext uri="{FF2B5EF4-FFF2-40B4-BE49-F238E27FC236}">
                <a16:creationId xmlns:a16="http://schemas.microsoft.com/office/drawing/2014/main" id="{69C45C4D-6944-4631-8A51-C461FE72114A}"/>
              </a:ext>
            </a:extLst>
          </p:cNvPr>
          <p:cNvSpPr>
            <a:spLocks xmlns:a="http://schemas.openxmlformats.org/drawingml/2006/main" noGrp="1"/>
          </p:cNvSpPr>
          <p:nvPr/>
        </p:nvSpPr>
        <p:spPr>
          <a:xfrm xmlns:a="http://schemas.openxmlformats.org/drawingml/2006/main">
            <a:off x="5537137" y="1629879"/>
            <a:ext cx="111114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选题意义</a:t>
            </a:r>
          </a:p>
        </p:txBody>
      </p:sp>
      <p:sp>
        <p:nvSpPr>
          <p:cNvPr id="14" name="AutoShape 14">
            <a:extLst xmlns:a="http://schemas.openxmlformats.org/drawingml/2006/main">
              <a:ext uri="{FF2B5EF4-FFF2-40B4-BE49-F238E27FC236}">
                <a16:creationId xmlns:a16="http://schemas.microsoft.com/office/drawing/2014/main" id="{E3EEEDF0-6EC2-45C3-A602-62B81295DC32}"/>
              </a:ext>
            </a:extLst>
          </p:cNvPr>
          <p:cNvSpPr>
            <a:spLocks xmlns:a="http://schemas.openxmlformats.org/drawingml/2006/main" noGrp="1"/>
          </p:cNvSpPr>
          <p:nvPr/>
        </p:nvSpPr>
        <p:spPr>
          <a:xfrm xmlns:a="http://schemas.openxmlformats.org/drawingml/2006/main">
            <a:off x="5537200" y="2304415"/>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国内外研究现状</a:t>
            </a:r>
          </a:p>
        </p:txBody>
      </p:sp>
      <p:sp>
        <p:nvSpPr>
          <p:cNvPr id="15" name="AutoShape 15">
            <a:extLst xmlns:a="http://schemas.openxmlformats.org/drawingml/2006/main">
              <a:ext uri="{FF2B5EF4-FFF2-40B4-BE49-F238E27FC236}">
                <a16:creationId xmlns:a16="http://schemas.microsoft.com/office/drawing/2014/main" id="{5F9463C8-3A97-4323-AD70-84EFE73AD419}"/>
              </a:ext>
            </a:extLst>
          </p:cNvPr>
          <p:cNvSpPr>
            <a:spLocks xmlns:a="http://schemas.openxmlformats.org/drawingml/2006/main" noGrp="1"/>
          </p:cNvSpPr>
          <p:nvPr/>
        </p:nvSpPr>
        <p:spPr>
          <a:xfrm xmlns:a="http://schemas.openxmlformats.org/drawingml/2006/main">
            <a:off x="5537200" y="3029585"/>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研究内容与技术路线</a:t>
            </a:r>
          </a:p>
        </p:txBody>
      </p:sp>
      <p:sp>
        <p:nvSpPr>
          <p:cNvPr id="16" name="AutoShape 16">
            <a:extLst xmlns:a="http://schemas.openxmlformats.org/drawingml/2006/main">
              <a:ext uri="{FF2B5EF4-FFF2-40B4-BE49-F238E27FC236}">
                <a16:creationId xmlns:a16="http://schemas.microsoft.com/office/drawing/2014/main" id="{91E0140F-71B5-4306-AF66-E5733AEFA78F}"/>
              </a:ext>
            </a:extLst>
          </p:cNvPr>
          <p:cNvSpPr>
            <a:spLocks xmlns:a="http://schemas.openxmlformats.org/drawingml/2006/main" noGrp="1"/>
          </p:cNvSpPr>
          <p:nvPr/>
        </p:nvSpPr>
        <p:spPr>
          <a:xfrm xmlns:a="http://schemas.openxmlformats.org/drawingml/2006/main">
            <a:off x="5537200" y="375666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最终目标及主要创新点</a:t>
            </a:r>
          </a:p>
        </p:txBody>
      </p:sp>
      <p:sp>
        <p:nvSpPr>
          <p:cNvPr id="17" name="AutoShape 17">
            <a:extLst xmlns:a="http://schemas.openxmlformats.org/drawingml/2006/main">
              <a:ext uri="{FF2B5EF4-FFF2-40B4-BE49-F238E27FC236}">
                <a16:creationId xmlns:a16="http://schemas.microsoft.com/office/drawing/2014/main" id="{FF94BFDE-2C42-4232-B015-A30ED357D9EE}"/>
              </a:ext>
            </a:extLst>
          </p:cNvPr>
          <p:cNvSpPr>
            <a:spLocks xmlns:a="http://schemas.openxmlformats.org/drawingml/2006/main" noGrp="1"/>
          </p:cNvSpPr>
          <p:nvPr/>
        </p:nvSpPr>
        <p:spPr>
          <a:xfrm xmlns:a="http://schemas.openxmlformats.org/drawingml/2006/main">
            <a:off x="5537200" y="449707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已有研究内容及总结</a:t>
            </a:r>
          </a:p>
        </p:txBody>
      </p:sp>
    </p:spTree>
  </p:cSld>
</p:sldLayout>
</file>

<file path=ppt/slideLayouts/slideLayout31.xml><?xml version="1.0" encoding="utf-8"?>
<p:sldLayout xmlns:p="http://schemas.openxmlformats.org/presentationml/2006/main" type="title" preserve="1">
  <p:cSld name="2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978B965F-B5A1-4EB6-8E2A-C420F2AC9350}"/>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095B0047-35CD-46D4-BF88-7AADDE107FAE}"/>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fe166009aef94dcf"/>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B1D3EDA4-9D9D-437C-A73A-6A9A0D7E1791}"/>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EF9DF0AB-266C-47CC-9CD8-A614C19FDAB4}"/>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71CFB5C8-4F40-48E5-B525-54BB598F787B}"/>
              </a:ext>
            </a:extLst>
          </p:cNvPr>
          <p:cNvSpPr>
            <a:spLocks xmlns:a="http://schemas.openxmlformats.org/drawingml/2006/main" noGrp="1"/>
          </p:cNvSpPr>
          <p:nvPr/>
        </p:nvSpPr>
        <p:spPr>
          <a:xfrm xmlns:a="http://schemas.openxmlformats.org/drawingml/2006/main">
            <a:off x="4739676" y="1558441"/>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9" name="AutoShape 9">
            <a:extLst xmlns:a="http://schemas.openxmlformats.org/drawingml/2006/main">
              <a:ext uri="{FF2B5EF4-FFF2-40B4-BE49-F238E27FC236}">
                <a16:creationId xmlns:a16="http://schemas.microsoft.com/office/drawing/2014/main" id="{BF95D21E-9DD1-4D94-8C51-390DC34C311B}"/>
              </a:ext>
            </a:extLst>
          </p:cNvPr>
          <p:cNvSpPr>
            <a:spLocks xmlns:a="http://schemas.openxmlformats.org/drawingml/2006/main" noGrp="1"/>
          </p:cNvSpPr>
          <p:nvPr/>
        </p:nvSpPr>
        <p:spPr>
          <a:xfrm xmlns:a="http://schemas.openxmlformats.org/drawingml/2006/main">
            <a:off x="4739676" y="230284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0" name="AutoShape 10">
            <a:extLst xmlns:a="http://schemas.openxmlformats.org/drawingml/2006/main">
              <a:ext uri="{FF2B5EF4-FFF2-40B4-BE49-F238E27FC236}">
                <a16:creationId xmlns:a16="http://schemas.microsoft.com/office/drawing/2014/main" id="{83911667-5C97-45BD-88E5-F0C3703DE5CE}"/>
              </a:ext>
            </a:extLst>
          </p:cNvPr>
          <p:cNvSpPr>
            <a:spLocks xmlns:a="http://schemas.openxmlformats.org/drawingml/2006/main" noGrp="1"/>
          </p:cNvSpPr>
          <p:nvPr/>
        </p:nvSpPr>
        <p:spPr>
          <a:xfrm xmlns:a="http://schemas.openxmlformats.org/drawingml/2006/main">
            <a:off x="4739676" y="3030846"/>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1" name="AutoShape 11">
            <a:extLst xmlns:a="http://schemas.openxmlformats.org/drawingml/2006/main">
              <a:ext uri="{FF2B5EF4-FFF2-40B4-BE49-F238E27FC236}">
                <a16:creationId xmlns:a16="http://schemas.microsoft.com/office/drawing/2014/main" id="{9BF8AB9B-8A5B-4D2C-9B71-AC7C5FA4C0FE}"/>
              </a:ext>
            </a:extLst>
          </p:cNvPr>
          <p:cNvSpPr>
            <a:spLocks xmlns:a="http://schemas.openxmlformats.org/drawingml/2006/main" noGrp="1"/>
          </p:cNvSpPr>
          <p:nvPr/>
        </p:nvSpPr>
        <p:spPr>
          <a:xfrm xmlns:a="http://schemas.openxmlformats.org/drawingml/2006/main">
            <a:off x="4736035" y="375810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2" name="AutoShape 12">
            <a:extLst xmlns:a="http://schemas.openxmlformats.org/drawingml/2006/main">
              <a:ext uri="{FF2B5EF4-FFF2-40B4-BE49-F238E27FC236}">
                <a16:creationId xmlns:a16="http://schemas.microsoft.com/office/drawing/2014/main" id="{16FFD13A-5EC5-421D-8A10-F41B6BD9ADD0}"/>
              </a:ext>
            </a:extLst>
          </p:cNvPr>
          <p:cNvSpPr>
            <a:spLocks xmlns:a="http://schemas.openxmlformats.org/drawingml/2006/main" noGrp="1"/>
          </p:cNvSpPr>
          <p:nvPr/>
        </p:nvSpPr>
        <p:spPr>
          <a:xfrm xmlns:a="http://schemas.openxmlformats.org/drawingml/2006/main">
            <a:off x="4739676" y="450863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3" name="AutoShape 13">
            <a:extLst xmlns:a="http://schemas.openxmlformats.org/drawingml/2006/main">
              <a:ext uri="{FF2B5EF4-FFF2-40B4-BE49-F238E27FC236}">
                <a16:creationId xmlns:a16="http://schemas.microsoft.com/office/drawing/2014/main" id="{ACE6E203-781C-4545-BF5E-56F8397E6ABE}"/>
              </a:ext>
            </a:extLst>
          </p:cNvPr>
          <p:cNvSpPr>
            <a:spLocks xmlns:a="http://schemas.openxmlformats.org/drawingml/2006/main" noGrp="1"/>
          </p:cNvSpPr>
          <p:nvPr/>
        </p:nvSpPr>
        <p:spPr>
          <a:xfrm xmlns:a="http://schemas.openxmlformats.org/drawingml/2006/main">
            <a:off x="5537137" y="1629879"/>
            <a:ext cx="111114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选题意义</a:t>
            </a:r>
          </a:p>
        </p:txBody>
      </p:sp>
      <p:sp>
        <p:nvSpPr>
          <p:cNvPr id="14" name="AutoShape 14">
            <a:extLst xmlns:a="http://schemas.openxmlformats.org/drawingml/2006/main">
              <a:ext uri="{FF2B5EF4-FFF2-40B4-BE49-F238E27FC236}">
                <a16:creationId xmlns:a16="http://schemas.microsoft.com/office/drawing/2014/main" id="{FA0B1450-6CAA-4662-9A90-5DCD9204A9E4}"/>
              </a:ext>
            </a:extLst>
          </p:cNvPr>
          <p:cNvSpPr>
            <a:spLocks xmlns:a="http://schemas.openxmlformats.org/drawingml/2006/main" noGrp="1"/>
          </p:cNvSpPr>
          <p:nvPr/>
        </p:nvSpPr>
        <p:spPr>
          <a:xfrm xmlns:a="http://schemas.openxmlformats.org/drawingml/2006/main">
            <a:off x="5537200" y="2304415"/>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国内外研究现状</a:t>
            </a:r>
          </a:p>
        </p:txBody>
      </p:sp>
      <p:sp>
        <p:nvSpPr>
          <p:cNvPr id="15" name="AutoShape 15">
            <a:extLst xmlns:a="http://schemas.openxmlformats.org/drawingml/2006/main">
              <a:ext uri="{FF2B5EF4-FFF2-40B4-BE49-F238E27FC236}">
                <a16:creationId xmlns:a16="http://schemas.microsoft.com/office/drawing/2014/main" id="{E61C408F-67C8-46B6-AAAF-5EB6BB1D1131}"/>
              </a:ext>
            </a:extLst>
          </p:cNvPr>
          <p:cNvSpPr>
            <a:spLocks xmlns:a="http://schemas.openxmlformats.org/drawingml/2006/main" noGrp="1"/>
          </p:cNvSpPr>
          <p:nvPr/>
        </p:nvSpPr>
        <p:spPr>
          <a:xfrm xmlns:a="http://schemas.openxmlformats.org/drawingml/2006/main">
            <a:off x="5537200" y="3029585"/>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研究内容与技术路线</a:t>
            </a:r>
          </a:p>
        </p:txBody>
      </p:sp>
      <p:sp>
        <p:nvSpPr>
          <p:cNvPr id="16" name="AutoShape 16">
            <a:extLst xmlns:a="http://schemas.openxmlformats.org/drawingml/2006/main">
              <a:ext uri="{FF2B5EF4-FFF2-40B4-BE49-F238E27FC236}">
                <a16:creationId xmlns:a16="http://schemas.microsoft.com/office/drawing/2014/main" id="{4E084E7F-DDD8-419E-BE58-0B8F00E09A92}"/>
              </a:ext>
            </a:extLst>
          </p:cNvPr>
          <p:cNvSpPr>
            <a:spLocks xmlns:a="http://schemas.openxmlformats.org/drawingml/2006/main" noGrp="1"/>
          </p:cNvSpPr>
          <p:nvPr/>
        </p:nvSpPr>
        <p:spPr>
          <a:xfrm xmlns:a="http://schemas.openxmlformats.org/drawingml/2006/main">
            <a:off x="5537200" y="375666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最终目标及主要创新点</a:t>
            </a:r>
          </a:p>
        </p:txBody>
      </p:sp>
      <p:sp>
        <p:nvSpPr>
          <p:cNvPr id="17" name="AutoShape 17">
            <a:extLst xmlns:a="http://schemas.openxmlformats.org/drawingml/2006/main">
              <a:ext uri="{FF2B5EF4-FFF2-40B4-BE49-F238E27FC236}">
                <a16:creationId xmlns:a16="http://schemas.microsoft.com/office/drawing/2014/main" id="{00EA64A6-EA8D-4777-BC63-917D911A6035}"/>
              </a:ext>
            </a:extLst>
          </p:cNvPr>
          <p:cNvSpPr>
            <a:spLocks xmlns:a="http://schemas.openxmlformats.org/drawingml/2006/main" noGrp="1"/>
          </p:cNvSpPr>
          <p:nvPr/>
        </p:nvSpPr>
        <p:spPr>
          <a:xfrm xmlns:a="http://schemas.openxmlformats.org/drawingml/2006/main">
            <a:off x="5537200" y="449707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已有研究内容及总结</a:t>
            </a:r>
          </a:p>
        </p:txBody>
      </p:sp>
    </p:spTree>
  </p:cSld>
</p:sldLayout>
</file>

<file path=ppt/slideLayouts/slideLayout32.xml><?xml version="1.0" encoding="utf-8"?>
<p:sldLayout xmlns:p="http://schemas.openxmlformats.org/presentationml/2006/main" type="title" preserve="1">
  <p:cSld name="3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194B2F95-E76E-4BAA-8796-DEE0C8EA47F7}"/>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978D1292-A2D2-4AE3-BEC5-F1439934DA7B}"/>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c5d5041c80c64466"/>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09F281F4-4AD5-473B-98F4-52C81D94569F}"/>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69AE3236-2E1A-41F9-ACE8-2B7B2AFCFEF5}"/>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94097619-39A6-417A-BBAE-B1AD4779ABB1}"/>
              </a:ext>
            </a:extLst>
          </p:cNvPr>
          <p:cNvSpPr>
            <a:spLocks xmlns:a="http://schemas.openxmlformats.org/drawingml/2006/main" noGrp="1"/>
          </p:cNvSpPr>
          <p:nvPr/>
        </p:nvSpPr>
        <p:spPr>
          <a:xfrm xmlns:a="http://schemas.openxmlformats.org/drawingml/2006/main">
            <a:off x="4739676" y="1558441"/>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9" name="AutoShape 9">
            <a:extLst xmlns:a="http://schemas.openxmlformats.org/drawingml/2006/main">
              <a:ext uri="{FF2B5EF4-FFF2-40B4-BE49-F238E27FC236}">
                <a16:creationId xmlns:a16="http://schemas.microsoft.com/office/drawing/2014/main" id="{E7F0484E-E05F-4C10-A469-CC6846CB9A9E}"/>
              </a:ext>
            </a:extLst>
          </p:cNvPr>
          <p:cNvSpPr>
            <a:spLocks xmlns:a="http://schemas.openxmlformats.org/drawingml/2006/main" noGrp="1"/>
          </p:cNvSpPr>
          <p:nvPr/>
        </p:nvSpPr>
        <p:spPr>
          <a:xfrm xmlns:a="http://schemas.openxmlformats.org/drawingml/2006/main">
            <a:off x="4739676" y="230284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0" name="AutoShape 10">
            <a:extLst xmlns:a="http://schemas.openxmlformats.org/drawingml/2006/main">
              <a:ext uri="{FF2B5EF4-FFF2-40B4-BE49-F238E27FC236}">
                <a16:creationId xmlns:a16="http://schemas.microsoft.com/office/drawing/2014/main" id="{51648AC7-A8A8-4164-AD37-E4B34D84D056}"/>
              </a:ext>
            </a:extLst>
          </p:cNvPr>
          <p:cNvSpPr>
            <a:spLocks xmlns:a="http://schemas.openxmlformats.org/drawingml/2006/main" noGrp="1"/>
          </p:cNvSpPr>
          <p:nvPr/>
        </p:nvSpPr>
        <p:spPr>
          <a:xfrm xmlns:a="http://schemas.openxmlformats.org/drawingml/2006/main">
            <a:off x="4739676" y="3030846"/>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1" name="AutoShape 11">
            <a:extLst xmlns:a="http://schemas.openxmlformats.org/drawingml/2006/main">
              <a:ext uri="{FF2B5EF4-FFF2-40B4-BE49-F238E27FC236}">
                <a16:creationId xmlns:a16="http://schemas.microsoft.com/office/drawing/2014/main" id="{4A582E4D-48E2-4682-954F-8002285B8D48}"/>
              </a:ext>
            </a:extLst>
          </p:cNvPr>
          <p:cNvSpPr>
            <a:spLocks xmlns:a="http://schemas.openxmlformats.org/drawingml/2006/main" noGrp="1"/>
          </p:cNvSpPr>
          <p:nvPr/>
        </p:nvSpPr>
        <p:spPr>
          <a:xfrm xmlns:a="http://schemas.openxmlformats.org/drawingml/2006/main">
            <a:off x="4736035" y="375810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2" name="AutoShape 12">
            <a:extLst xmlns:a="http://schemas.openxmlformats.org/drawingml/2006/main">
              <a:ext uri="{FF2B5EF4-FFF2-40B4-BE49-F238E27FC236}">
                <a16:creationId xmlns:a16="http://schemas.microsoft.com/office/drawing/2014/main" id="{D6749A98-EF5A-4C80-8ECE-950303782CF7}"/>
              </a:ext>
            </a:extLst>
          </p:cNvPr>
          <p:cNvSpPr>
            <a:spLocks xmlns:a="http://schemas.openxmlformats.org/drawingml/2006/main" noGrp="1"/>
          </p:cNvSpPr>
          <p:nvPr/>
        </p:nvSpPr>
        <p:spPr>
          <a:xfrm xmlns:a="http://schemas.openxmlformats.org/drawingml/2006/main">
            <a:off x="4739676" y="450863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3" name="AutoShape 13">
            <a:extLst xmlns:a="http://schemas.openxmlformats.org/drawingml/2006/main">
              <a:ext uri="{FF2B5EF4-FFF2-40B4-BE49-F238E27FC236}">
                <a16:creationId xmlns:a16="http://schemas.microsoft.com/office/drawing/2014/main" id="{E82F60C5-53F5-48E8-8BD0-C11486629F7A}"/>
              </a:ext>
            </a:extLst>
          </p:cNvPr>
          <p:cNvSpPr>
            <a:spLocks xmlns:a="http://schemas.openxmlformats.org/drawingml/2006/main" noGrp="1"/>
          </p:cNvSpPr>
          <p:nvPr/>
        </p:nvSpPr>
        <p:spPr>
          <a:xfrm xmlns:a="http://schemas.openxmlformats.org/drawingml/2006/main">
            <a:off x="5537137" y="1629879"/>
            <a:ext cx="111114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选题意义</a:t>
            </a:r>
          </a:p>
        </p:txBody>
      </p:sp>
      <p:sp>
        <p:nvSpPr>
          <p:cNvPr id="14" name="AutoShape 14">
            <a:extLst xmlns:a="http://schemas.openxmlformats.org/drawingml/2006/main">
              <a:ext uri="{FF2B5EF4-FFF2-40B4-BE49-F238E27FC236}">
                <a16:creationId xmlns:a16="http://schemas.microsoft.com/office/drawing/2014/main" id="{629384D7-4FE0-4CB6-BE11-818103FCBC00}"/>
              </a:ext>
            </a:extLst>
          </p:cNvPr>
          <p:cNvSpPr>
            <a:spLocks xmlns:a="http://schemas.openxmlformats.org/drawingml/2006/main" noGrp="1"/>
          </p:cNvSpPr>
          <p:nvPr/>
        </p:nvSpPr>
        <p:spPr>
          <a:xfrm xmlns:a="http://schemas.openxmlformats.org/drawingml/2006/main">
            <a:off x="5537200" y="2304415"/>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国内外研究现状</a:t>
            </a:r>
          </a:p>
        </p:txBody>
      </p:sp>
      <p:sp>
        <p:nvSpPr>
          <p:cNvPr id="15" name="AutoShape 15">
            <a:extLst xmlns:a="http://schemas.openxmlformats.org/drawingml/2006/main">
              <a:ext uri="{FF2B5EF4-FFF2-40B4-BE49-F238E27FC236}">
                <a16:creationId xmlns:a16="http://schemas.microsoft.com/office/drawing/2014/main" id="{E140532C-4D32-43D3-AA3A-DFF6CDB64ED5}"/>
              </a:ext>
            </a:extLst>
          </p:cNvPr>
          <p:cNvSpPr>
            <a:spLocks xmlns:a="http://schemas.openxmlformats.org/drawingml/2006/main" noGrp="1"/>
          </p:cNvSpPr>
          <p:nvPr/>
        </p:nvSpPr>
        <p:spPr>
          <a:xfrm xmlns:a="http://schemas.openxmlformats.org/drawingml/2006/main">
            <a:off x="5537200" y="3029585"/>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研究内容与技术路线</a:t>
            </a:r>
          </a:p>
        </p:txBody>
      </p:sp>
      <p:sp>
        <p:nvSpPr>
          <p:cNvPr id="16" name="AutoShape 16">
            <a:extLst xmlns:a="http://schemas.openxmlformats.org/drawingml/2006/main">
              <a:ext uri="{FF2B5EF4-FFF2-40B4-BE49-F238E27FC236}">
                <a16:creationId xmlns:a16="http://schemas.microsoft.com/office/drawing/2014/main" id="{72B2374E-4CC5-4813-BEBC-98C69FBB60EF}"/>
              </a:ext>
            </a:extLst>
          </p:cNvPr>
          <p:cNvSpPr>
            <a:spLocks xmlns:a="http://schemas.openxmlformats.org/drawingml/2006/main" noGrp="1"/>
          </p:cNvSpPr>
          <p:nvPr/>
        </p:nvSpPr>
        <p:spPr>
          <a:xfrm xmlns:a="http://schemas.openxmlformats.org/drawingml/2006/main">
            <a:off x="5537200" y="375666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b="1" i="0" u="none">
                <a:solidFill>
                  <a:srgbClr val="C00000"/>
                </a:solidFill>
                <a:latin typeface="微软雅黑"/>
                <a:ea typeface="微软雅黑"/>
                <a:cs typeface="微软雅黑"/>
              </a:rPr>
              <a:t>最终目标及主要创新点</a:t>
            </a:r>
          </a:p>
        </p:txBody>
      </p:sp>
      <p:sp>
        <p:nvSpPr>
          <p:cNvPr id="17" name="AutoShape 17">
            <a:extLst xmlns:a="http://schemas.openxmlformats.org/drawingml/2006/main">
              <a:ext uri="{FF2B5EF4-FFF2-40B4-BE49-F238E27FC236}">
                <a16:creationId xmlns:a16="http://schemas.microsoft.com/office/drawing/2014/main" id="{81D962C7-02B8-452E-9433-8417C591C291}"/>
              </a:ext>
            </a:extLst>
          </p:cNvPr>
          <p:cNvSpPr>
            <a:spLocks xmlns:a="http://schemas.openxmlformats.org/drawingml/2006/main" noGrp="1"/>
          </p:cNvSpPr>
          <p:nvPr/>
        </p:nvSpPr>
        <p:spPr>
          <a:xfrm xmlns:a="http://schemas.openxmlformats.org/drawingml/2006/main">
            <a:off x="5537200" y="449707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i="0" u="none">
                <a:solidFill>
                  <a:schemeClr val="tx1"/>
                </a:solidFill>
                <a:latin typeface="微软雅黑"/>
                <a:ea typeface="微软雅黑"/>
                <a:cs typeface="微软雅黑"/>
              </a:rPr>
              <a:t>已有研究内容及总结</a:t>
            </a:r>
          </a:p>
        </p:txBody>
      </p:sp>
    </p:spTree>
  </p:cSld>
</p:sldLayout>
</file>

<file path=ppt/slideLayouts/slideLayout33.xml><?xml version="1.0" encoding="utf-8"?>
<p:sldLayout xmlns:p="http://schemas.openxmlformats.org/presentationml/2006/main" type="title" preserve="1">
  <p:cSld name="4_目录-4部分">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4859F5B2-8CD5-423F-A8B1-BEF55AB44D19}"/>
              </a:ext>
            </a:extLst>
          </p:cNvPr>
          <p:cNvSpPr>
            <a:spLocks xmlns:a="http://schemas.openxmlformats.org/drawingml/2006/main" noGrp="1"/>
          </p:cNvSpPr>
          <p:nvPr/>
        </p:nvSpPr>
        <p:spPr>
          <a:xfrm xmlns:a="http://schemas.openxmlformats.org/drawingml/2006/main">
            <a:off x="-12700" y="0"/>
            <a:ext cx="4572001" cy="6858000"/>
          </a:xfrm>
          <a:prstGeom xmlns:a="http://schemas.openxmlformats.org/drawingml/2006/main" prst="rect">
            <a:avLst/>
          </a:prstGeom>
          <a:solidFill xmlns:a="http://schemas.openxmlformats.org/drawingml/2006/main">
            <a:srgbClr val="093E76">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ctr">
              <a:buNone/>
            </a:pPr>
          </a:p>
        </p:txBody>
      </p:sp>
      <p:sp>
        <p:nvSpPr>
          <p:cNvPr id="3" name="AutoShape 3">
            <a:extLst xmlns:a="http://schemas.openxmlformats.org/drawingml/2006/main">
              <a:ext uri="{FF2B5EF4-FFF2-40B4-BE49-F238E27FC236}">
                <a16:creationId xmlns:a16="http://schemas.microsoft.com/office/drawing/2014/main" id="{484B6401-44D3-4E7E-B150-9B22E8A1088D}"/>
              </a:ext>
            </a:extLst>
          </p:cNvPr>
          <p:cNvSpPr>
            <a:spLocks xmlns:a="http://schemas.openxmlformats.org/drawingml/2006/main" noGrp="1"/>
          </p:cNvSpPr>
          <p:nvPr/>
        </p:nvSpPr>
        <p:spPr>
          <a:xfrm xmlns:a="http://schemas.openxmlformats.org/drawingml/2006/main">
            <a:off x="441961" y="438151"/>
            <a:ext cx="8260080" cy="5905500"/>
          </a:xfrm>
          <a:prstGeom xmlns:a="http://schemas.openxmlformats.org/drawingml/2006/main" prst="rect">
            <a:avLst/>
          </a:prstGeom>
          <a:solidFill xmlns:a="http://schemas.openxmlformats.org/drawingml/2006/main">
            <a:srgbClr val="FFFFFF">
              <a:alpha val="100000"/>
            </a:srgbClr>
          </a:solidFill>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algn="l">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5d8564bb430c4342"/>
          <a:srcRect xmlns:a="http://schemas.openxmlformats.org/drawingml/2006/main" l="0" t="0" r="0" b="0"/>
          <a:stretch xmlns:a="http://schemas.openxmlformats.org/drawingml/2006/main">
            <a:fillRect l="0" t="0" r="0" b="0"/>
          </a:stretch>
        </p:blipFill>
        <p:spPr>
          <a:xfrm xmlns:a="http://schemas.openxmlformats.org/drawingml/2006/main">
            <a:off x="1806353" y="3167312"/>
            <a:ext cx="1474510" cy="1474510"/>
          </a:xfrm>
          <a:prstGeom xmlns:a="http://schemas.openxmlformats.org/drawingml/2006/main" prst="rect">
            <a:avLst/>
          </a:prstGeom>
          <a:ln xmlns:a="http://schemas.openxmlformats.org/drawingml/2006/main" w="9525">
            <a:noFill/>
            <a:prstDash val="solid"/>
          </a:ln>
        </p:spPr>
      </p:pic>
      <p:sp>
        <p:nvSpPr>
          <p:cNvPr id="6" name="AutoShape 6">
            <a:extLst xmlns:a="http://schemas.openxmlformats.org/drawingml/2006/main">
              <a:ext uri="{FF2B5EF4-FFF2-40B4-BE49-F238E27FC236}">
                <a16:creationId xmlns:a16="http://schemas.microsoft.com/office/drawing/2014/main" id="{613F48CC-0CF7-4F19-AA21-94C55EAA61C2}"/>
              </a:ext>
            </a:extLst>
          </p:cNvPr>
          <p:cNvSpPr>
            <a:spLocks xmlns:a="http://schemas.openxmlformats.org/drawingml/2006/main" noGrp="1"/>
          </p:cNvSpPr>
          <p:nvPr/>
        </p:nvSpPr>
        <p:spPr>
          <a:xfrm xmlns:a="http://schemas.openxmlformats.org/drawingml/2006/main" rot="0">
            <a:off x="1722166" y="1033231"/>
            <a:ext cx="1623959" cy="150065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ctr">
            <a:noAutofit/>
          </a:bodyPr>
          <a:lstStyle xmlns:a="http://schemas.openxmlformats.org/drawingml/2006/main"/>
          <a:p xmlns:a="http://schemas.openxmlformats.org/drawingml/2006/main">
            <a:pPr indent="0" algn="ctr">
              <a:lnSpc>
                <a:spcPct val="92000"/>
              </a:lnSpc>
              <a:buNone/>
            </a:pPr>
            <a:r>
              <a:rPr sz="4050" b="1" i="0" u="none">
                <a:ln>
                  <a:noFill/>
                </a:ln>
                <a:solidFill>
                  <a:srgbClr val="093E76"/>
                </a:solidFill>
                <a:latin typeface="微软雅黑"/>
                <a:ea typeface="微软雅黑"/>
                <a:cs typeface="微软雅黑"/>
              </a:rPr>
              <a:t>目  录</a:t>
            </a:r>
          </a:p>
        </p:txBody>
      </p:sp>
      <p:sp>
        <p:nvSpPr>
          <p:cNvPr id="7" name="AutoShape 7">
            <a:extLst xmlns:a="http://schemas.openxmlformats.org/drawingml/2006/main">
              <a:ext uri="{FF2B5EF4-FFF2-40B4-BE49-F238E27FC236}">
                <a16:creationId xmlns:a16="http://schemas.microsoft.com/office/drawing/2014/main" id="{359F71D4-7D7F-443D-AB5F-56E171291532}"/>
              </a:ext>
            </a:extLst>
          </p:cNvPr>
          <p:cNvSpPr>
            <a:spLocks xmlns:a="http://schemas.openxmlformats.org/drawingml/2006/main" noGrp="1"/>
          </p:cNvSpPr>
          <p:nvPr/>
        </p:nvSpPr>
        <p:spPr>
          <a:xfrm xmlns:a="http://schemas.openxmlformats.org/drawingml/2006/main" rot="0">
            <a:off x="1862274" y="2078639"/>
            <a:ext cx="1626063" cy="646331"/>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1800" b="0" i="0" u="none">
                <a:ln>
                  <a:noFill/>
                </a:ln>
                <a:solidFill>
                  <a:srgbClr val="093E76"/>
                </a:solidFill>
                <a:latin typeface="微软雅黑"/>
                <a:ea typeface="微软雅黑"/>
                <a:cs typeface="微软雅黑"/>
              </a:rPr>
              <a:t>CONTENTS</a:t>
            </a:r>
          </a:p>
          <a:p xmlns:a="http://schemas.openxmlformats.org/drawingml/2006/main">
            <a:pPr indent="0" algn="l">
              <a:lnSpc>
                <a:spcPct val="100000"/>
              </a:lnSpc>
              <a:buNone/>
            </a:pPr>
            <a:r>
              <a:rPr sz="1800" b="0" i="0" u="none">
                <a:solidFill>
                  <a:srgbClr val="000000"/>
                </a:solidFill>
                <a:latin typeface="Calibri"/>
                <a:ea typeface="Calibri"/>
                <a:cs typeface="Calibri"/>
              </a:rPr>
              <a:t> </a:t>
            </a:r>
          </a:p>
        </p:txBody>
      </p:sp>
      <p:sp>
        <p:nvSpPr>
          <p:cNvPr id="8" name="AutoShape 8">
            <a:extLst xmlns:a="http://schemas.openxmlformats.org/drawingml/2006/main">
              <a:ext uri="{FF2B5EF4-FFF2-40B4-BE49-F238E27FC236}">
                <a16:creationId xmlns:a16="http://schemas.microsoft.com/office/drawing/2014/main" id="{CFEF394B-7A25-4AED-B5D4-0C8AD0561754}"/>
              </a:ext>
            </a:extLst>
          </p:cNvPr>
          <p:cNvSpPr>
            <a:spLocks xmlns:a="http://schemas.openxmlformats.org/drawingml/2006/main" noGrp="1"/>
          </p:cNvSpPr>
          <p:nvPr/>
        </p:nvSpPr>
        <p:spPr>
          <a:xfrm xmlns:a="http://schemas.openxmlformats.org/drawingml/2006/main">
            <a:off x="4739676" y="1558441"/>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01</a:t>
            </a:r>
          </a:p>
        </p:txBody>
      </p:sp>
      <p:sp>
        <p:nvSpPr>
          <p:cNvPr id="9" name="AutoShape 9">
            <a:extLst xmlns:a="http://schemas.openxmlformats.org/drawingml/2006/main">
              <a:ext uri="{FF2B5EF4-FFF2-40B4-BE49-F238E27FC236}">
                <a16:creationId xmlns:a16="http://schemas.microsoft.com/office/drawing/2014/main" id="{EF0866F1-366A-4F20-AD1D-08A5B726CA5F}"/>
              </a:ext>
            </a:extLst>
          </p:cNvPr>
          <p:cNvSpPr>
            <a:spLocks xmlns:a="http://schemas.openxmlformats.org/drawingml/2006/main" noGrp="1"/>
          </p:cNvSpPr>
          <p:nvPr/>
        </p:nvSpPr>
        <p:spPr>
          <a:xfrm xmlns:a="http://schemas.openxmlformats.org/drawingml/2006/main">
            <a:off x="4739676" y="230284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02</a:t>
            </a:r>
          </a:p>
        </p:txBody>
      </p:sp>
      <p:sp>
        <p:nvSpPr>
          <p:cNvPr id="10" name="AutoShape 10">
            <a:extLst xmlns:a="http://schemas.openxmlformats.org/drawingml/2006/main">
              <a:ext uri="{FF2B5EF4-FFF2-40B4-BE49-F238E27FC236}">
                <a16:creationId xmlns:a16="http://schemas.microsoft.com/office/drawing/2014/main" id="{81111854-EAA1-455E-861E-7CD55F5125B0}"/>
              </a:ext>
            </a:extLst>
          </p:cNvPr>
          <p:cNvSpPr>
            <a:spLocks xmlns:a="http://schemas.openxmlformats.org/drawingml/2006/main" noGrp="1"/>
          </p:cNvSpPr>
          <p:nvPr/>
        </p:nvSpPr>
        <p:spPr>
          <a:xfrm xmlns:a="http://schemas.openxmlformats.org/drawingml/2006/main">
            <a:off x="4739676" y="3030846"/>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03</a:t>
            </a:r>
          </a:p>
        </p:txBody>
      </p:sp>
      <p:sp>
        <p:nvSpPr>
          <p:cNvPr id="11" name="AutoShape 11">
            <a:extLst xmlns:a="http://schemas.openxmlformats.org/drawingml/2006/main">
              <a:ext uri="{FF2B5EF4-FFF2-40B4-BE49-F238E27FC236}">
                <a16:creationId xmlns:a16="http://schemas.microsoft.com/office/drawing/2014/main" id="{36E5827D-4BE5-4A82-84FD-E2FADA092381}"/>
              </a:ext>
            </a:extLst>
          </p:cNvPr>
          <p:cNvSpPr>
            <a:spLocks xmlns:a="http://schemas.openxmlformats.org/drawingml/2006/main" noGrp="1"/>
          </p:cNvSpPr>
          <p:nvPr/>
        </p:nvSpPr>
        <p:spPr>
          <a:xfrm xmlns:a="http://schemas.openxmlformats.org/drawingml/2006/main">
            <a:off x="4736035" y="375810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04</a:t>
            </a:r>
          </a:p>
        </p:txBody>
      </p:sp>
      <p:sp>
        <p:nvSpPr>
          <p:cNvPr id="12" name="AutoShape 12">
            <a:extLst xmlns:a="http://schemas.openxmlformats.org/drawingml/2006/main">
              <a:ext uri="{FF2B5EF4-FFF2-40B4-BE49-F238E27FC236}">
                <a16:creationId xmlns:a16="http://schemas.microsoft.com/office/drawing/2014/main" id="{A35E80A2-6F02-4DC6-9BD2-DC3DA1C46F84}"/>
              </a:ext>
            </a:extLst>
          </p:cNvPr>
          <p:cNvSpPr>
            <a:spLocks xmlns:a="http://schemas.openxmlformats.org/drawingml/2006/main" noGrp="1"/>
          </p:cNvSpPr>
          <p:nvPr/>
        </p:nvSpPr>
        <p:spPr>
          <a:xfrm xmlns:a="http://schemas.openxmlformats.org/drawingml/2006/main">
            <a:off x="4739676" y="4508639"/>
            <a:ext cx="6096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p xmlns:a="http://schemas.openxmlformats.org/drawingml/2006/main">
            <a:pPr indent="0" algn="l">
              <a:lnSpc>
                <a:spcPct val="100000"/>
              </a:lnSpc>
              <a:buNone/>
            </a:pPr>
            <a:r>
              <a:rPr sz="2400" b="1" i="0" u="none">
                <a:solidFill>
                  <a:srgbClr val="C00000"/>
                </a:solidFill>
                <a:latin typeface="微软雅黑"/>
                <a:ea typeface="微软雅黑"/>
                <a:cs typeface="微软雅黑"/>
              </a:rPr>
              <a:t>05</a:t>
            </a:r>
          </a:p>
        </p:txBody>
      </p:sp>
      <p:sp>
        <p:nvSpPr>
          <p:cNvPr id="13" name="AutoShape 13">
            <a:extLst xmlns:a="http://schemas.openxmlformats.org/drawingml/2006/main">
              <a:ext uri="{FF2B5EF4-FFF2-40B4-BE49-F238E27FC236}">
                <a16:creationId xmlns:a16="http://schemas.microsoft.com/office/drawing/2014/main" id="{9EC2E0C5-5D21-4200-B79A-8B4E349BF192}"/>
              </a:ext>
            </a:extLst>
          </p:cNvPr>
          <p:cNvSpPr>
            <a:spLocks xmlns:a="http://schemas.openxmlformats.org/drawingml/2006/main" noGrp="1"/>
          </p:cNvSpPr>
          <p:nvPr/>
        </p:nvSpPr>
        <p:spPr>
          <a:xfrm xmlns:a="http://schemas.openxmlformats.org/drawingml/2006/main">
            <a:off x="5537137" y="1629879"/>
            <a:ext cx="1111145"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00000"/>
              </a:lnSpc>
              <a:buNone/>
            </a:pPr>
            <a:r>
              <a:rPr sz="2100" i="0" u="none">
                <a:solidFill>
                  <a:schemeClr val="tx1"/>
                </a:solidFill>
                <a:latin typeface="微软雅黑"/>
                <a:ea typeface="微软雅黑"/>
                <a:cs typeface="微软雅黑"/>
              </a:rPr>
              <a:t>选题意义</a:t>
            </a:r>
          </a:p>
        </p:txBody>
      </p:sp>
      <p:sp>
        <p:nvSpPr>
          <p:cNvPr id="14" name="AutoShape 14">
            <a:extLst xmlns:a="http://schemas.openxmlformats.org/drawingml/2006/main">
              <a:ext uri="{FF2B5EF4-FFF2-40B4-BE49-F238E27FC236}">
                <a16:creationId xmlns:a16="http://schemas.microsoft.com/office/drawing/2014/main" id="{BB570B62-A5E7-4885-AF8B-72BB356DB717}"/>
              </a:ext>
            </a:extLst>
          </p:cNvPr>
          <p:cNvSpPr>
            <a:spLocks xmlns:a="http://schemas.openxmlformats.org/drawingml/2006/main" noGrp="1"/>
          </p:cNvSpPr>
          <p:nvPr/>
        </p:nvSpPr>
        <p:spPr>
          <a:xfrm xmlns:a="http://schemas.openxmlformats.org/drawingml/2006/main">
            <a:off x="5537200" y="2304415"/>
            <a:ext cx="21971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国内外研究现状</a:t>
            </a:r>
          </a:p>
        </p:txBody>
      </p:sp>
      <p:sp>
        <p:nvSpPr>
          <p:cNvPr id="15" name="AutoShape 15">
            <a:extLst xmlns:a="http://schemas.openxmlformats.org/drawingml/2006/main">
              <a:ext uri="{FF2B5EF4-FFF2-40B4-BE49-F238E27FC236}">
                <a16:creationId xmlns:a16="http://schemas.microsoft.com/office/drawing/2014/main" id="{83BEEE6C-5D28-4D11-8F54-331380DA5142}"/>
              </a:ext>
            </a:extLst>
          </p:cNvPr>
          <p:cNvSpPr>
            <a:spLocks xmlns:a="http://schemas.openxmlformats.org/drawingml/2006/main" noGrp="1"/>
          </p:cNvSpPr>
          <p:nvPr/>
        </p:nvSpPr>
        <p:spPr>
          <a:xfrm xmlns:a="http://schemas.openxmlformats.org/drawingml/2006/main">
            <a:off x="5537200" y="3029585"/>
            <a:ext cx="266890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研究内容与技术路线</a:t>
            </a:r>
          </a:p>
        </p:txBody>
      </p:sp>
      <p:sp>
        <p:nvSpPr>
          <p:cNvPr id="16" name="AutoShape 16">
            <a:extLst xmlns:a="http://schemas.openxmlformats.org/drawingml/2006/main">
              <a:ext uri="{FF2B5EF4-FFF2-40B4-BE49-F238E27FC236}">
                <a16:creationId xmlns:a16="http://schemas.microsoft.com/office/drawing/2014/main" id="{D83B8301-9D66-4067-91E8-29C72749D615}"/>
              </a:ext>
            </a:extLst>
          </p:cNvPr>
          <p:cNvSpPr>
            <a:spLocks xmlns:a="http://schemas.openxmlformats.org/drawingml/2006/main" noGrp="1"/>
          </p:cNvSpPr>
          <p:nvPr/>
        </p:nvSpPr>
        <p:spPr>
          <a:xfrm xmlns:a="http://schemas.openxmlformats.org/drawingml/2006/main">
            <a:off x="5537200" y="3756660"/>
            <a:ext cx="3061335"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indent="0" algn="l">
              <a:lnSpc>
                <a:spcPct val="125000"/>
              </a:lnSpc>
              <a:buNone/>
            </a:pPr>
            <a:r>
              <a:rPr sz="2100" i="0" u="none">
                <a:solidFill>
                  <a:schemeClr val="tx1"/>
                </a:solidFill>
                <a:latin typeface="微软雅黑"/>
                <a:ea typeface="微软雅黑"/>
                <a:cs typeface="微软雅黑"/>
              </a:rPr>
              <a:t>最终目标及主要创新点</a:t>
            </a:r>
          </a:p>
        </p:txBody>
      </p:sp>
      <p:sp>
        <p:nvSpPr>
          <p:cNvPr id="17" name="AutoShape 17">
            <a:extLst xmlns:a="http://schemas.openxmlformats.org/drawingml/2006/main">
              <a:ext uri="{FF2B5EF4-FFF2-40B4-BE49-F238E27FC236}">
                <a16:creationId xmlns:a16="http://schemas.microsoft.com/office/drawing/2014/main" id="{9749A38F-7586-4E38-AF6C-8770B7062ED7}"/>
              </a:ext>
            </a:extLst>
          </p:cNvPr>
          <p:cNvSpPr>
            <a:spLocks xmlns:a="http://schemas.openxmlformats.org/drawingml/2006/main" noGrp="1"/>
          </p:cNvSpPr>
          <p:nvPr/>
        </p:nvSpPr>
        <p:spPr>
          <a:xfrm xmlns:a="http://schemas.openxmlformats.org/drawingml/2006/main">
            <a:off x="5537200" y="4497070"/>
            <a:ext cx="295529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5000"/>
              </a:lnSpc>
              <a:buNone/>
            </a:pPr>
            <a:r>
              <a:rPr sz="2100" b="1" i="0" u="none">
                <a:solidFill>
                  <a:srgbClr val="C00000"/>
                </a:solidFill>
                <a:latin typeface="微软雅黑"/>
                <a:ea typeface="微软雅黑"/>
                <a:cs typeface="微软雅黑"/>
              </a:rPr>
              <a:t>已有研究内容及总结</a:t>
            </a:r>
          </a:p>
        </p:txBody>
      </p:sp>
    </p:spTree>
  </p:cSld>
</p:sldLayout>
</file>

<file path=ppt/slideLayouts/slideLayout34.xml><?xml version="1.0" encoding="utf-8"?>
<p:sldLayout xmlns:p="http://schemas.openxmlformats.org/presentationml/2006/main" type="title" preserve="1">
  <p:cSld name="Custom Layout">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3acaf128087249b5">
            <a:alphaModFix amt="70000"/>
          </a:blip>
          <a:srcRect xmlns:a="http://schemas.openxmlformats.org/drawingml/2006/main" l="0" t="0" r="0" b="0"/>
          <a:stretch xmlns:a="http://schemas.openxmlformats.org/drawingml/2006/main">
            <a:fillRect l="0" t="0" r="0" b="0"/>
          </a:stretch>
        </p:blipFill>
        <p:spPr>
          <a:xfrm xmlns:a="http://schemas.openxmlformats.org/drawingml/2006/main">
            <a:off x="0" y="4477189"/>
            <a:ext cx="9144000" cy="2380811"/>
          </a:xfrm>
          <a:prstGeom xmlns:a="http://schemas.openxmlformats.org/drawingml/2006/main" prst="rect">
            <a:avLst/>
          </a:prstGeom>
          <a:ln xmlns:a="http://schemas.openxmlformats.org/drawingml/2006/main" w="9525">
            <a:noFill/>
            <a:prstDash val="solid"/>
          </a:ln>
        </p:spPr>
      </p:pic>
      <p:pic>
        <p:nvPicPr>
          <p:cNvPr id="2" name="Picture 3"/>
          <p:cNvPicPr>
            <a:picLocks xmlns:a="http://schemas.openxmlformats.org/drawingml/2006/main" noChangeAspect="1"/>
          </p:cNvPicPr>
          <p:nvPr/>
        </p:nvPicPr>
        <p:blipFill>
          <a:blip xmlns:r="http://schemas.openxmlformats.org/officeDocument/2006/relationships" xmlns:a="http://schemas.openxmlformats.org/drawingml/2006/main" r:embed="R35087dd7d19f471e"/>
          <a:srcRect xmlns:a="http://schemas.openxmlformats.org/drawingml/2006/main" l="0" t="0" r="0" b="0"/>
          <a:stretch xmlns:a="http://schemas.openxmlformats.org/drawingml/2006/main">
            <a:fillRect l="0" t="0" r="0" b="0"/>
          </a:stretch>
        </p:blipFill>
        <p:spPr>
          <a:xfrm xmlns:a="http://schemas.openxmlformats.org/drawingml/2006/main">
            <a:off x="6976705" y="147929"/>
            <a:ext cx="2061159" cy="586858"/>
          </a:xfrm>
          <a:prstGeom xmlns:a="http://schemas.openxmlformats.org/drawingml/2006/main" prst="rect">
            <a:avLst/>
          </a:prstGeom>
          <a:ln xmlns:a="http://schemas.openxmlformats.org/drawingml/2006/main" w="9525">
            <a:noFill/>
            <a:prstDash val="solid"/>
          </a:ln>
        </p:spPr>
      </p:pic>
      <p:pic>
        <p:nvPicPr>
          <p:cNvPr id="3" name="Picture 5"/>
          <p:cNvPicPr>
            <a:picLocks xmlns:a="http://schemas.openxmlformats.org/drawingml/2006/main" noChangeAspect="1"/>
          </p:cNvPicPr>
          <p:nvPr/>
        </p:nvPicPr>
        <p:blipFill>
          <a:blip xmlns:r="http://schemas.openxmlformats.org/officeDocument/2006/relationships" xmlns:a="http://schemas.openxmlformats.org/drawingml/2006/main" r:embed="R89d9252749b34c64"/>
          <a:srcRect xmlns:a="http://schemas.openxmlformats.org/drawingml/2006/main" l="0" t="0" r="0" b="0"/>
          <a:stretch xmlns:a="http://schemas.openxmlformats.org/drawingml/2006/main">
            <a:fillRect l="0" t="0" r="0" b="0"/>
          </a:stretch>
        </p:blipFill>
        <p:spPr>
          <a:xfrm xmlns:a="http://schemas.openxmlformats.org/drawingml/2006/main">
            <a:off x="2664435" y="2443305"/>
            <a:ext cx="3815131" cy="737592"/>
          </a:xfrm>
          <a:prstGeom xmlns:a="http://schemas.openxmlformats.org/drawingml/2006/main" prst="rect">
            <a:avLst/>
          </a:prstGeom>
          <a:ln xmlns:a="http://schemas.openxmlformats.org/drawingml/2006/main" w="9525">
            <a:noFill/>
            <a:prstDash val="solid"/>
          </a:ln>
        </p:spPr>
      </p:pic>
    </p:spTree>
  </p:cSld>
</p:sldLayout>
</file>

<file path=ppt/slideLayouts/slideLayout35.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5DE0B645-E2C8-4ADA-9B6A-ED70A4EB8B67}"/>
              </a:ext>
            </a:extLst>
          </p:cNvPr>
          <p:cNvSpPr>
            <a:spLocks xmlns:a="http://schemas.openxmlformats.org/drawingml/2006/main" noGrp="1"/>
          </p:cNvSpPr>
          <p:nvPr>
            <p:ph type="dt" idx="10"/>
          </p:nvPr>
        </p:nvSpPr>
        <p:spPr>
          <a:xfrm xmlns:a="http://schemas.openxmlformats.org/drawingml/2006/main">
            <a:off x="838200" y="6356350"/>
            <a:ext cx="2743200" cy="365125"/>
          </a:xfrm>
        </p:spPr>
        <p:txBody>
          <a:bodyPr xmlns:a="http://schemas.openxmlformats.org/drawingml/2006/main"/>
          <a:lstStyle xmlns:a="http://schemas.openxmlformats.org/drawingml/2006/main"/>
          <a:p xmlns:a="http://schemas.openxmlformats.org/drawingml/2006/main">
            <a:fld id="{82F288E0-7875-42C4-84C8-98DBBD3BF4D2}" type="datetimeFigureOut">
              <a:t>2024/12/10</a:t>
            </a:fld>
          </a:p>
        </p:txBody>
      </p:sp>
      <p:sp>
        <p:nvSpPr>
          <p:cNvPr id="3" name="页脚占位符 2">
            <a:extLst xmlns:a="http://schemas.openxmlformats.org/drawingml/2006/main">
              <a:ext uri="{FF2B5EF4-FFF2-40B4-BE49-F238E27FC236}">
                <a16:creationId xmlns:a16="http://schemas.microsoft.com/office/drawing/2014/main" id="{A87E2A3D-4CFA-43E2-BA47-462EC31C1BD7}"/>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p:txBody>
      </p:sp>
      <p:sp>
        <p:nvSpPr>
          <p:cNvPr id="4" name="灯片编号占位符 3">
            <a:extLst xmlns:a="http://schemas.openxmlformats.org/drawingml/2006/main">
              <a:ext uri="{FF2B5EF4-FFF2-40B4-BE49-F238E27FC236}">
                <a16:creationId xmlns:a16="http://schemas.microsoft.com/office/drawing/2014/main" id="{1CA336F4-D42C-4D4C-8CFB-1DBAE0D55DEC}"/>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7D9BB5D0-35E4-459D-AEF3-FE4D7C45CC19}"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b5c893bf4045a0" /><Relationship Type="http://schemas.openxmlformats.org/officeDocument/2006/relationships/slideLayout" Target="/ppt/slideLayouts/slideLayout1.xml" Id="R5eb708a504e44674" /><Relationship Type="http://schemas.openxmlformats.org/officeDocument/2006/relationships/slideLayout" Target="/ppt/slideLayouts/slideLayout2.xml" Id="Rb3e943697d1f40cc" /><Relationship Type="http://schemas.openxmlformats.org/officeDocument/2006/relationships/slideLayout" Target="/ppt/slideLayouts/slideLayout3.xml" Id="R0b279a07b31d4f09" /><Relationship Type="http://schemas.openxmlformats.org/officeDocument/2006/relationships/slideLayout" Target="/ppt/slideLayouts/slideLayout4.xml" Id="Rb2bd3eebf48a4e2c" /><Relationship Type="http://schemas.openxmlformats.org/officeDocument/2006/relationships/slideLayout" Target="/ppt/slideLayouts/slideLayout5.xml" Id="R28890926f68f4c6b" /><Relationship Type="http://schemas.openxmlformats.org/officeDocument/2006/relationships/slideLayout" Target="/ppt/slideLayouts/slideLayout6.xml" Id="Rf98273a5422642ad" /><Relationship Type="http://schemas.openxmlformats.org/officeDocument/2006/relationships/slideLayout" Target="/ppt/slideLayouts/slideLayout7.xml" Id="R67a3ba89c0584369" /><Relationship Type="http://schemas.openxmlformats.org/officeDocument/2006/relationships/slideLayout" Target="/ppt/slideLayouts/slideLayout8.xml" Id="Rcdc03187a07a414a" /><Relationship Type="http://schemas.openxmlformats.org/officeDocument/2006/relationships/slideLayout" Target="/ppt/slideLayouts/slideLayout9.xml" Id="Rd6b4535b85a244a4" /><Relationship Type="http://schemas.openxmlformats.org/officeDocument/2006/relationships/slideLayout" Target="/ppt/slideLayouts/slideLayout10.xml" Id="Rb66a2cc92662496a" /><Relationship Type="http://schemas.openxmlformats.org/officeDocument/2006/relationships/slideLayout" Target="/ppt/slideLayouts/slideLayout11.xml" Id="R9cc287ba180f4b8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18eb1534b5e4b45" /><Relationship Type="http://schemas.openxmlformats.org/officeDocument/2006/relationships/slideLayout" Target="/ppt/slideLayouts/slideLayout12.xml" Id="R565c4246334e4852" /><Relationship Type="http://schemas.openxmlformats.org/officeDocument/2006/relationships/slideLayout" Target="/ppt/slideLayouts/slideLayout13.xml" Id="Rd4273416a2be4718" /><Relationship Type="http://schemas.openxmlformats.org/officeDocument/2006/relationships/slideLayout" Target="/ppt/slideLayouts/slideLayout14.xml" Id="Rf1e73e1abf33445d" /><Relationship Type="http://schemas.openxmlformats.org/officeDocument/2006/relationships/slideLayout" Target="/ppt/slideLayouts/slideLayout15.xml" Id="Rf963bbaee1cb4717" /><Relationship Type="http://schemas.openxmlformats.org/officeDocument/2006/relationships/slideLayout" Target="/ppt/slideLayouts/slideLayout16.xml" Id="R10b19bffd4894698" /><Relationship Type="http://schemas.openxmlformats.org/officeDocument/2006/relationships/slideLayout" Target="/ppt/slideLayouts/slideLayout17.xml" Id="R0e08b7a3b67e4276" /><Relationship Type="http://schemas.openxmlformats.org/officeDocument/2006/relationships/slideLayout" Target="/ppt/slideLayouts/slideLayout18.xml" Id="R74aea79193f040bd" /><Relationship Type="http://schemas.openxmlformats.org/officeDocument/2006/relationships/slideLayout" Target="/ppt/slideLayouts/slideLayout19.xml" Id="R825b672f75714875" /><Relationship Type="http://schemas.openxmlformats.org/officeDocument/2006/relationships/slideLayout" Target="/ppt/slideLayouts/slideLayout20.xml" Id="Rd5d3c6a19e8349e0" /><Relationship Type="http://schemas.openxmlformats.org/officeDocument/2006/relationships/slideLayout" Target="/ppt/slideLayouts/slideLayout21.xml" Id="R27661c29157a458e"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89ac4c1637fe4e65" /><Relationship Type="http://schemas.openxmlformats.org/officeDocument/2006/relationships/slideLayout" Target="/ppt/slideLayouts/slideLayout22.xml" Id="Re45d87f7fd9e4466" /><Relationship Type="http://schemas.openxmlformats.org/officeDocument/2006/relationships/slideLayout" Target="/ppt/slideLayouts/slideLayout23.xml" Id="Reea92a5a66df428f" /><Relationship Type="http://schemas.openxmlformats.org/officeDocument/2006/relationships/slideLayout" Target="/ppt/slideLayouts/slideLayout24.xml" Id="R5c61d4cc38144f74" /><Relationship Type="http://schemas.openxmlformats.org/officeDocument/2006/relationships/slideLayout" Target="/ppt/slideLayouts/slideLayout25.xml" Id="Rd341ce6b29d24195" /><Relationship Type="http://schemas.openxmlformats.org/officeDocument/2006/relationships/slideLayout" Target="/ppt/slideLayouts/slideLayout26.xml" Id="Rc32b136d99a04e9e" /><Relationship Type="http://schemas.openxmlformats.org/officeDocument/2006/relationships/slideLayout" Target="/ppt/slideLayouts/slideLayout27.xml" Id="R4f3cba9016ca4a1d" /><Relationship Type="http://schemas.openxmlformats.org/officeDocument/2006/relationships/slideLayout" Target="/ppt/slideLayouts/slideLayout28.xml" Id="R5debe3fe0764427a" /><Relationship Type="http://schemas.openxmlformats.org/officeDocument/2006/relationships/slideLayout" Target="/ppt/slideLayouts/slideLayout29.xml" Id="Rbd60edfa45a943f9" /><Relationship Type="http://schemas.openxmlformats.org/officeDocument/2006/relationships/slideLayout" Target="/ppt/slideLayouts/slideLayout30.xml" Id="R379cafa80d7f4832" /><Relationship Type="http://schemas.openxmlformats.org/officeDocument/2006/relationships/slideLayout" Target="/ppt/slideLayouts/slideLayout31.xml" Id="Rfde9fd395a5a4cf6" /><Relationship Type="http://schemas.openxmlformats.org/officeDocument/2006/relationships/slideLayout" Target="/ppt/slideLayouts/slideLayout32.xml" Id="R78f907bd6a7d432b" /><Relationship Type="http://schemas.openxmlformats.org/officeDocument/2006/relationships/slideLayout" Target="/ppt/slideLayouts/slideLayout33.xml" Id="R8a2d832d23764351" /><Relationship Type="http://schemas.openxmlformats.org/officeDocument/2006/relationships/slideLayout" Target="/ppt/slideLayouts/slideLayout34.xml" Id="Redce9a0935f54ab0" /><Relationship Type="http://schemas.openxmlformats.org/officeDocument/2006/relationships/slideLayout" Target="/ppt/slideLayouts/slideLayout35.xml" Id="Rb3e88c2dbda9463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Shape 1">
            <a:extLst xmlns:a="http://schemas.openxmlformats.org/drawingml/2006/main">
              <a:ext uri="{FF2B5EF4-FFF2-40B4-BE49-F238E27FC236}">
                <a16:creationId xmlns:a16="http://schemas.microsoft.com/office/drawing/2014/main" id="{AF9936D7-800B-4F8B-85DA-E2A712FBA7A1}"/>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None/>
              <a:defRPr sz="3300" b="0" i="0" u="none" cap="none">
                <a:solidFill>
                  <a:schemeClr val="dk1"/>
                </a:solidFill>
                <a:latin typeface="Arial"/>
                <a:ea typeface="Arial"/>
                <a:cs typeface="Arial"/>
              </a:defRPr>
            </a:lvl1pPr>
            <a:lvl2pPr>
              <a:spcBef>
                <a:spcPts val="0"/>
              </a:spcBef>
              <a:spcAft>
                <a:spcPts val="0"/>
              </a:spcAft>
              <a:buNone/>
              <a:defRPr sz="1400"/>
            </a:lvl2pPr>
            <a:lvl3pPr>
              <a:spcBef>
                <a:spcPts val="0"/>
              </a:spcBef>
              <a:spcAft>
                <a:spcPts val="0"/>
              </a:spcAft>
              <a:buNone/>
              <a:defRPr sz="1400"/>
            </a:lvl3pPr>
            <a:lvl4pPr>
              <a:spcBef>
                <a:spcPts val="0"/>
              </a:spcBef>
              <a:spcAft>
                <a:spcPts val="0"/>
              </a:spcAft>
              <a:buNone/>
              <a:defRPr sz="1400"/>
            </a:lvl4pPr>
            <a:lvl5pPr>
              <a:spcBef>
                <a:spcPts val="0"/>
              </a:spcBef>
              <a:spcAft>
                <a:spcPts val="0"/>
              </a:spcAft>
              <a:buNone/>
              <a:defRPr sz="1400"/>
            </a:lvl5pPr>
            <a:lvl6pPr>
              <a:spcBef>
                <a:spcPts val="0"/>
              </a:spcBef>
              <a:spcAft>
                <a:spcPts val="0"/>
              </a:spcAft>
              <a:buNone/>
              <a:defRPr sz="1400"/>
            </a:lvl6pPr>
            <a:lvl7pPr>
              <a:spcBef>
                <a:spcPts val="0"/>
              </a:spcBef>
              <a:spcAft>
                <a:spcPts val="0"/>
              </a:spcAft>
              <a:buNone/>
              <a:defRPr sz="1400"/>
            </a:lvl7pPr>
            <a:lvl8pPr>
              <a:spcBef>
                <a:spcPts val="0"/>
              </a:spcBef>
              <a:spcAft>
                <a:spcPts val="0"/>
              </a:spcAft>
              <a:buNone/>
              <a:defRPr sz="1400"/>
            </a:lvl8pPr>
            <a:lvl9pPr>
              <a:spcBef>
                <a:spcPts val="0"/>
              </a:spcBef>
              <a:spcAft>
                <a:spcPts val="0"/>
              </a:spcAft>
              <a:buNone/>
              <a:defRPr sz="1400"/>
            </a:lvl9pPr>
          </a:lstStyle>
          <a:p xmlns:a="http://schemas.openxmlformats.org/drawingml/2006/main"/>
        </p:txBody>
      </p:sp>
      <p:sp>
        <p:nvSpPr>
          <p:cNvPr id="7" name="Shape 2">
            <a:extLst xmlns:a="http://schemas.openxmlformats.org/drawingml/2006/main">
              <a:ext uri="{FF2B5EF4-FFF2-40B4-BE49-F238E27FC236}">
                <a16:creationId xmlns:a16="http://schemas.microsoft.com/office/drawing/2014/main" id="{56E0E18E-060A-4F84-A768-D970FBD3A913}"/>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lnSpc>
                <a:spcPct val="90000"/>
              </a:lnSpc>
              <a:spcBef>
                <a:spcPts val="800"/>
              </a:spcBef>
              <a:spcAft>
                <a:spcPts val="0"/>
              </a:spcAft>
              <a:buChar char="•"/>
              <a:defRPr sz="2100" b="0" i="0" u="none" cap="none">
                <a:solidFill>
                  <a:schemeClr val="dk1"/>
                </a:solidFill>
                <a:latin typeface="Arial"/>
                <a:ea typeface="Arial"/>
                <a:cs typeface="Arial"/>
              </a:defRPr>
            </a:lvl1pPr>
            <a:lvl2pPr marL="914400" indent="-342900" algn="l">
              <a:lnSpc>
                <a:spcPct val="90000"/>
              </a:lnSpc>
              <a:spcBef>
                <a:spcPts val="400"/>
              </a:spcBef>
              <a:spcAft>
                <a:spcPts val="0"/>
              </a:spcAft>
              <a:buChar char="•"/>
              <a:defRPr sz="1800" b="0" i="0" u="none" cap="none">
                <a:solidFill>
                  <a:schemeClr val="dk1"/>
                </a:solidFill>
                <a:latin typeface="Arial"/>
                <a:ea typeface="Arial"/>
                <a:cs typeface="Arial"/>
              </a:defRPr>
            </a:lvl2pPr>
            <a:lvl3pPr marL="1371600" indent="-323850" algn="l">
              <a:lnSpc>
                <a:spcPct val="90000"/>
              </a:lnSpc>
              <a:spcBef>
                <a:spcPts val="400"/>
              </a:spcBef>
              <a:spcAft>
                <a:spcPts val="0"/>
              </a:spcAft>
              <a:buChar char="•"/>
              <a:defRPr sz="1500" b="0" i="0" u="none" cap="none">
                <a:solidFill>
                  <a:schemeClr val="dk1"/>
                </a:solidFill>
                <a:latin typeface="Arial"/>
                <a:ea typeface="Arial"/>
                <a:cs typeface="Arial"/>
              </a:defRPr>
            </a:lvl3pPr>
            <a:lvl4pPr marL="1828800" indent="-317500" algn="l">
              <a:lnSpc>
                <a:spcPct val="90000"/>
              </a:lnSpc>
              <a:spcBef>
                <a:spcPts val="400"/>
              </a:spcBef>
              <a:spcAft>
                <a:spcPts val="0"/>
              </a:spcAft>
              <a:buChar char="•"/>
              <a:defRPr sz="1400" b="0" i="0" u="none" cap="none">
                <a:solidFill>
                  <a:schemeClr val="dk1"/>
                </a:solidFill>
                <a:latin typeface="Arial"/>
                <a:ea typeface="Arial"/>
                <a:cs typeface="Arial"/>
              </a:defRPr>
            </a:lvl4pPr>
            <a:lvl5pPr marL="2286000" indent="-317500" algn="l">
              <a:lnSpc>
                <a:spcPct val="90000"/>
              </a:lnSpc>
              <a:spcBef>
                <a:spcPts val="400"/>
              </a:spcBef>
              <a:spcAft>
                <a:spcPts val="0"/>
              </a:spcAft>
              <a:buChar char="•"/>
              <a:defRPr sz="1400" b="0" i="0" u="none" cap="none">
                <a:solidFill>
                  <a:schemeClr val="dk1"/>
                </a:solidFill>
                <a:latin typeface="Arial"/>
                <a:ea typeface="Arial"/>
                <a:cs typeface="Arial"/>
              </a:defRPr>
            </a:lvl5pPr>
            <a:lvl6pPr marL="2743200" indent="-317500" algn="l">
              <a:lnSpc>
                <a:spcPct val="90000"/>
              </a:lnSpc>
              <a:spcBef>
                <a:spcPts val="400"/>
              </a:spcBef>
              <a:spcAft>
                <a:spcPts val="0"/>
              </a:spcAft>
              <a:buChar char="•"/>
              <a:defRPr sz="1400" b="0" i="0" u="none" cap="none">
                <a:solidFill>
                  <a:schemeClr val="dk1"/>
                </a:solidFill>
                <a:latin typeface="Arial"/>
                <a:ea typeface="Arial"/>
                <a:cs typeface="Arial"/>
              </a:defRPr>
            </a:lvl6pPr>
            <a:lvl7pPr marL="3200400" indent="-317500" algn="l">
              <a:lnSpc>
                <a:spcPct val="90000"/>
              </a:lnSpc>
              <a:spcBef>
                <a:spcPts val="400"/>
              </a:spcBef>
              <a:spcAft>
                <a:spcPts val="0"/>
              </a:spcAft>
              <a:buChar char="•"/>
              <a:defRPr sz="1400" b="0" i="0" u="none" cap="none">
                <a:solidFill>
                  <a:schemeClr val="dk1"/>
                </a:solidFill>
                <a:latin typeface="Arial"/>
                <a:ea typeface="Arial"/>
                <a:cs typeface="Arial"/>
              </a:defRPr>
            </a:lvl7pPr>
            <a:lvl8pPr marL="3657600" indent="-317500" algn="l">
              <a:lnSpc>
                <a:spcPct val="90000"/>
              </a:lnSpc>
              <a:spcBef>
                <a:spcPts val="400"/>
              </a:spcBef>
              <a:spcAft>
                <a:spcPts val="0"/>
              </a:spcAft>
              <a:buChar char="•"/>
              <a:defRPr sz="1400" b="0" i="0" u="none" cap="none">
                <a:solidFill>
                  <a:schemeClr val="dk1"/>
                </a:solidFill>
                <a:latin typeface="Arial"/>
                <a:ea typeface="Arial"/>
                <a:cs typeface="Arial"/>
              </a:defRPr>
            </a:lvl8pPr>
            <a:lvl9pPr marL="4114800" indent="-317500" algn="l">
              <a:lnSpc>
                <a:spcPct val="90000"/>
              </a:lnSpc>
              <a:spcBef>
                <a:spcPts val="400"/>
              </a:spcBef>
              <a:spcAft>
                <a:spcPts val="0"/>
              </a:spcAft>
              <a:buChar char="•"/>
              <a:defRPr sz="1400" b="0" i="0" u="none" cap="none">
                <a:solidFill>
                  <a:schemeClr val="dk1"/>
                </a:solidFill>
                <a:latin typeface="Arial"/>
                <a:ea typeface="Arial"/>
                <a:cs typeface="Arial"/>
              </a:defRPr>
            </a:lvl9pPr>
          </a:lstStyle>
          <a:p xmlns:a="http://schemas.openxmlformats.org/drawingml/2006/main"/>
        </p:txBody>
      </p:sp>
      <p:sp>
        <p:nvSpPr>
          <p:cNvPr id="8" name="Shape 3">
            <a:extLst xmlns:a="http://schemas.openxmlformats.org/drawingml/2006/main">
              <a:ext uri="{FF2B5EF4-FFF2-40B4-BE49-F238E27FC236}">
                <a16:creationId xmlns:a16="http://schemas.microsoft.com/office/drawing/2014/main" id="{10F22795-19E3-4098-ABDD-C921F1B6B6DC}"/>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None/>
              <a:defRPr sz="900" b="0" i="0" u="none" cap="none">
                <a:solidFill>
                  <a:srgbClr val="888888"/>
                </a:solidFill>
                <a:latin typeface="Arial"/>
                <a:ea typeface="Arial"/>
                <a:cs typeface="Arial"/>
              </a:defRPr>
            </a:lvl1pPr>
            <a:lvl2pPr algn="l">
              <a:spcBef>
                <a:spcPts val="0"/>
              </a:spcBef>
              <a:spcAft>
                <a:spcPts val="0"/>
              </a:spcAft>
              <a:buNone/>
              <a:defRPr sz="1400" b="0" i="0" u="none" cap="none">
                <a:solidFill>
                  <a:schemeClr val="dk1"/>
                </a:solidFill>
                <a:latin typeface="Arial"/>
                <a:ea typeface="Arial"/>
                <a:cs typeface="Arial"/>
              </a:defRPr>
            </a:lvl2pPr>
            <a:lvl3pPr algn="l">
              <a:spcBef>
                <a:spcPts val="0"/>
              </a:spcBef>
              <a:spcAft>
                <a:spcPts val="0"/>
              </a:spcAft>
              <a:buNone/>
              <a:defRPr sz="1400" b="0" i="0" u="none" cap="none">
                <a:solidFill>
                  <a:schemeClr val="dk1"/>
                </a:solidFill>
                <a:latin typeface="Arial"/>
                <a:ea typeface="Arial"/>
                <a:cs typeface="Arial"/>
              </a:defRPr>
            </a:lvl3pPr>
            <a:lvl4pPr algn="l">
              <a:spcBef>
                <a:spcPts val="0"/>
              </a:spcBef>
              <a:spcAft>
                <a:spcPts val="0"/>
              </a:spcAft>
              <a:buNone/>
              <a:defRPr sz="1400" b="0" i="0" u="none" cap="none">
                <a:solidFill>
                  <a:schemeClr val="dk1"/>
                </a:solidFill>
                <a:latin typeface="Arial"/>
                <a:ea typeface="Arial"/>
                <a:cs typeface="Arial"/>
              </a:defRPr>
            </a:lvl4pPr>
            <a:lvl5pPr algn="l">
              <a:spcBef>
                <a:spcPts val="0"/>
              </a:spcBef>
              <a:spcAft>
                <a:spcPts val="0"/>
              </a:spcAft>
              <a:buNone/>
              <a:defRPr sz="1400" b="0" i="0" u="none" cap="none">
                <a:solidFill>
                  <a:schemeClr val="dk1"/>
                </a:solidFill>
                <a:latin typeface="Arial"/>
                <a:ea typeface="Arial"/>
                <a:cs typeface="Arial"/>
              </a:defRPr>
            </a:lvl5pPr>
            <a:lvl6pPr algn="l">
              <a:spcBef>
                <a:spcPts val="0"/>
              </a:spcBef>
              <a:spcAft>
                <a:spcPts val="0"/>
              </a:spcAft>
              <a:buNone/>
              <a:defRPr sz="1400" b="0" i="0" u="none" cap="none">
                <a:solidFill>
                  <a:schemeClr val="dk1"/>
                </a:solidFill>
                <a:latin typeface="Arial"/>
                <a:ea typeface="Arial"/>
                <a:cs typeface="Arial"/>
              </a:defRPr>
            </a:lvl6pPr>
            <a:lvl7pPr algn="l">
              <a:spcBef>
                <a:spcPts val="0"/>
              </a:spcBef>
              <a:spcAft>
                <a:spcPts val="0"/>
              </a:spcAft>
              <a:buNone/>
              <a:defRPr sz="1400" b="0" i="0" u="none" cap="none">
                <a:solidFill>
                  <a:schemeClr val="dk1"/>
                </a:solidFill>
                <a:latin typeface="Arial"/>
                <a:ea typeface="Arial"/>
                <a:cs typeface="Arial"/>
              </a:defRPr>
            </a:lvl7pPr>
            <a:lvl8pPr algn="l">
              <a:spcBef>
                <a:spcPts val="0"/>
              </a:spcBef>
              <a:spcAft>
                <a:spcPts val="0"/>
              </a:spcAft>
              <a:buNone/>
              <a:defRPr sz="1400" b="0" i="0" u="none" cap="none">
                <a:solidFill>
                  <a:schemeClr val="dk1"/>
                </a:solidFill>
                <a:latin typeface="Arial"/>
                <a:ea typeface="Arial"/>
                <a:cs typeface="Arial"/>
              </a:defRPr>
            </a:lvl8pPr>
            <a:lvl9pPr algn="l">
              <a:spcBef>
                <a:spcPts val="0"/>
              </a:spcBef>
              <a:spcAft>
                <a:spcPts val="0"/>
              </a:spcAft>
              <a:buNone/>
              <a:defRPr sz="1400" b="0" i="0" u="none" cap="none">
                <a:solidFill>
                  <a:schemeClr val="dk1"/>
                </a:solidFill>
                <a:latin typeface="Arial"/>
                <a:ea typeface="Arial"/>
                <a:cs typeface="Arial"/>
              </a:defRPr>
            </a:lvl9pPr>
          </a:lstStyle>
          <a:p xmlns:a="http://schemas.openxmlformats.org/drawingml/2006/main"/>
        </p:txBody>
      </p:sp>
      <p:sp>
        <p:nvSpPr>
          <p:cNvPr id="9" name="Shape 4">
            <a:extLst xmlns:a="http://schemas.openxmlformats.org/drawingml/2006/main">
              <a:ext uri="{FF2B5EF4-FFF2-40B4-BE49-F238E27FC236}">
                <a16:creationId xmlns:a16="http://schemas.microsoft.com/office/drawing/2014/main" id="{293F29D8-CADC-46CA-A3E6-E5AA712114A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None/>
              <a:defRPr sz="900" b="0" i="0" u="none" cap="none">
                <a:solidFill>
                  <a:srgbClr val="888888"/>
                </a:solidFill>
                <a:latin typeface="Arial"/>
                <a:ea typeface="Arial"/>
                <a:cs typeface="Arial"/>
              </a:defRPr>
            </a:lvl1pPr>
            <a:lvl2pPr algn="l">
              <a:spcBef>
                <a:spcPts val="0"/>
              </a:spcBef>
              <a:spcAft>
                <a:spcPts val="0"/>
              </a:spcAft>
              <a:buNone/>
              <a:defRPr sz="1400" b="0" i="0" u="none" cap="none">
                <a:solidFill>
                  <a:schemeClr val="dk1"/>
                </a:solidFill>
                <a:latin typeface="Arial"/>
                <a:ea typeface="Arial"/>
                <a:cs typeface="Arial"/>
              </a:defRPr>
            </a:lvl2pPr>
            <a:lvl3pPr algn="l">
              <a:spcBef>
                <a:spcPts val="0"/>
              </a:spcBef>
              <a:spcAft>
                <a:spcPts val="0"/>
              </a:spcAft>
              <a:buNone/>
              <a:defRPr sz="1400" b="0" i="0" u="none" cap="none">
                <a:solidFill>
                  <a:schemeClr val="dk1"/>
                </a:solidFill>
                <a:latin typeface="Arial"/>
                <a:ea typeface="Arial"/>
                <a:cs typeface="Arial"/>
              </a:defRPr>
            </a:lvl3pPr>
            <a:lvl4pPr algn="l">
              <a:spcBef>
                <a:spcPts val="0"/>
              </a:spcBef>
              <a:spcAft>
                <a:spcPts val="0"/>
              </a:spcAft>
              <a:buNone/>
              <a:defRPr sz="1400" b="0" i="0" u="none" cap="none">
                <a:solidFill>
                  <a:schemeClr val="dk1"/>
                </a:solidFill>
                <a:latin typeface="Arial"/>
                <a:ea typeface="Arial"/>
                <a:cs typeface="Arial"/>
              </a:defRPr>
            </a:lvl4pPr>
            <a:lvl5pPr algn="l">
              <a:spcBef>
                <a:spcPts val="0"/>
              </a:spcBef>
              <a:spcAft>
                <a:spcPts val="0"/>
              </a:spcAft>
              <a:buNone/>
              <a:defRPr sz="1400" b="0" i="0" u="none" cap="none">
                <a:solidFill>
                  <a:schemeClr val="dk1"/>
                </a:solidFill>
                <a:latin typeface="Arial"/>
                <a:ea typeface="Arial"/>
                <a:cs typeface="Arial"/>
              </a:defRPr>
            </a:lvl5pPr>
            <a:lvl6pPr algn="l">
              <a:spcBef>
                <a:spcPts val="0"/>
              </a:spcBef>
              <a:spcAft>
                <a:spcPts val="0"/>
              </a:spcAft>
              <a:buNone/>
              <a:defRPr sz="1400" b="0" i="0" u="none" cap="none">
                <a:solidFill>
                  <a:schemeClr val="dk1"/>
                </a:solidFill>
                <a:latin typeface="Arial"/>
                <a:ea typeface="Arial"/>
                <a:cs typeface="Arial"/>
              </a:defRPr>
            </a:lvl6pPr>
            <a:lvl7pPr algn="l">
              <a:spcBef>
                <a:spcPts val="0"/>
              </a:spcBef>
              <a:spcAft>
                <a:spcPts val="0"/>
              </a:spcAft>
              <a:buNone/>
              <a:defRPr sz="1400" b="0" i="0" u="none" cap="none">
                <a:solidFill>
                  <a:schemeClr val="dk1"/>
                </a:solidFill>
                <a:latin typeface="Arial"/>
                <a:ea typeface="Arial"/>
                <a:cs typeface="Arial"/>
              </a:defRPr>
            </a:lvl7pPr>
            <a:lvl8pPr algn="l">
              <a:spcBef>
                <a:spcPts val="0"/>
              </a:spcBef>
              <a:spcAft>
                <a:spcPts val="0"/>
              </a:spcAft>
              <a:buNone/>
              <a:defRPr sz="1400" b="0" i="0" u="none" cap="none">
                <a:solidFill>
                  <a:schemeClr val="dk1"/>
                </a:solidFill>
                <a:latin typeface="Arial"/>
                <a:ea typeface="Arial"/>
                <a:cs typeface="Arial"/>
              </a:defRPr>
            </a:lvl8pPr>
            <a:lvl9pPr algn="l">
              <a:spcBef>
                <a:spcPts val="0"/>
              </a:spcBef>
              <a:spcAft>
                <a:spcPts val="0"/>
              </a:spcAft>
              <a:buNone/>
              <a:defRPr sz="1400" b="0" i="0" u="none" cap="none">
                <a:solidFill>
                  <a:schemeClr val="dk1"/>
                </a:solidFill>
                <a:latin typeface="Arial"/>
                <a:ea typeface="Arial"/>
                <a:cs typeface="Arial"/>
              </a:defRPr>
            </a:lvl9pPr>
          </a:lstStyle>
          <a:p xmlns:a="http://schemas.openxmlformats.org/drawingml/2006/main"/>
        </p:txBody>
      </p:sp>
      <p:sp>
        <p:nvSpPr>
          <p:cNvPr id="10" name="Shape 5">
            <a:extLst xmlns:a="http://schemas.openxmlformats.org/drawingml/2006/main">
              <a:ext uri="{FF2B5EF4-FFF2-40B4-BE49-F238E27FC236}">
                <a16:creationId xmlns:a16="http://schemas.microsoft.com/office/drawing/2014/main" id="{851A1229-D9B7-49F6-83E1-7BE8E1106C8D}"/>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sz="900" b="0" i="0" u="none" cap="none">
                <a:solidFill>
                  <a:srgbClr val="888888"/>
                </a:solidFill>
                <a:latin typeface="Arial"/>
                <a:ea typeface="Arial"/>
                <a:cs typeface="Arial"/>
              </a:defRPr>
            </a:lvl1pPr>
            <a:lvl2pPr marL="0" indent="0" algn="r">
              <a:spcBef>
                <a:spcPts val="0"/>
              </a:spcBef>
              <a:buNone/>
              <a:defRPr sz="900" b="0" i="0" u="none" cap="none">
                <a:solidFill>
                  <a:srgbClr val="888888"/>
                </a:solidFill>
                <a:latin typeface="Arial"/>
                <a:ea typeface="Arial"/>
                <a:cs typeface="Arial"/>
              </a:defRPr>
            </a:lvl2pPr>
            <a:lvl3pPr marL="0" indent="0" algn="r">
              <a:spcBef>
                <a:spcPts val="0"/>
              </a:spcBef>
              <a:buNone/>
              <a:defRPr sz="900" b="0" i="0" u="none" cap="none">
                <a:solidFill>
                  <a:srgbClr val="888888"/>
                </a:solidFill>
                <a:latin typeface="Arial"/>
                <a:ea typeface="Arial"/>
                <a:cs typeface="Arial"/>
              </a:defRPr>
            </a:lvl3pPr>
            <a:lvl4pPr marL="0" indent="0" algn="r">
              <a:spcBef>
                <a:spcPts val="0"/>
              </a:spcBef>
              <a:buNone/>
              <a:defRPr sz="900" b="0" i="0" u="none" cap="none">
                <a:solidFill>
                  <a:srgbClr val="888888"/>
                </a:solidFill>
                <a:latin typeface="Arial"/>
                <a:ea typeface="Arial"/>
                <a:cs typeface="Arial"/>
              </a:defRPr>
            </a:lvl4pPr>
            <a:lvl5pPr marL="0" indent="0" algn="r">
              <a:spcBef>
                <a:spcPts val="0"/>
              </a:spcBef>
              <a:buNone/>
              <a:defRPr sz="900" b="0" i="0" u="none" cap="none">
                <a:solidFill>
                  <a:srgbClr val="888888"/>
                </a:solidFill>
                <a:latin typeface="Arial"/>
                <a:ea typeface="Arial"/>
                <a:cs typeface="Arial"/>
              </a:defRPr>
            </a:lvl5pPr>
            <a:lvl6pPr marL="0" indent="0" algn="r">
              <a:spcBef>
                <a:spcPts val="0"/>
              </a:spcBef>
              <a:buNone/>
              <a:defRPr sz="900" b="0" i="0" u="none" cap="none">
                <a:solidFill>
                  <a:srgbClr val="888888"/>
                </a:solidFill>
                <a:latin typeface="Arial"/>
                <a:ea typeface="Arial"/>
                <a:cs typeface="Arial"/>
              </a:defRPr>
            </a:lvl6pPr>
            <a:lvl7pPr marL="0" indent="0" algn="r">
              <a:spcBef>
                <a:spcPts val="0"/>
              </a:spcBef>
              <a:buNone/>
              <a:defRPr sz="900" b="0" i="0" u="none" cap="none">
                <a:solidFill>
                  <a:srgbClr val="888888"/>
                </a:solidFill>
                <a:latin typeface="Arial"/>
                <a:ea typeface="Arial"/>
                <a:cs typeface="Arial"/>
              </a:defRPr>
            </a:lvl7pPr>
            <a:lvl8pPr marL="0" indent="0" algn="r">
              <a:spcBef>
                <a:spcPts val="0"/>
              </a:spcBef>
              <a:buNone/>
              <a:defRPr sz="900" b="0" i="0" u="none" cap="none">
                <a:solidFill>
                  <a:srgbClr val="888888"/>
                </a:solidFill>
                <a:latin typeface="Arial"/>
                <a:ea typeface="Arial"/>
                <a:cs typeface="Arial"/>
              </a:defRPr>
            </a:lvl8pPr>
            <a:lvl9pPr marL="0" indent="0" algn="r">
              <a:spcBef>
                <a:spcPts val="0"/>
              </a:spcBef>
              <a:buNone/>
              <a:defRPr sz="900" b="0" i="0" u="none" cap="none">
                <a:solidFill>
                  <a:srgbClr val="888888"/>
                </a:solidFill>
                <a:latin typeface="Arial"/>
                <a:ea typeface="Arial"/>
                <a:cs typeface="Arial"/>
              </a:defRPr>
            </a:lvl9pPr>
          </a:lstStyle>
          <a:p xmlns:a="http://schemas.openxmlformats.org/drawingml/2006/main">
            <a:pPr mar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eb708a504e44674"/>
    <p:sldLayoutId xmlns:r="http://schemas.openxmlformats.org/officeDocument/2006/relationships" id="2147483650" r:id="Rb3e943697d1f40cc"/>
    <p:sldLayoutId xmlns:r="http://schemas.openxmlformats.org/officeDocument/2006/relationships" id="2147483651" r:id="R0b279a07b31d4f09"/>
    <p:sldLayoutId xmlns:r="http://schemas.openxmlformats.org/officeDocument/2006/relationships" id="2147483652" r:id="Rb2bd3eebf48a4e2c"/>
    <p:sldLayoutId xmlns:r="http://schemas.openxmlformats.org/officeDocument/2006/relationships" id="2147483653" r:id="R28890926f68f4c6b"/>
    <p:sldLayoutId xmlns:r="http://schemas.openxmlformats.org/officeDocument/2006/relationships" id="2147483654" r:id="Rf98273a5422642ad"/>
    <p:sldLayoutId xmlns:r="http://schemas.openxmlformats.org/officeDocument/2006/relationships" id="2147483655" r:id="R67a3ba89c0584369"/>
    <p:sldLayoutId xmlns:r="http://schemas.openxmlformats.org/officeDocument/2006/relationships" id="2147483656" r:id="Rcdc03187a07a414a"/>
    <p:sldLayoutId xmlns:r="http://schemas.openxmlformats.org/officeDocument/2006/relationships" id="2147483657" r:id="Rd6b4535b85a244a4"/>
    <p:sldLayoutId xmlns:r="http://schemas.openxmlformats.org/officeDocument/2006/relationships" id="2147483658" r:id="Rb66a2cc92662496a"/>
    <p:sldLayoutId xmlns:r="http://schemas.openxmlformats.org/officeDocument/2006/relationships" id="2147483659" r:id="R9cc287ba180f4b87"/>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565c4246334e4852"/>
    <p:sldLayoutId xmlns:r="http://schemas.openxmlformats.org/officeDocument/2006/relationships" id="2147483662" r:id="Rd4273416a2be4718"/>
    <p:sldLayoutId xmlns:r="http://schemas.openxmlformats.org/officeDocument/2006/relationships" id="2147483663" r:id="Rf1e73e1abf33445d"/>
    <p:sldLayoutId xmlns:r="http://schemas.openxmlformats.org/officeDocument/2006/relationships" id="2147483664" r:id="Rf963bbaee1cb4717"/>
    <p:sldLayoutId xmlns:r="http://schemas.openxmlformats.org/officeDocument/2006/relationships" id="2147483665" r:id="R10b19bffd4894698"/>
    <p:sldLayoutId xmlns:r="http://schemas.openxmlformats.org/officeDocument/2006/relationships" id="2147483666" r:id="R0e08b7a3b67e4276"/>
    <p:sldLayoutId xmlns:r="http://schemas.openxmlformats.org/officeDocument/2006/relationships" id="2147483667" r:id="R74aea79193f040bd"/>
    <p:sldLayoutId xmlns:r="http://schemas.openxmlformats.org/officeDocument/2006/relationships" id="2147483668" r:id="R825b672f75714875"/>
    <p:sldLayoutId xmlns:r="http://schemas.openxmlformats.org/officeDocument/2006/relationships" id="2147483669" r:id="Rd5d3c6a19e8349e0"/>
    <p:sldLayoutId xmlns:r="http://schemas.openxmlformats.org/officeDocument/2006/relationships" id="2147483670" r:id="R27661c29157a458e"/>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2" r:id="Re45d87f7fd9e4466"/>
    <p:sldLayoutId xmlns:r="http://schemas.openxmlformats.org/officeDocument/2006/relationships" id="2147483673" r:id="Reea92a5a66df428f"/>
    <p:sldLayoutId xmlns:r="http://schemas.openxmlformats.org/officeDocument/2006/relationships" id="2147483674" r:id="R5c61d4cc38144f74"/>
    <p:sldLayoutId xmlns:r="http://schemas.openxmlformats.org/officeDocument/2006/relationships" id="2147483675" r:id="Rd341ce6b29d24195"/>
    <p:sldLayoutId xmlns:r="http://schemas.openxmlformats.org/officeDocument/2006/relationships" id="2147483676" r:id="Rc32b136d99a04e9e"/>
    <p:sldLayoutId xmlns:r="http://schemas.openxmlformats.org/officeDocument/2006/relationships" id="2147483677" r:id="R4f3cba9016ca4a1d"/>
    <p:sldLayoutId xmlns:r="http://schemas.openxmlformats.org/officeDocument/2006/relationships" id="2147483678" r:id="R5debe3fe0764427a"/>
    <p:sldLayoutId xmlns:r="http://schemas.openxmlformats.org/officeDocument/2006/relationships" id="2147483679" r:id="Rbd60edfa45a943f9"/>
    <p:sldLayoutId xmlns:r="http://schemas.openxmlformats.org/officeDocument/2006/relationships" id="2147483680" r:id="R379cafa80d7f4832"/>
    <p:sldLayoutId xmlns:r="http://schemas.openxmlformats.org/officeDocument/2006/relationships" id="2147483681" r:id="Rfde9fd395a5a4cf6"/>
    <p:sldLayoutId xmlns:r="http://schemas.openxmlformats.org/officeDocument/2006/relationships" id="2147483682" r:id="R78f907bd6a7d432b"/>
    <p:sldLayoutId xmlns:r="http://schemas.openxmlformats.org/officeDocument/2006/relationships" id="2147483683" r:id="R8a2d832d23764351"/>
    <p:sldLayoutId xmlns:r="http://schemas.openxmlformats.org/officeDocument/2006/relationships" id="2147483684" r:id="Redce9a0935f54ab0"/>
    <p:sldLayoutId xmlns:r="http://schemas.openxmlformats.org/officeDocument/2006/relationships" id="2147483685" r:id="Rb3e88c2dbda94637"/>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3_自定义设计方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1_自定义设计方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2c10d84cb1174e44" /><Relationship Type="http://schemas.openxmlformats.org/officeDocument/2006/relationships/notesSlide" Target="/ppt/notesSlides/notesSlide1.xml" Id="R533f3f75651341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3.xml" Id="Rd2cf990529b54cdd" /><Relationship Type="http://schemas.openxmlformats.org/officeDocument/2006/relationships/notesSlide" Target="/ppt/notesSlides/notesSlide2.xml" Id="R058a2a098ae244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4.xml" Id="R80b806ced6634234" /><Relationship Type="http://schemas.openxmlformats.org/officeDocument/2006/relationships/image" Target="/ppt/media/image3.jpeg" Id="Ra5b3ed833a4e4f01" /><Relationship Type="http://schemas.openxmlformats.org/officeDocument/2006/relationships/image" Target="/ppt/media/image4.jpeg" Id="R7fddb7b95e384457" /><Relationship Type="http://schemas.openxmlformats.org/officeDocument/2006/relationships/image" Target="/ppt/media/image5.jpeg" Id="Raa6ebdc8cb0d43a5" /><Relationship Type="http://schemas.openxmlformats.org/officeDocument/2006/relationships/notesSlide" Target="/ppt/notesSlides/notesSlide3.xml" Id="R8152fb796dea43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4.xml" Id="Re5a669e6c5ba4fdc" /><Relationship Type="http://schemas.openxmlformats.org/officeDocument/2006/relationships/notesSlide" Target="/ppt/notesSlides/notesSlide4.xml" Id="R19d8992d030b4d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4.xml" Id="Rdd1824a8ac474892" /><Relationship Type="http://schemas.openxmlformats.org/officeDocument/2006/relationships/notesSlide" Target="/ppt/notesSlides/notesSlide5.xml" Id="R4483fb8e061747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4.xml" Id="Rbb0d703ecae1447f" /><Relationship Type="http://schemas.openxmlformats.org/officeDocument/2006/relationships/notesSlide" Target="/ppt/notesSlides/notesSlide6.xml" Id="Ra33aedf7425947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4.xml" Id="Rb9b1fdac2575436b" /><Relationship Type="http://schemas.openxmlformats.org/officeDocument/2006/relationships/notesSlide" Target="/ppt/notesSlides/notesSlide7.xml" Id="Rc80fd323fa304b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4.xml" Id="Rb9b2cdfd2e444af1" /><Relationship Type="http://schemas.openxmlformats.org/officeDocument/2006/relationships/notesSlide" Target="/ppt/notesSlides/notesSlide8.xml" Id="R10ddef856ef64f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cf751a19d6154539" /><Relationship Type="http://schemas.openxmlformats.org/officeDocument/2006/relationships/notesSlide" Target="/ppt/notesSlides/notesSlide9.xml" Id="R20f4d677b9a74e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4.xml" Id="Rfc79f93918554236" /><Relationship Type="http://schemas.openxmlformats.org/officeDocument/2006/relationships/notesSlide" Target="/ppt/notesSlides/notesSlide10.xml" Id="R25ddc72b735747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4.xml" Id="R390eaee4e2f64d1d" /><Relationship Type="http://schemas.openxmlformats.org/officeDocument/2006/relationships/notesSlide" Target="/ppt/notesSlides/notesSlide11.xml" Id="R1f0430cd0f4745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4.xml" Id="Rf3a43e09728047be" /><Relationship Type="http://schemas.openxmlformats.org/officeDocument/2006/relationships/notesSlide" Target="/ppt/notesSlides/notesSlide12.xml" Id="R6287398ebb334d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6.xml" Id="R9bbe6d57a7b64f65" /><Relationship Type="http://schemas.openxmlformats.org/officeDocument/2006/relationships/notesSlide" Target="/ppt/notesSlides/notesSlide13.xml" Id="Rde6aee451bc546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4.xml" Id="R713561f7d86e4d61" /><Relationship Type="http://schemas.openxmlformats.org/officeDocument/2006/relationships/image" Target="/ppt/media/image4.png" Id="Rbfed0a8a032c4d93" /><Relationship Type="http://schemas.openxmlformats.org/officeDocument/2006/relationships/notesSlide" Target="/ppt/notesSlides/notesSlide14.xml" Id="R9fe3679261614e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7.xml" Id="Rca3c32b51bec43b8" /><Relationship Type="http://schemas.openxmlformats.org/officeDocument/2006/relationships/notesSlide" Target="/ppt/notesSlides/notesSlide15.xml" Id="R8c977a1f864e48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4.xml" Id="Rf302d69561eb4d1c" /><Relationship Type="http://schemas.openxmlformats.org/officeDocument/2006/relationships/image" Target="/ppt/media/image5.png" Id="Rc65fe8cfe89645c4" /><Relationship Type="http://schemas.openxmlformats.org/officeDocument/2006/relationships/image" Target="/ppt/media/image6.png" Id="R2f3acf3666604163" /><Relationship Type="http://schemas.openxmlformats.org/officeDocument/2006/relationships/image" Target="/ppt/media/image7.png" Id="R7644b7c5164b4c67" /><Relationship Type="http://schemas.openxmlformats.org/officeDocument/2006/relationships/image" Target="/ppt/media/image8.png" Id="R64c2e7f507294ac4" /><Relationship Type="http://schemas.openxmlformats.org/officeDocument/2006/relationships/notesSlide" Target="/ppt/notesSlides/notesSlide16.xml" Id="Rc616b642737d40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4.xml" Id="R55a519710e8e4da7" /><Relationship Type="http://schemas.openxmlformats.org/officeDocument/2006/relationships/image" Target="/ppt/media/image9.png" Id="Re86821b4b85e40cd" /><Relationship Type="http://schemas.openxmlformats.org/officeDocument/2006/relationships/image" Target="/ppt/media/image10.png" Id="Rd12792c6b3b147d3" /><Relationship Type="http://schemas.openxmlformats.org/officeDocument/2006/relationships/notesSlide" Target="/ppt/notesSlides/notesSlide17.xml" Id="Rde1e2b4b24f44c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4.xml" Id="R6260a89d41fd430e" /><Relationship Type="http://schemas.openxmlformats.org/officeDocument/2006/relationships/image" Target="/ppt/media/image11.png" Id="R517d4acd964140c5" /><Relationship Type="http://schemas.openxmlformats.org/officeDocument/2006/relationships/image" Target="/ppt/media/image12.png" Id="Rfaf65bd9ecb04d80" /><Relationship Type="http://schemas.openxmlformats.org/officeDocument/2006/relationships/notesSlide" Target="/ppt/notesSlides/notesSlide18.xml" Id="R2470ec55d8f644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8.xml" Id="Rbfe5c7d766e34b35" /><Relationship Type="http://schemas.openxmlformats.org/officeDocument/2006/relationships/notesSlide" Target="/ppt/notesSlides/notesSlide19.xml" Id="R3903cb68acad40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4.xml" Id="Rf905e51d7be649c5" /><Relationship Type="http://schemas.openxmlformats.org/officeDocument/2006/relationships/notesSlide" Target="/ppt/notesSlides/notesSlide20.xml" Id="R5bd1443c81c1458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9.xml" Id="R0758a530027f4b48" /><Relationship Type="http://schemas.openxmlformats.org/officeDocument/2006/relationships/notesSlide" Target="/ppt/notesSlides/notesSlide21.xml" Id="Re2bc8b6fad5a4c0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4.xml" Id="R3d688812e70a4007" /><Relationship Type="http://schemas.openxmlformats.org/officeDocument/2006/relationships/notesSlide" Target="/ppt/notesSlides/notesSlide22.xml" Id="R536e9e0954f54e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1" name="AutoShape 4">
            <a:extLst xmlns:a="http://schemas.openxmlformats.org/drawingml/2006/main">
              <a:ext uri="{FF2B5EF4-FFF2-40B4-BE49-F238E27FC236}">
                <a16:creationId xmlns:a16="http://schemas.microsoft.com/office/drawing/2014/main" id="{8158592D-1C71-4F24-BEB7-3324D703D830}"/>
              </a:ext>
            </a:extLst>
          </p:cNvPr>
          <p:cNvSpPr>
            <a:spLocks xmlns:a="http://schemas.openxmlformats.org/drawingml/2006/main" noGrp="1"/>
          </p:cNvSpPr>
          <p:nvPr/>
        </p:nvSpPr>
        <p:spPr>
          <a:xfrm xmlns:a="http://schemas.openxmlformats.org/drawingml/2006/main">
            <a:off x="3202940" y="5175885"/>
            <a:ext cx="2769235" cy="279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a:solidFill>
                  <a:srgbClr val="222A35"/>
                </a:solidFill>
              </a:rPr>
              <a:t>负责</a:t>
            </a:r>
            <a:r>
              <a:rPr sz="1350" b="0" i="0" u="none">
                <a:solidFill>
                  <a:srgbClr val="222A35"/>
                </a:solidFill>
                <a:latin typeface="微软雅黑"/>
                <a:ea typeface="微软雅黑"/>
                <a:cs typeface="微软雅黑"/>
              </a:rPr>
              <a:t>人：</a:t>
            </a:r>
            <a:r>
              <a:rPr sz="1350">
                <a:solidFill>
                  <a:srgbClr val="222A35"/>
                </a:solidFill>
              </a:rPr>
              <a:t>谢秀淮、曾雯婷</a:t>
            </a:r>
          </a:p>
        </p:txBody>
      </p:sp>
      <p:sp>
        <p:nvSpPr>
          <p:cNvPr id="12" name="AutoShape 4">
            <a:extLst xmlns:a="http://schemas.openxmlformats.org/drawingml/2006/main">
              <a:ext uri="{FF2B5EF4-FFF2-40B4-BE49-F238E27FC236}">
                <a16:creationId xmlns:a16="http://schemas.microsoft.com/office/drawing/2014/main" id="{2C5893C2-9CDD-4F8F-9099-C191691056E6}"/>
              </a:ext>
            </a:extLst>
          </p:cNvPr>
          <p:cNvSpPr>
            <a:spLocks xmlns:a="http://schemas.openxmlformats.org/drawingml/2006/main" noGrp="1"/>
          </p:cNvSpPr>
          <p:nvPr/>
        </p:nvSpPr>
        <p:spPr>
          <a:xfrm xmlns:a="http://schemas.openxmlformats.org/drawingml/2006/main">
            <a:off x="3202940" y="5593080"/>
            <a:ext cx="2769235" cy="279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b="0" i="0" u="none">
                <a:solidFill>
                  <a:srgbClr val="222A35"/>
                </a:solidFill>
                <a:latin typeface="微软雅黑"/>
                <a:ea typeface="微软雅黑"/>
                <a:cs typeface="微软雅黑"/>
              </a:rPr>
              <a:t>指导老师</a:t>
            </a:r>
            <a:r>
              <a:rPr sz="1350" b="0" i="0" u="none">
                <a:solidFill>
                  <a:srgbClr val="222A35"/>
                </a:solidFill>
                <a:latin typeface="微软雅黑"/>
                <a:ea typeface="微软雅黑"/>
                <a:cs typeface="微软雅黑"/>
              </a:rPr>
              <a:t>：</a:t>
            </a:r>
            <a:r>
              <a:rPr sz="1350" b="0" i="0" u="none">
                <a:solidFill>
                  <a:srgbClr val="222A35"/>
                </a:solidFill>
                <a:latin typeface="微软雅黑"/>
                <a:ea typeface="微软雅黑"/>
                <a:cs typeface="微软雅黑"/>
              </a:rPr>
              <a:t>陈龙彪</a:t>
            </a:r>
          </a:p>
        </p:txBody>
      </p:sp>
      <p:sp>
        <p:nvSpPr>
          <p:cNvPr id="13" name="AutoShape 4">
            <a:extLst xmlns:a="http://schemas.openxmlformats.org/drawingml/2006/main">
              <a:ext uri="{FF2B5EF4-FFF2-40B4-BE49-F238E27FC236}">
                <a16:creationId xmlns:a16="http://schemas.microsoft.com/office/drawing/2014/main" id="{68977AE9-1CA7-48FE-B4A7-55405BA68D36}"/>
              </a:ext>
            </a:extLst>
          </p:cNvPr>
          <p:cNvSpPr>
            <a:spLocks xmlns:a="http://schemas.openxmlformats.org/drawingml/2006/main" noGrp="1"/>
          </p:cNvSpPr>
          <p:nvPr/>
        </p:nvSpPr>
        <p:spPr>
          <a:xfrm xmlns:a="http://schemas.openxmlformats.org/drawingml/2006/main">
            <a:off x="3202940" y="6010275"/>
            <a:ext cx="2769235" cy="279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95250" tIns="47625" rIns="95250" bIns="47625" anchor="t">
            <a:noAutofit/>
          </a:bodyPr>
          <a:lstStyle xmlns:a="http://schemas.openxmlformats.org/drawingml/2006/main">
            <a:lvl1pPr algn="ctr">
              <a:lnSpc>
                <a:spcPct val="92000"/>
              </a:lnSpc>
              <a:buNone/>
              <a:defRPr sz="1300" b="0" i="0" u="none" spc="0">
                <a:solidFill>
                  <a:srgbClr val="222A35">
                    <a:alpha val="100000"/>
                  </a:srgbClr>
                </a:solidFill>
                <a:latin typeface="微软雅黑"/>
                <a:ea typeface="微软雅黑"/>
                <a:cs typeface="微软雅黑"/>
              </a:defRPr>
            </a:lvl1pPr>
          </a:lstStyle>
          <a:p xmlns:a="http://schemas.openxmlformats.org/drawingml/2006/main">
            <a:pPr indent="0" algn="l">
              <a:lnSpc>
                <a:spcPct val="92000"/>
              </a:lnSpc>
              <a:buNone/>
            </a:pPr>
            <a:r>
              <a:rPr sz="1350" b="0" i="0" u="none">
                <a:solidFill>
                  <a:srgbClr val="222A35"/>
                </a:solidFill>
                <a:latin typeface="微软雅黑"/>
                <a:ea typeface="微软雅黑"/>
                <a:cs typeface="微软雅黑"/>
              </a:rPr>
              <a:t>院系</a:t>
            </a:r>
            <a:r>
              <a:rPr sz="1350" b="0" i="0" u="none">
                <a:solidFill>
                  <a:srgbClr val="222A35"/>
                </a:solidFill>
                <a:latin typeface="微软雅黑"/>
                <a:ea typeface="微软雅黑"/>
                <a:cs typeface="微软雅黑"/>
              </a:rPr>
              <a:t>：</a:t>
            </a:r>
            <a:r>
              <a:rPr sz="1350" b="0" i="0" u="none">
                <a:solidFill>
                  <a:srgbClr val="222A35"/>
                </a:solidFill>
                <a:latin typeface="微软雅黑"/>
                <a:ea typeface="微软雅黑"/>
                <a:cs typeface="微软雅黑"/>
              </a:rPr>
              <a:t>厦门大学信息学院计算机系</a:t>
            </a:r>
          </a:p>
        </p:txBody>
      </p:sp>
      <p:sp>
        <p:nvSpPr>
          <p:cNvPr id="4" name="文本框 1">
            <a:extLst xmlns:a="http://schemas.openxmlformats.org/drawingml/2006/main">
              <a:ext uri="{FF2B5EF4-FFF2-40B4-BE49-F238E27FC236}">
                <a16:creationId xmlns:a16="http://schemas.microsoft.com/office/drawing/2014/main" id="{39553F00-4CE2-29AB-6F8D-E283DD00706B}"/>
              </a:ext>
            </a:extLst>
          </p:cNvPr>
          <p:cNvSpPr>
            <a:spLocks xmlns:a="http://schemas.openxmlformats.org/drawingml/2006/main" noGrp="1"/>
          </p:cNvSpPr>
          <p:nvPr/>
        </p:nvSpPr>
        <p:spPr>
          <a:xfrm xmlns:a="http://schemas.openxmlformats.org/drawingml/2006/main">
            <a:off x="0" y="3421726"/>
            <a:ext cx="9144000" cy="1616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lvl1pPr>
              <a:buChar char="¥"/>
              <a:defRPr sz="3200">
                <a:solidFill>
                  <a:schemeClr val="tx1"/>
                </a:solidFill>
                <a:latin typeface="Verdana"/>
                <a:ea typeface="Verdana"/>
                <a:cs typeface="Verdana"/>
              </a:defRPr>
            </a:lvl1pPr>
            <a:lvl2pPr marL="742950" indent="-285750">
              <a:buChar char="u"/>
              <a:defRPr sz="2800">
                <a:solidFill>
                  <a:schemeClr val="tx1"/>
                </a:solidFill>
                <a:latin typeface="Verdana"/>
                <a:ea typeface="Verdana"/>
                <a:cs typeface="Verdana"/>
              </a:defRPr>
            </a:lvl2pPr>
            <a:lvl3pPr marL="1143000" indent="-228600">
              <a:buChar char="Ø"/>
              <a:defRPr sz="2400">
                <a:solidFill>
                  <a:schemeClr val="tx1"/>
                </a:solidFill>
                <a:latin typeface="Verdana"/>
                <a:ea typeface="Verdana"/>
                <a:cs typeface="Verdana"/>
              </a:defRPr>
            </a:lvl3pPr>
            <a:lvl4pPr marL="1600200" indent="-228600">
              <a:buChar char="l"/>
              <a:defRPr sz="2000">
                <a:solidFill>
                  <a:schemeClr val="tx1"/>
                </a:solidFill>
                <a:latin typeface="Verdana"/>
                <a:ea typeface="Verdana"/>
                <a:cs typeface="Verdana"/>
              </a:defRPr>
            </a:lvl4pPr>
            <a:lvl5pPr marL="2057400" indent="-228600">
              <a:buChar char="¥"/>
              <a:defRPr sz="2000">
                <a:solidFill>
                  <a:schemeClr val="tx1"/>
                </a:solidFill>
                <a:latin typeface="Verdana"/>
                <a:ea typeface="Verdana"/>
                <a:cs typeface="Verdana"/>
              </a:defRPr>
            </a:lvl5pPr>
            <a:lvl6pPr marL="2514600" indent="-228600">
              <a:buChar char="¥"/>
              <a:defRPr sz="2000">
                <a:solidFill>
                  <a:schemeClr val="tx1"/>
                </a:solidFill>
                <a:latin typeface="Verdana"/>
                <a:ea typeface="Verdana"/>
                <a:cs typeface="Verdana"/>
              </a:defRPr>
            </a:lvl6pPr>
            <a:lvl7pPr marL="2971800" indent="-228600">
              <a:buChar char="¥"/>
              <a:defRPr sz="2000">
                <a:solidFill>
                  <a:schemeClr val="tx1"/>
                </a:solidFill>
                <a:latin typeface="Verdana"/>
                <a:ea typeface="Verdana"/>
                <a:cs typeface="Verdana"/>
              </a:defRPr>
            </a:lvl7pPr>
            <a:lvl8pPr marL="3429000" indent="-228600">
              <a:buChar char="¥"/>
              <a:defRPr sz="2000">
                <a:solidFill>
                  <a:schemeClr val="tx1"/>
                </a:solidFill>
                <a:latin typeface="Verdana"/>
                <a:ea typeface="Verdana"/>
                <a:cs typeface="Verdana"/>
              </a:defRPr>
            </a:lvl8pPr>
            <a:lvl9pPr marL="3886200" indent="-228600">
              <a:buChar char="¥"/>
              <a:defRPr sz="2000">
                <a:solidFill>
                  <a:schemeClr val="tx1"/>
                </a:solidFill>
                <a:latin typeface="Verdana"/>
                <a:ea typeface="Verdana"/>
                <a:cs typeface="Verdana"/>
              </a:defRPr>
            </a:lvl9pPr>
          </a:lstStyle>
          <a:p xmlns:a="http://schemas.openxmlformats.org/drawingml/2006/main">
            <a:pPr algn="ctr">
              <a:spcBef>
                <a:spcPts val="0"/>
              </a:spcBef>
              <a:buNone/>
            </a:pPr>
            <a:r>
              <a:rPr sz="2800" b="1">
                <a:solidFill>
                  <a:schemeClr val="accent2"/>
                </a:solidFill>
                <a:latin typeface="微软雅黑"/>
                <a:ea typeface="微软雅黑"/>
                <a:cs typeface="微软雅黑"/>
              </a:rPr>
              <a:t>融合多模态推理与进化的开放式具身智能系统</a:t>
            </a:r>
          </a:p>
        </p:txBody>
      </p:sp>
      <p:sp>
        <p:nvSpPr>
          <p:cNvPr id="5" name="文本框 1">
            <a:extLst xmlns:a="http://schemas.openxmlformats.org/drawingml/2006/main">
              <a:ext uri="{FF2B5EF4-FFF2-40B4-BE49-F238E27FC236}">
                <a16:creationId xmlns:a16="http://schemas.microsoft.com/office/drawing/2014/main" id="{379B492F-576C-A4D5-B101-67137B6B6EBA}"/>
              </a:ext>
            </a:extLst>
          </p:cNvPr>
          <p:cNvSpPr>
            <a:spLocks xmlns:a="http://schemas.openxmlformats.org/drawingml/2006/main" noGrp="1"/>
          </p:cNvSpPr>
          <p:nvPr/>
        </p:nvSpPr>
        <p:spPr>
          <a:xfrm xmlns:a="http://schemas.openxmlformats.org/drawingml/2006/main">
            <a:off x="15557" y="4028348"/>
            <a:ext cx="9144000" cy="15647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lvl1pPr>
              <a:buChar char="¥"/>
              <a:defRPr sz="3200">
                <a:solidFill>
                  <a:schemeClr val="tx1"/>
                </a:solidFill>
                <a:latin typeface="Verdana"/>
                <a:ea typeface="Verdana"/>
                <a:cs typeface="Verdana"/>
              </a:defRPr>
            </a:lvl1pPr>
            <a:lvl2pPr marL="742950" indent="-285750">
              <a:buChar char="u"/>
              <a:defRPr sz="2800">
                <a:solidFill>
                  <a:schemeClr val="tx1"/>
                </a:solidFill>
                <a:latin typeface="Verdana"/>
                <a:ea typeface="Verdana"/>
                <a:cs typeface="Verdana"/>
              </a:defRPr>
            </a:lvl2pPr>
            <a:lvl3pPr marL="1143000" indent="-228600">
              <a:buChar char="Ø"/>
              <a:defRPr sz="2400">
                <a:solidFill>
                  <a:schemeClr val="tx1"/>
                </a:solidFill>
                <a:latin typeface="Verdana"/>
                <a:ea typeface="Verdana"/>
                <a:cs typeface="Verdana"/>
              </a:defRPr>
            </a:lvl3pPr>
            <a:lvl4pPr marL="1600200" indent="-228600">
              <a:buChar char="l"/>
              <a:defRPr sz="2000">
                <a:solidFill>
                  <a:schemeClr val="tx1"/>
                </a:solidFill>
                <a:latin typeface="Verdana"/>
                <a:ea typeface="Verdana"/>
                <a:cs typeface="Verdana"/>
              </a:defRPr>
            </a:lvl4pPr>
            <a:lvl5pPr marL="2057400" indent="-228600">
              <a:buChar char="¥"/>
              <a:defRPr sz="2000">
                <a:solidFill>
                  <a:schemeClr val="tx1"/>
                </a:solidFill>
                <a:latin typeface="Verdana"/>
                <a:ea typeface="Verdana"/>
                <a:cs typeface="Verdana"/>
              </a:defRPr>
            </a:lvl5pPr>
            <a:lvl6pPr marL="2514600" indent="-228600">
              <a:buChar char="¥"/>
              <a:defRPr sz="2000">
                <a:solidFill>
                  <a:schemeClr val="tx1"/>
                </a:solidFill>
                <a:latin typeface="Verdana"/>
                <a:ea typeface="Verdana"/>
                <a:cs typeface="Verdana"/>
              </a:defRPr>
            </a:lvl6pPr>
            <a:lvl7pPr marL="2971800" indent="-228600">
              <a:buChar char="¥"/>
              <a:defRPr sz="2000">
                <a:solidFill>
                  <a:schemeClr val="tx1"/>
                </a:solidFill>
                <a:latin typeface="Verdana"/>
                <a:ea typeface="Verdana"/>
                <a:cs typeface="Verdana"/>
              </a:defRPr>
            </a:lvl7pPr>
            <a:lvl8pPr marL="3429000" indent="-228600">
              <a:buChar char="¥"/>
              <a:defRPr sz="2000">
                <a:solidFill>
                  <a:schemeClr val="tx1"/>
                </a:solidFill>
                <a:latin typeface="Verdana"/>
                <a:ea typeface="Verdana"/>
                <a:cs typeface="Verdana"/>
              </a:defRPr>
            </a:lvl8pPr>
            <a:lvl9pPr marL="3886200" indent="-228600">
              <a:buChar char="¥"/>
              <a:defRPr sz="2000">
                <a:solidFill>
                  <a:schemeClr val="tx1"/>
                </a:solidFill>
                <a:latin typeface="Verdana"/>
                <a:ea typeface="Verdana"/>
                <a:cs typeface="Verdana"/>
              </a:defRPr>
            </a:lvl9pPr>
          </a:lstStyle>
          <a:p xmlns:a="http://schemas.openxmlformats.org/drawingml/2006/main">
            <a:pPr algn="ctr">
              <a:spcBef>
                <a:spcPts val="0"/>
              </a:spcBef>
              <a:buNone/>
            </a:pPr>
            <a:r>
              <a:rPr sz="2400" b="1">
                <a:solidFill>
                  <a:srgbClr val="2D2D8A">
                    <a:lumMod val="75000"/>
                  </a:srgbClr>
                </a:solidFill>
                <a:latin typeface="Times New Roman"/>
                <a:ea typeface="Times New Roman"/>
                <a:cs typeface="Times New Roman"/>
              </a:rPr>
              <a:t>An Open-Ended Embodied Intelligent System </a:t>
            </a:r>
          </a:p>
          <a:p xmlns:a="http://schemas.openxmlformats.org/drawingml/2006/main">
            <a:pPr algn="ctr">
              <a:spcBef>
                <a:spcPts val="0"/>
              </a:spcBef>
              <a:buNone/>
            </a:pPr>
            <a:r>
              <a:rPr sz="2400" b="1">
                <a:solidFill>
                  <a:srgbClr val="2D2D8A">
                    <a:lumMod val="75000"/>
                  </a:srgbClr>
                </a:solidFill>
                <a:latin typeface="Times New Roman"/>
                <a:ea typeface="Times New Roman"/>
                <a:cs typeface="Times New Roman"/>
              </a:rPr>
              <a:t>Integrating Multimodal Reasoning and Evolution</a:t>
            </a:r>
          </a:p>
        </p:txBody>
      </p:sp>
    </p:spTree>
    <p:extLst>
      <p:ext uri="{BB962C8B-B14F-4D97-AF65-F5344CB8AC3E}">
        <p14:creationId xmlns:p14="http://schemas.microsoft.com/office/powerpoint/2010/main" val="18039913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8473959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AD8C4E10-5E91-4CE0-B336-4878FB372E8C}"/>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引言：研究背景</a:t>
            </a:r>
          </a:p>
        </p:txBody>
      </p:sp>
      <p:sp>
        <p:nvSpPr>
          <p:cNvPr id="3" name="文本占位符 2">
            <a:extLst xmlns:a="http://schemas.openxmlformats.org/drawingml/2006/main">
              <a:ext uri="{FF2B5EF4-FFF2-40B4-BE49-F238E27FC236}">
                <a16:creationId xmlns:a16="http://schemas.microsoft.com/office/drawing/2014/main" id="{548359DC-B091-4517-A5D4-927A18F1836E}"/>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3</a:t>
            </a:r>
          </a:p>
        </p:txBody>
      </p:sp>
      <p:sp>
        <p:nvSpPr>
          <p:cNvPr id="4" name="内容占位符 3">
            <a:extLst xmlns:a="http://schemas.openxmlformats.org/drawingml/2006/main">
              <a:ext uri="{FF2B5EF4-FFF2-40B4-BE49-F238E27FC236}">
                <a16:creationId xmlns:a16="http://schemas.microsoft.com/office/drawing/2014/main" id="{5FC1E614-CB6B-4B47-83BD-7822B0043023}"/>
              </a:ext>
            </a:extLst>
          </p:cNvPr>
          <p:cNvSpPr>
            <a:spLocks xmlns:a="http://schemas.openxmlformats.org/drawingml/2006/main" noGrp="1"/>
          </p:cNvSpPr>
          <p:nvPr>
            <p:ph idx="13"/>
          </p:nvPr>
        </p:nvSpPr>
        <p:spPr>
          <a:xfrm xmlns:a="http://schemas.openxmlformats.org/drawingml/2006/main">
            <a:off x="396531" y="1212849"/>
            <a:ext cx="8415212" cy="5206423"/>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rPr sz="1800" b="0">
                <a:latin typeface="微软雅黑"/>
                <a:ea typeface="微软雅黑"/>
                <a:cs typeface="微软雅黑"/>
              </a:rPr>
              <a:t>随着智慧城市的不断发展，智能机器人 </a:t>
            </a:r>
            <a:r>
              <a:rPr sz="1800" b="0">
                <a:latin typeface="微软雅黑"/>
                <a:ea typeface="微软雅黑"/>
                <a:cs typeface="微软雅黑"/>
              </a:rPr>
              <a:t>(</a:t>
            </a:r>
            <a:r>
              <a:rPr sz="1800" b="0">
                <a:latin typeface="微软雅黑"/>
                <a:ea typeface="微软雅黑"/>
                <a:cs typeface="微软雅黑"/>
              </a:rPr>
              <a:t>智能体</a:t>
            </a:r>
            <a:r>
              <a:rPr sz="1800" b="0">
                <a:latin typeface="微软雅黑"/>
                <a:ea typeface="微软雅黑"/>
                <a:cs typeface="微软雅黑"/>
              </a:rPr>
              <a:t>) </a:t>
            </a:r>
            <a:r>
              <a:rPr sz="1800" b="0">
                <a:latin typeface="微软雅黑"/>
                <a:ea typeface="微软雅黑"/>
                <a:cs typeface="微软雅黑"/>
              </a:rPr>
              <a:t>正逐步融入我们的日常生活，应用于</a:t>
            </a:r>
            <a:r>
              <a:rPr sz="1800">
                <a:solidFill>
                  <a:srgbClr val="C00000"/>
                </a:solidFill>
                <a:latin typeface="微软雅黑"/>
                <a:ea typeface="微软雅黑"/>
                <a:cs typeface="微软雅黑"/>
              </a:rPr>
              <a:t>家庭服务，工作制造</a:t>
            </a:r>
            <a:r>
              <a:rPr sz="1800" b="0">
                <a:latin typeface="微软雅黑"/>
                <a:ea typeface="微软雅黑"/>
                <a:cs typeface="微软雅黑"/>
              </a:rPr>
              <a:t>等众多领域，为大众带来极大的便利</a:t>
            </a:r>
            <a:r>
              <a:rPr sz="1800" b="0">
                <a:latin typeface="微软雅黑"/>
                <a:ea typeface="微软雅黑"/>
                <a:cs typeface="微软雅黑"/>
              </a:rPr>
              <a:t>[1]</a:t>
            </a:r>
          </a:p>
          <a:p xmlns:a="http://schemas.openxmlformats.org/drawingml/2006/main">
            <a:pPr>
              <a:lnSpc>
                <a:spcPct val="150000"/>
              </a:lnSpc>
              <a:buNone/>
            </a:pPr>
            <a:r>
              <a:rPr sz="1800" b="0">
                <a:latin typeface="微软雅黑"/>
                <a:ea typeface="微软雅黑"/>
                <a:cs typeface="微软雅黑"/>
              </a:rPr>
              <a:t>复杂多样的现实环境，使得智能体在面对实际应用场景时存在明显的</a:t>
            </a:r>
            <a:r>
              <a:rPr sz="1800">
                <a:solidFill>
                  <a:srgbClr val="C00000"/>
                </a:solidFill>
                <a:latin typeface="微软雅黑"/>
                <a:ea typeface="微软雅黑"/>
                <a:cs typeface="微软雅黑"/>
              </a:rPr>
              <a:t>不智能</a:t>
            </a:r>
            <a:r>
              <a:rPr sz="1800" b="0">
                <a:latin typeface="微软雅黑"/>
                <a:ea typeface="微软雅黑"/>
                <a:cs typeface="微软雅黑"/>
              </a:rPr>
              <a:t>：</a:t>
            </a:r>
          </a:p>
          <a:p xmlns:a="http://schemas.openxmlformats.org/drawingml/2006/main">
            <a:pPr>
              <a:lnSpc>
                <a:spcPct val="150000"/>
              </a:lnSpc>
              <a:buNone/>
            </a:pPr>
            <a:r>
              <a:rPr sz="1600" b="1">
                <a:solidFill>
                  <a:srgbClr val="C00000"/>
                </a:solidFill>
              </a:rPr>
              <a:t>任务拓展能力薄弱：</a:t>
            </a:r>
            <a:r>
              <a:rPr sz="1600"/>
              <a:t>在预设任务范围内表现较好，但在遇到未见任务时容易出现功能失效的问题</a:t>
            </a:r>
            <a:r>
              <a:rPr sz="1600">
                <a:latin typeface="微软雅黑"/>
                <a:ea typeface="微软雅黑"/>
                <a:cs typeface="微软雅黑"/>
              </a:rPr>
              <a:t>[2]</a:t>
            </a:r>
          </a:p>
          <a:p xmlns:a="http://schemas.openxmlformats.org/drawingml/2006/main">
            <a:pPr>
              <a:lnSpc>
                <a:spcPct val="150000"/>
              </a:lnSpc>
              <a:buNone/>
            </a:pPr>
            <a:r>
              <a:rPr sz="1600" b="1">
                <a:solidFill>
                  <a:srgbClr val="C00000"/>
                </a:solidFill>
              </a:rPr>
              <a:t>任务执行缺乏灵活性：</a:t>
            </a:r>
            <a:r>
              <a:rPr sz="1600"/>
              <a:t>一些突发事件如道路封闭等情况容易导致智能体难以及时调整行为，缺乏灵活应对和自我改进的能力</a:t>
            </a:r>
          </a:p>
          <a:p xmlns:a="http://schemas.openxmlformats.org/drawingml/2006/main">
            <a:pPr>
              <a:lnSpc>
                <a:spcPct val="150000"/>
              </a:lnSpc>
              <a:buNone/>
            </a:pPr>
          </a:p>
          <a:p xmlns:a="http://schemas.openxmlformats.org/drawingml/2006/main">
            <a:pPr>
              <a:buNone/>
            </a:p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a5b3ed833a4e4f01"/>
          <a:srcRect xmlns:a="http://schemas.openxmlformats.org/drawingml/2006/main" l="0" t="0" r="0" b="0"/>
          <a:stretch xmlns:a="http://schemas.openxmlformats.org/drawingml/2006/main">
            <a:fillRect l="0" t="0" r="0" b="0"/>
          </a:stretch>
        </p:blipFill>
        <p:spPr>
          <a:xfrm xmlns:a="http://schemas.openxmlformats.org/drawingml/2006/main">
            <a:off x="1197246" y="4013274"/>
            <a:ext cx="1993715" cy="1020621"/>
          </a:xfrm>
          <a:prstGeom xmlns:a="http://schemas.openxmlformats.org/drawingml/2006/main" prst="rect">
            <a:avLst/>
          </a:prstGeom>
        </p:spPr>
      </p:pic>
      <p:pic>
        <p:nvPicPr>
          <p:cNvPr id="17" name="Picture 4"/>
          <p:cNvPicPr>
            <a:picLocks xmlns:a="http://schemas.openxmlformats.org/drawingml/2006/main" noChangeAspect="1"/>
          </p:cNvPicPr>
          <p:nvPr/>
        </p:nvPicPr>
        <p:blipFill>
          <a:blip xmlns:r="http://schemas.openxmlformats.org/officeDocument/2006/relationships" xmlns:a="http://schemas.openxmlformats.org/drawingml/2006/main" r:embed="R7fddb7b95e384457"/>
          <a:srcRect xmlns:a="http://schemas.openxmlformats.org/drawingml/2006/main" l="0" t="0" r="0" b="0"/>
          <a:stretch xmlns:a="http://schemas.openxmlformats.org/drawingml/2006/main">
            <a:fillRect l="0" t="0" r="0" b="0"/>
          </a:stretch>
        </p:blipFill>
        <p:spPr>
          <a:xfrm xmlns:a="http://schemas.openxmlformats.org/drawingml/2006/main">
            <a:off x="3599296" y="4013274"/>
            <a:ext cx="2167079" cy="1020620"/>
          </a:xfrm>
          <a:prstGeom xmlns:a="http://schemas.openxmlformats.org/drawingml/2006/main" prst="rect">
            <a:avLst/>
          </a:prstGeom>
        </p:spPr>
      </p:pic>
      <p:pic>
        <p:nvPicPr>
          <p:cNvPr id="18" name="Picture 6"/>
          <p:cNvPicPr>
            <a:picLocks xmlns:a="http://schemas.openxmlformats.org/drawingml/2006/main" noChangeAspect="1"/>
          </p:cNvPicPr>
          <p:nvPr/>
        </p:nvPicPr>
        <p:blipFill>
          <a:blip xmlns:r="http://schemas.openxmlformats.org/officeDocument/2006/relationships" xmlns:a="http://schemas.openxmlformats.org/drawingml/2006/main" r:embed="Raa6ebdc8cb0d43a5"/>
          <a:srcRect xmlns:a="http://schemas.openxmlformats.org/drawingml/2006/main" l="0" t="0" r="0" b="0"/>
          <a:stretch xmlns:a="http://schemas.openxmlformats.org/drawingml/2006/main">
            <a:fillRect l="0" t="0" r="0" b="0"/>
          </a:stretch>
        </p:blipFill>
        <p:spPr>
          <a:xfrm xmlns:a="http://schemas.openxmlformats.org/drawingml/2006/main">
            <a:off x="6174710" y="4013274"/>
            <a:ext cx="2109290" cy="1020620"/>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E22B1FC6-844B-0B28-773F-FAA3D8ED2BDD}"/>
              </a:ext>
            </a:extLst>
          </p:cNvPr>
          <p:cNvSpPr>
            <a:spLocks xmlns:a="http://schemas.openxmlformats.org/drawingml/2006/main" noGrp="1"/>
          </p:cNvSpPr>
          <p:nvPr/>
        </p:nvSpPr>
        <p:spPr>
          <a:xfrm xmlns:a="http://schemas.openxmlformats.org/drawingml/2006/main">
            <a:off x="3418285" y="5151768"/>
            <a:ext cx="2510624" cy="27699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200">
                <a:solidFill>
                  <a:schemeClr val="accent1">
                    <a:lumMod val="75000"/>
                  </a:schemeClr>
                </a:solidFill>
                <a:latin typeface="微软雅黑"/>
                <a:ea typeface="微软雅黑"/>
                <a:cs typeface="微软雅黑"/>
              </a:rPr>
              <a:t>图</a:t>
            </a:r>
            <a:r>
              <a:rPr sz="1200">
                <a:solidFill>
                  <a:schemeClr val="accent1">
                    <a:lumMod val="75000"/>
                  </a:schemeClr>
                </a:solidFill>
                <a:latin typeface="微软雅黑"/>
                <a:ea typeface="微软雅黑"/>
                <a:cs typeface="微软雅黑"/>
              </a:rPr>
              <a:t>1. </a:t>
            </a:r>
            <a:r>
              <a:rPr sz="1200">
                <a:solidFill>
                  <a:schemeClr val="accent1">
                    <a:lumMod val="75000"/>
                  </a:schemeClr>
                </a:solidFill>
                <a:latin typeface="微软雅黑"/>
                <a:ea typeface="微软雅黑"/>
                <a:cs typeface="微软雅黑"/>
              </a:rPr>
              <a:t>不同应用场景下的智能体服务</a:t>
            </a:r>
          </a:p>
        </p:txBody>
      </p:sp>
      <p:sp>
        <p:nvSpPr>
          <p:cNvPr id="9" name="文本框 8">
            <a:extLst xmlns:a="http://schemas.openxmlformats.org/drawingml/2006/main">
              <a:ext uri="{FF2B5EF4-FFF2-40B4-BE49-F238E27FC236}">
                <a16:creationId xmlns:a16="http://schemas.microsoft.com/office/drawing/2014/main" id="{838FDA29-3890-DCA7-87C5-AC1DC356DAF6}"/>
              </a:ext>
            </a:extLst>
          </p:cNvPr>
          <p:cNvSpPr>
            <a:spLocks xmlns:a="http://schemas.openxmlformats.org/drawingml/2006/main" noGrp="1"/>
          </p:cNvSpPr>
          <p:nvPr/>
        </p:nvSpPr>
        <p:spPr>
          <a:xfrm xmlns:a="http://schemas.openxmlformats.org/drawingml/2006/main">
            <a:off x="622624" y="5461299"/>
            <a:ext cx="8747760" cy="1384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chemeClr val="accent1">
                    <a:lumMod val="75000"/>
                  </a:schemeClr>
                </a:solidFill>
                <a:latin typeface="Times New Roman"/>
                <a:ea typeface="Times New Roman"/>
                <a:cs typeface="Times New Roman"/>
              </a:rPr>
              <a:t>[1] Gonzalez-Aguirre J A, Osorio-Oliveros R, Rodriguez-Hernandez K L, et al. Service robots: Trends and technology[J]. Applied Sciences, 2021, 11(22): 10702.</a:t>
            </a:r>
          </a:p>
          <a:p xmlns:a="http://schemas.openxmlformats.org/drawingml/2006/main">
            <a:r>
              <a:rPr>
                <a:solidFill>
                  <a:schemeClr val="accent1">
                    <a:lumMod val="75000"/>
                  </a:schemeClr>
                </a:solidFill>
                <a:latin typeface="Times New Roman"/>
                <a:ea typeface="Times New Roman"/>
                <a:cs typeface="Times New Roman"/>
              </a:rPr>
              <a:t>[2]</a:t>
            </a:r>
            <a:r>
              <a:rPr>
                <a:solidFill>
                  <a:schemeClr val="accent1">
                    <a:lumMod val="75000"/>
                  </a:schemeClr>
                </a:solidFill>
                <a:latin typeface="Times New Roman"/>
                <a:ea typeface="Times New Roman"/>
                <a:cs typeface="Times New Roman"/>
              </a:rPr>
              <a:t> </a:t>
            </a:r>
            <a:r>
              <a:rPr>
                <a:solidFill>
                  <a:schemeClr val="accent1">
                    <a:lumMod val="75000"/>
                  </a:schemeClr>
                </a:solidFill>
                <a:latin typeface="Times New Roman"/>
                <a:ea typeface="Times New Roman"/>
                <a:cs typeface="Times New Roman"/>
              </a:rPr>
              <a:t>Zheng S, Feng Y, Lu Z. Steve-eye: Equipping </a:t>
            </a:r>
            <a:r>
              <a:rPr>
                <a:solidFill>
                  <a:schemeClr val="accent1">
                    <a:lumMod val="75000"/>
                  </a:schemeClr>
                </a:solidFill>
                <a:latin typeface="Times New Roman"/>
                <a:ea typeface="Times New Roman"/>
                <a:cs typeface="Times New Roman"/>
              </a:rPr>
              <a:t>llm</a:t>
            </a:r>
            <a:r>
              <a:rPr>
                <a:solidFill>
                  <a:schemeClr val="accent1">
                    <a:lumMod val="75000"/>
                  </a:schemeClr>
                </a:solidFill>
                <a:latin typeface="Times New Roman"/>
                <a:ea typeface="Times New Roman"/>
                <a:cs typeface="Times New Roman"/>
              </a:rPr>
              <a:t>-based embodied agents with visual perception in open worlds[C]//The Twelfth International Conference on Learning Representations. 2023.</a:t>
            </a:r>
          </a:p>
          <a:p xmlns:a="http://schemas.openxmlformats.org/drawingml/2006/main"/>
        </p:txBody>
      </p:sp>
    </p:spTree>
    <p:extLst>
      <p:ext uri="{BB962C8B-B14F-4D97-AF65-F5344CB8AC3E}">
        <p14:creationId xmlns:p14="http://schemas.microsoft.com/office/powerpoint/2010/main" val="20789031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40131AFC-B995-4C74-8FC2-E762BE2238F9}"/>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引言：</a:t>
            </a:r>
            <a:r>
              <a:t>现有方法</a:t>
            </a:r>
          </a:p>
        </p:txBody>
      </p:sp>
      <p:sp>
        <p:nvSpPr>
          <p:cNvPr id="3" name="文本占位符 2">
            <a:extLst xmlns:a="http://schemas.openxmlformats.org/drawingml/2006/main">
              <a:ext uri="{FF2B5EF4-FFF2-40B4-BE49-F238E27FC236}">
                <a16:creationId xmlns:a16="http://schemas.microsoft.com/office/drawing/2014/main" id="{D7AC65F0-F7BD-4ADB-ABFD-8238AE9A8194}"/>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4</a:t>
            </a:r>
          </a:p>
        </p:txBody>
      </p:sp>
      <p:sp>
        <p:nvSpPr>
          <p:cNvPr id="4" name="内容占位符 3">
            <a:extLst xmlns:a="http://schemas.openxmlformats.org/drawingml/2006/main">
              <a:ext uri="{FF2B5EF4-FFF2-40B4-BE49-F238E27FC236}">
                <a16:creationId xmlns:a16="http://schemas.microsoft.com/office/drawing/2014/main" id="{002EB082-8DDC-43C8-A50D-C46F8FE2CE80}"/>
              </a:ext>
            </a:extLst>
          </p:cNvPr>
          <p:cNvSpPr>
            <a:spLocks xmlns:a="http://schemas.openxmlformats.org/drawingml/2006/main" noGrp="1"/>
          </p:cNvSpPr>
          <p:nvPr>
            <p:ph idx="13"/>
          </p:nvPr>
        </p:nvSpPr>
        <p:spPr>
          <a:xfrm xmlns:a="http://schemas.openxmlformats.org/drawingml/2006/main">
            <a:off x="396240" y="1018086"/>
            <a:ext cx="8415212" cy="52397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t>环境表征能力低下</a:t>
            </a:r>
          </a:p>
          <a:p xmlns:a="http://schemas.openxmlformats.org/drawingml/2006/main">
            <a:pPr>
              <a:lnSpc>
                <a:spcPct val="150000"/>
              </a:lnSpc>
              <a:buNone/>
            </a:pPr>
            <a:r>
              <a:rPr sz="1600"/>
              <a:t>基于大模型的智能体在进行任务时，依赖于将环境内容转化为文本，作为大语言模型的输入。这种纯文本的智能体忽略了真实世界中环境的丰富性与多样性</a:t>
            </a:r>
            <a:r>
              <a:rPr sz="1600" b="0">
                <a:latin typeface="微软雅黑"/>
                <a:ea typeface="微软雅黑"/>
                <a:cs typeface="微软雅黑"/>
              </a:rPr>
              <a:t>[1]</a:t>
            </a:r>
          </a:p>
          <a:p xmlns:a="http://schemas.openxmlformats.org/drawingml/2006/main">
            <a:pPr>
              <a:lnSpc>
                <a:spcPct val="150000"/>
              </a:lnSpc>
              <a:buNone/>
            </a:pPr>
            <a:r>
              <a:t>可解释性弱</a:t>
            </a:r>
          </a:p>
          <a:p xmlns:a="http://schemas.openxmlformats.org/drawingml/2006/main">
            <a:pPr>
              <a:lnSpc>
                <a:spcPct val="150000"/>
              </a:lnSpc>
              <a:buNone/>
            </a:pPr>
            <a:r>
              <a:rPr sz="1600" b="0"/>
              <a:t>智能体</a:t>
            </a:r>
            <a:r>
              <a:rPr sz="1600"/>
              <a:t>进行决策时</a:t>
            </a:r>
            <a:r>
              <a:rPr sz="1600" b="0"/>
              <a:t>逻辑复杂且不透明，使得其推理过程和结果难以解释，现有方法多关注模型性能提升，而对</a:t>
            </a:r>
            <a:r>
              <a:rPr sz="1600"/>
              <a:t>行为</a:t>
            </a:r>
            <a:r>
              <a:rPr sz="1600" b="0"/>
              <a:t>的解释性与可控性重视不足</a:t>
            </a:r>
          </a:p>
          <a:p xmlns:a="http://schemas.openxmlformats.org/drawingml/2006/main">
            <a:r>
              <a:t>对历史经历的学习有限</a:t>
            </a:r>
          </a:p>
          <a:p xmlns:a="http://schemas.openxmlformats.org/drawingml/2006/main">
            <a:pPr>
              <a:lnSpc>
                <a:spcPct val="150000"/>
              </a:lnSpc>
              <a:buNone/>
            </a:pPr>
            <a:r>
              <a:rPr sz="1600" b="1"/>
              <a:t>基于上下文的学习方式：</a:t>
            </a:r>
            <a:r>
              <a:rPr sz="1600"/>
              <a:t>难以维持长期记忆，无法充分利用全部知识储备来应对新的挑战</a:t>
            </a:r>
            <a:r>
              <a:rPr sz="1600" b="0">
                <a:latin typeface="微软雅黑"/>
                <a:ea typeface="微软雅黑"/>
                <a:cs typeface="微软雅黑"/>
              </a:rPr>
              <a:t>[2]</a:t>
            </a:r>
          </a:p>
          <a:p xmlns:a="http://schemas.openxmlformats.org/drawingml/2006/main">
            <a:pPr>
              <a:lnSpc>
                <a:spcPct val="150000"/>
              </a:lnSpc>
              <a:buNone/>
            </a:pPr>
            <a:r>
              <a:rPr sz="1600" b="1"/>
              <a:t>经历复用受限：</a:t>
            </a:r>
            <a:r>
              <a:rPr sz="1600"/>
              <a:t>缺乏对成功案例建立联系，无法将经验进行有效迁移和利用</a:t>
            </a:r>
            <a:r>
              <a:rPr sz="1600" b="0">
                <a:latin typeface="微软雅黑"/>
                <a:ea typeface="微软雅黑"/>
                <a:cs typeface="微软雅黑"/>
              </a:rPr>
              <a:t>[3]</a:t>
            </a:r>
          </a:p>
          <a:p xmlns:a="http://schemas.openxmlformats.org/drawingml/2006/main">
            <a:pPr>
              <a:lnSpc>
                <a:spcPct val="150000"/>
              </a:lnSpc>
              <a:buNone/>
            </a:pPr>
          </a:p>
          <a:p xmlns:a="http://schemas.openxmlformats.org/drawingml/2006/main">
            <a:pPr>
              <a:buNone/>
            </a:pPr>
          </a:p>
        </p:txBody>
      </p:sp>
      <p:sp>
        <p:nvSpPr>
          <p:cNvPr id="5" name="文本框 4">
            <a:extLst xmlns:a="http://schemas.openxmlformats.org/drawingml/2006/main">
              <a:ext uri="{FF2B5EF4-FFF2-40B4-BE49-F238E27FC236}">
                <a16:creationId xmlns:a16="http://schemas.microsoft.com/office/drawing/2014/main" id="{31A526CC-CB0B-CA05-BBE6-628CB8F6EAC2}"/>
              </a:ext>
            </a:extLst>
          </p:cNvPr>
          <p:cNvSpPr>
            <a:spLocks xmlns:a="http://schemas.openxmlformats.org/drawingml/2006/main" noGrp="1"/>
          </p:cNvSpPr>
          <p:nvPr/>
        </p:nvSpPr>
        <p:spPr>
          <a:xfrm xmlns:a="http://schemas.openxmlformats.org/drawingml/2006/main">
            <a:off x="595155" y="4952544"/>
            <a:ext cx="8351520" cy="18158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chemeClr val="accent1">
                    <a:lumMod val="75000"/>
                  </a:schemeClr>
                </a:solidFill>
                <a:latin typeface="Times New Roman"/>
                <a:ea typeface="Times New Roman"/>
                <a:cs typeface="Times New Roman"/>
              </a:rPr>
              <a:t>[1] Zheng S, Feng Y, Lu Z. Steve-eye: Equipping </a:t>
            </a:r>
            <a:r>
              <a:rPr>
                <a:solidFill>
                  <a:schemeClr val="accent1">
                    <a:lumMod val="75000"/>
                  </a:schemeClr>
                </a:solidFill>
                <a:latin typeface="Times New Roman"/>
                <a:ea typeface="Times New Roman"/>
                <a:cs typeface="Times New Roman"/>
              </a:rPr>
              <a:t>llm</a:t>
            </a:r>
            <a:r>
              <a:rPr>
                <a:solidFill>
                  <a:schemeClr val="accent1">
                    <a:lumMod val="75000"/>
                  </a:schemeClr>
                </a:solidFill>
                <a:latin typeface="Times New Roman"/>
                <a:ea typeface="Times New Roman"/>
                <a:cs typeface="Times New Roman"/>
              </a:rPr>
              <a:t>-based embodied agents with visual perception in open worlds[C]//The Twelfth International Conference on Learning Representations. 2023. </a:t>
            </a:r>
          </a:p>
          <a:p xmlns:a="http://schemas.openxmlformats.org/drawingml/2006/main">
            <a:r>
              <a:rPr>
                <a:solidFill>
                  <a:schemeClr val="accent1">
                    <a:lumMod val="75000"/>
                  </a:schemeClr>
                </a:solidFill>
                <a:latin typeface="Times New Roman"/>
                <a:ea typeface="Times New Roman"/>
                <a:cs typeface="Times New Roman"/>
              </a:rPr>
              <a:t>[2]</a:t>
            </a:r>
            <a:r>
              <a:rPr>
                <a:solidFill>
                  <a:schemeClr val="accent1">
                    <a:lumMod val="75000"/>
                  </a:schemeClr>
                </a:solidFill>
                <a:latin typeface="Times New Roman"/>
                <a:ea typeface="Times New Roman"/>
                <a:cs typeface="Times New Roman"/>
              </a:rPr>
              <a:t> </a:t>
            </a:r>
            <a:r>
              <a:rPr>
                <a:solidFill>
                  <a:schemeClr val="accent1">
                    <a:lumMod val="75000"/>
                  </a:schemeClr>
                </a:solidFill>
                <a:latin typeface="Times New Roman"/>
                <a:ea typeface="Times New Roman"/>
                <a:cs typeface="Times New Roman"/>
              </a:rPr>
              <a:t>Y. Song, D. Yin, X. Yue, J. Huang, S. Li, and B. Y. Lin, “Trial and error: Exploration-based trajectory optimization for </a:t>
            </a:r>
            <a:r>
              <a:rPr>
                <a:solidFill>
                  <a:schemeClr val="accent1">
                    <a:lumMod val="75000"/>
                  </a:schemeClr>
                </a:solidFill>
                <a:latin typeface="Times New Roman"/>
                <a:ea typeface="Times New Roman"/>
                <a:cs typeface="Times New Roman"/>
              </a:rPr>
              <a:t>llm</a:t>
            </a:r>
            <a:r>
              <a:rPr>
                <a:solidFill>
                  <a:schemeClr val="accent1">
                    <a:lumMod val="75000"/>
                  </a:schemeClr>
                </a:solidFill>
                <a:latin typeface="Times New Roman"/>
                <a:ea typeface="Times New Roman"/>
                <a:cs typeface="Times New Roman"/>
              </a:rPr>
              <a:t> agents,” </a:t>
            </a:r>
            <a:r>
              <a:rPr>
                <a:solidFill>
                  <a:schemeClr val="accent1">
                    <a:lumMod val="75000"/>
                  </a:schemeClr>
                </a:solidFill>
                <a:latin typeface="Times New Roman"/>
                <a:ea typeface="Times New Roman"/>
                <a:cs typeface="Times New Roman"/>
              </a:rPr>
              <a:t>arXiv</a:t>
            </a:r>
            <a:r>
              <a:rPr>
                <a:solidFill>
                  <a:schemeClr val="accent1">
                    <a:lumMod val="75000"/>
                  </a:schemeClr>
                </a:solidFill>
                <a:latin typeface="Times New Roman"/>
                <a:ea typeface="Times New Roman"/>
                <a:cs typeface="Times New Roman"/>
              </a:rPr>
              <a:t> preprint arXiv:2403.02502, 2024.</a:t>
            </a:r>
          </a:p>
          <a:p xmlns:a="http://schemas.openxmlformats.org/drawingml/2006/main">
            <a:r>
              <a:rPr>
                <a:solidFill>
                  <a:schemeClr val="accent1">
                    <a:lumMod val="75000"/>
                  </a:schemeClr>
                </a:solidFill>
                <a:latin typeface="Times New Roman"/>
                <a:ea typeface="Times New Roman"/>
                <a:cs typeface="Times New Roman"/>
              </a:rPr>
              <a:t>[3] M. S. </a:t>
            </a:r>
            <a:r>
              <a:rPr>
                <a:solidFill>
                  <a:schemeClr val="accent1">
                    <a:lumMod val="75000"/>
                  </a:schemeClr>
                </a:solidFill>
                <a:latin typeface="Times New Roman"/>
                <a:ea typeface="Times New Roman"/>
                <a:cs typeface="Times New Roman"/>
              </a:rPr>
              <a:t>Sakib</a:t>
            </a:r>
            <a:r>
              <a:rPr>
                <a:solidFill>
                  <a:schemeClr val="accent1">
                    <a:lumMod val="75000"/>
                  </a:schemeClr>
                </a:solidFill>
                <a:latin typeface="Times New Roman"/>
                <a:ea typeface="Times New Roman"/>
                <a:cs typeface="Times New Roman"/>
              </a:rPr>
              <a:t> and Y. Sun, “From cooking recipes to robot task trees–improving planning correctness and task efficiency by leveraging </a:t>
            </a:r>
            <a:r>
              <a:rPr>
                <a:solidFill>
                  <a:schemeClr val="accent1">
                    <a:lumMod val="75000"/>
                  </a:schemeClr>
                </a:solidFill>
                <a:latin typeface="Times New Roman"/>
                <a:ea typeface="Times New Roman"/>
                <a:cs typeface="Times New Roman"/>
              </a:rPr>
              <a:t>llms</a:t>
            </a:r>
            <a:r>
              <a:rPr>
                <a:solidFill>
                  <a:schemeClr val="accent1">
                    <a:lumMod val="75000"/>
                  </a:schemeClr>
                </a:solidFill>
                <a:latin typeface="Times New Roman"/>
                <a:ea typeface="Times New Roman"/>
                <a:cs typeface="Times New Roman"/>
              </a:rPr>
              <a:t> with a knowledge network,” in 2024 IEEE International Conference on Robotics and Automation (ICRA). IEEE, 2024, pp. 12 704–12 711.</a:t>
            </a:r>
          </a:p>
          <a:p xmlns:a="http://schemas.openxmlformats.org/drawingml/2006/main"/>
        </p:txBody>
      </p:sp>
    </p:spTree>
    <p:extLst>
      <p:ext uri="{BB962C8B-B14F-4D97-AF65-F5344CB8AC3E}">
        <p14:creationId xmlns:p14="http://schemas.microsoft.com/office/powerpoint/2010/main" val="4889245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3284AADD-C213-4E72-AE59-5BCB20C04B3D}"/>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引言：</a:t>
            </a:r>
            <a:r>
              <a:t>研究动机</a:t>
            </a:r>
          </a:p>
        </p:txBody>
      </p:sp>
      <p:sp>
        <p:nvSpPr>
          <p:cNvPr id="3" name="文本占位符 2">
            <a:extLst xmlns:a="http://schemas.openxmlformats.org/drawingml/2006/main">
              <a:ext uri="{FF2B5EF4-FFF2-40B4-BE49-F238E27FC236}">
                <a16:creationId xmlns:a16="http://schemas.microsoft.com/office/drawing/2014/main" id="{08E04445-2FE2-41E0-BEBF-B852AB0C0334}"/>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5</a:t>
            </a:r>
          </a:p>
        </p:txBody>
      </p:sp>
      <p:sp>
        <p:nvSpPr>
          <p:cNvPr id="4" name="内容占位符 3">
            <a:extLst xmlns:a="http://schemas.openxmlformats.org/drawingml/2006/main">
              <a:ext uri="{FF2B5EF4-FFF2-40B4-BE49-F238E27FC236}">
                <a16:creationId xmlns:a16="http://schemas.microsoft.com/office/drawing/2014/main" id="{5623ED6B-8BBF-4691-B838-90932192EB76}"/>
              </a:ext>
            </a:extLst>
          </p:cNvPr>
          <p:cNvSpPr>
            <a:spLocks xmlns:a="http://schemas.openxmlformats.org/drawingml/2006/main" noGrp="1"/>
          </p:cNvSpPr>
          <p:nvPr>
            <p:ph idx="13"/>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t>多模态大模型的感知能力</a:t>
            </a:r>
          </a:p>
          <a:p xmlns:a="http://schemas.openxmlformats.org/drawingml/2006/main">
            <a:pPr>
              <a:lnSpc>
                <a:spcPct val="150000"/>
              </a:lnSpc>
              <a:buNone/>
            </a:pPr>
            <a:r>
              <a:t>多模态大模型相较于之前的方法，增加不同模态的输入，使得大模型可以获得不同层次的信息表示，进一步提高环境感知能力</a:t>
            </a:r>
          </a:p>
          <a:p xmlns:a="http://schemas.openxmlformats.org/drawingml/2006/main">
            <a:pPr>
              <a:lnSpc>
                <a:spcPct val="150000"/>
              </a:lnSpc>
              <a:buNone/>
            </a:pPr>
            <a:r>
              <a:t>大语言模型的指令跟随能力</a:t>
            </a:r>
          </a:p>
          <a:p xmlns:a="http://schemas.openxmlformats.org/drawingml/2006/main">
            <a:pPr>
              <a:lnSpc>
                <a:spcPct val="150000"/>
              </a:lnSpc>
              <a:buNone/>
            </a:pPr>
            <a:r>
              <a:t>大模型具有出色的语言理解和指令跟随能力，能够根据特定的指令执行相应的任务</a:t>
            </a:r>
          </a:p>
          <a:p xmlns:a="http://schemas.openxmlformats.org/drawingml/2006/main">
            <a:pPr>
              <a:lnSpc>
                <a:spcPct val="150000"/>
              </a:lnSpc>
              <a:buNone/>
            </a:pPr>
            <a:r>
              <a:t>大语言模型的推理能力</a:t>
            </a:r>
          </a:p>
          <a:p xmlns:a="http://schemas.openxmlformats.org/drawingml/2006/main">
            <a:pPr>
              <a:lnSpc>
                <a:spcPct val="150000"/>
              </a:lnSpc>
              <a:buNone/>
            </a:pPr>
            <a:r>
              <a:t>大语言模型具有强大的推理能力，能够在零样本或小样本的情况下实现有效的推理。随着</a:t>
            </a:r>
            <a:r>
              <a:t>CoT</a:t>
            </a:r>
            <a:r>
              <a:t>、</a:t>
            </a:r>
            <a:r>
              <a:t>ToT</a:t>
            </a:r>
            <a:r>
              <a:t>的提出，大语言模型的推理能力得到进一步的开发</a:t>
            </a:r>
          </a:p>
        </p:txBody>
      </p:sp>
    </p:spTree>
    <p:extLst>
      <p:ext uri="{BB962C8B-B14F-4D97-AF65-F5344CB8AC3E}">
        <p14:creationId xmlns:p14="http://schemas.microsoft.com/office/powerpoint/2010/main" val="169369287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1C24F3C9-75DF-41B5-907B-8BC70EA16CE0}"/>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引言：</a:t>
            </a:r>
            <a:r>
              <a:t>面临挑战</a:t>
            </a:r>
          </a:p>
        </p:txBody>
      </p:sp>
      <p:sp>
        <p:nvSpPr>
          <p:cNvPr id="3" name="文本占位符 2">
            <a:extLst xmlns:a="http://schemas.openxmlformats.org/drawingml/2006/main">
              <a:ext uri="{FF2B5EF4-FFF2-40B4-BE49-F238E27FC236}">
                <a16:creationId xmlns:a16="http://schemas.microsoft.com/office/drawing/2014/main" id="{A17405EB-EA4F-4EA2-AD53-03C4ACC69A2D}"/>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6</a:t>
            </a:r>
          </a:p>
        </p:txBody>
      </p:sp>
      <p:sp>
        <p:nvSpPr>
          <p:cNvPr id="4" name="内容占位符 3">
            <a:extLst xmlns:a="http://schemas.openxmlformats.org/drawingml/2006/main">
              <a:ext uri="{FF2B5EF4-FFF2-40B4-BE49-F238E27FC236}">
                <a16:creationId xmlns:a16="http://schemas.microsoft.com/office/drawing/2014/main" id="{52F24140-5241-4811-AC10-4BC59533B8E9}"/>
              </a:ext>
            </a:extLst>
          </p:cNvPr>
          <p:cNvSpPr>
            <a:spLocks xmlns:a="http://schemas.openxmlformats.org/drawingml/2006/main" noGrp="1"/>
          </p:cNvSpPr>
          <p:nvPr>
            <p:ph idx="13"/>
          </p:nvPr>
        </p:nvSpPr>
        <p:spPr>
          <a:xfrm xmlns:a="http://schemas.openxmlformats.org/drawingml/2006/main">
            <a:off x="459792" y="972101"/>
            <a:ext cx="8415212" cy="55042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rPr sz="2000">
                <a:latin typeface="微软雅黑"/>
                <a:ea typeface="微软雅黑"/>
                <a:cs typeface="微软雅黑"/>
              </a:rPr>
              <a:t>如何实现智能体对于复杂环境</a:t>
            </a:r>
            <a:r>
              <a:rPr>
                <a:latin typeface="微软雅黑"/>
                <a:ea typeface="微软雅黑"/>
                <a:cs typeface="微软雅黑"/>
              </a:rPr>
              <a:t>多尺度</a:t>
            </a:r>
            <a:r>
              <a:rPr sz="2000">
                <a:latin typeface="微软雅黑"/>
                <a:ea typeface="微软雅黑"/>
                <a:cs typeface="微软雅黑"/>
              </a:rPr>
              <a:t>的感知</a:t>
            </a:r>
          </a:p>
          <a:p xmlns:a="http://schemas.openxmlformats.org/drawingml/2006/main">
            <a:pPr>
              <a:lnSpc>
                <a:spcPct val="150000"/>
              </a:lnSpc>
              <a:buNone/>
            </a:pPr>
            <a:r>
              <a:rPr>
                <a:latin typeface="微软雅黑"/>
                <a:ea typeface="微软雅黑"/>
                <a:cs typeface="微软雅黑"/>
              </a:rPr>
              <a:t>现有智能体在环境感知方面仍</a:t>
            </a:r>
            <a:r>
              <a:rPr b="1">
                <a:solidFill>
                  <a:srgbClr val="C00000"/>
                </a:solidFill>
                <a:latin typeface="微软雅黑"/>
                <a:ea typeface="微软雅黑"/>
                <a:cs typeface="微软雅黑"/>
              </a:rPr>
              <a:t>高度依赖于文本描述</a:t>
            </a:r>
          </a:p>
          <a:p xmlns:a="http://schemas.openxmlformats.org/drawingml/2006/main">
            <a:pPr>
              <a:lnSpc>
                <a:spcPct val="150000"/>
              </a:lnSpc>
              <a:buNone/>
            </a:pPr>
            <a:r>
              <a:rPr>
                <a:latin typeface="微软雅黑"/>
                <a:ea typeface="微软雅黑"/>
                <a:cs typeface="微软雅黑"/>
              </a:rPr>
              <a:t>基于多模态的智能体</a:t>
            </a:r>
            <a:r>
              <a:rPr b="1">
                <a:solidFill>
                  <a:srgbClr val="C00000"/>
                </a:solidFill>
                <a:latin typeface="微软雅黑"/>
                <a:ea typeface="微软雅黑"/>
                <a:cs typeface="微软雅黑"/>
              </a:rPr>
              <a:t>对于环境的感知大多限于简单描述</a:t>
            </a:r>
          </a:p>
          <a:p xmlns:a="http://schemas.openxmlformats.org/drawingml/2006/main">
            <a:pPr>
              <a:lnSpc>
                <a:spcPct val="150000"/>
              </a:lnSpc>
              <a:buNone/>
            </a:pPr>
            <a:r>
              <a:rPr>
                <a:latin typeface="微软雅黑"/>
                <a:ea typeface="微软雅黑"/>
                <a:cs typeface="微软雅黑"/>
              </a:rPr>
              <a:t>如何使得智能体在出现异常时行为可控</a:t>
            </a:r>
          </a:p>
          <a:p xmlns:a="http://schemas.openxmlformats.org/drawingml/2006/main">
            <a:pPr>
              <a:lnSpc>
                <a:spcPct val="150000"/>
              </a:lnSpc>
              <a:buNone/>
            </a:pPr>
            <a:r>
              <a:t>现有的方法通常在任务失败后进行分析，但</a:t>
            </a:r>
            <a:r>
              <a:rPr b="1">
                <a:solidFill>
                  <a:srgbClr val="C00000"/>
                </a:solidFill>
              </a:rPr>
              <a:t>事后的分析对于智能体行为决策的了解有限</a:t>
            </a:r>
            <a:r>
              <a:t>，难以正确解析异常行为的逻辑</a:t>
            </a:r>
          </a:p>
          <a:p xmlns:a="http://schemas.openxmlformats.org/drawingml/2006/main">
            <a:pPr>
              <a:lnSpc>
                <a:spcPct val="150000"/>
              </a:lnSpc>
              <a:buNone/>
            </a:pPr>
            <a:r>
              <a:rPr b="1"/>
              <a:t>如何高效表示、学习历史任务轨迹</a:t>
            </a:r>
          </a:p>
          <a:p xmlns:a="http://schemas.openxmlformats.org/drawingml/2006/main">
            <a:pPr>
              <a:lnSpc>
                <a:spcPct val="150000"/>
              </a:lnSpc>
              <a:buNone/>
            </a:pPr>
            <a:r>
              <a:t>任务执行会产生大量的历史轨迹数据，种类繁多，关系复杂，</a:t>
            </a:r>
            <a:r>
              <a:rPr b="1">
                <a:solidFill>
                  <a:srgbClr val="C00000"/>
                </a:solidFill>
              </a:rPr>
              <a:t>简单地存储轨迹无法充分发挥数据的价值</a:t>
            </a:r>
          </a:p>
          <a:p xmlns:a="http://schemas.openxmlformats.org/drawingml/2006/main">
            <a:pPr>
              <a:lnSpc>
                <a:spcPct val="150000"/>
              </a:lnSpc>
              <a:buNone/>
            </a:pPr>
            <a:r>
              <a:t>类似的过往经历对于智能体执行当前任务时具有指导作用，</a:t>
            </a:r>
            <a:r>
              <a:rPr b="1">
                <a:solidFill>
                  <a:srgbClr val="C00000"/>
                </a:solidFill>
              </a:rPr>
              <a:t>但往往难以利用过往经历来做出有效决策</a:t>
            </a:r>
          </a:p>
          <a:p xmlns:a="http://schemas.openxmlformats.org/drawingml/2006/main">
            <a:pPr>
              <a:lnSpc>
                <a:spcPct val="150000"/>
              </a:lnSpc>
              <a:buNone/>
            </a:pPr>
          </a:p>
          <a:p xmlns:a="http://schemas.openxmlformats.org/drawingml/2006/main">
            <a:pPr>
              <a:lnSpc>
                <a:spcPct val="150000"/>
              </a:lnSpc>
              <a:buNone/>
            </a:pPr>
          </a:p>
        </p:txBody>
      </p:sp>
    </p:spTree>
    <p:extLst>
      <p:ext uri="{BB962C8B-B14F-4D97-AF65-F5344CB8AC3E}">
        <p14:creationId xmlns:p14="http://schemas.microsoft.com/office/powerpoint/2010/main" val="16544463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656F8A6F-9531-4264-9B25-55B2E0244D9A}"/>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引言：</a:t>
            </a:r>
            <a:r>
              <a:t>研究方法</a:t>
            </a:r>
          </a:p>
        </p:txBody>
      </p:sp>
      <p:sp>
        <p:nvSpPr>
          <p:cNvPr id="3" name="文本占位符 2">
            <a:extLst xmlns:a="http://schemas.openxmlformats.org/drawingml/2006/main">
              <a:ext uri="{FF2B5EF4-FFF2-40B4-BE49-F238E27FC236}">
                <a16:creationId xmlns:a16="http://schemas.microsoft.com/office/drawing/2014/main" id="{FF6C6F95-48BD-48B8-BCDC-E66A0F7BDF5E}"/>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7</a:t>
            </a:r>
          </a:p>
        </p:txBody>
      </p:sp>
      <p:sp>
        <p:nvSpPr>
          <p:cNvPr id="4" name="内容占位符 3">
            <a:extLst xmlns:a="http://schemas.openxmlformats.org/drawingml/2006/main">
              <a:ext uri="{FF2B5EF4-FFF2-40B4-BE49-F238E27FC236}">
                <a16:creationId xmlns:a16="http://schemas.microsoft.com/office/drawing/2014/main" id="{0721254B-620E-4890-A936-A5631623E351}"/>
              </a:ext>
            </a:extLst>
          </p:cNvPr>
          <p:cNvSpPr>
            <a:spLocks xmlns:a="http://schemas.openxmlformats.org/drawingml/2006/main" noGrp="1"/>
          </p:cNvSpPr>
          <p:nvPr>
            <p:ph idx="13"/>
          </p:nvPr>
        </p:nvSpPr>
        <p:spPr>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t>视觉环境感知</a:t>
            </a:r>
          </a:p>
          <a:p xmlns:a="http://schemas.openxmlformats.org/drawingml/2006/main">
            <a:pPr>
              <a:lnSpc>
                <a:spcPct val="150000"/>
              </a:lnSpc>
              <a:buNone/>
            </a:pPr>
            <a:r>
              <a:t>通过微调多模态大模型，将文本、图像作为输入，并基于思维链的方式输出对于图中内容的多层次感知</a:t>
            </a:r>
          </a:p>
          <a:p xmlns:a="http://schemas.openxmlformats.org/drawingml/2006/main">
            <a:pPr>
              <a:lnSpc>
                <a:spcPct val="150000"/>
              </a:lnSpc>
              <a:buNone/>
            </a:pPr>
            <a:r>
              <a:t>可解释的行为决策</a:t>
            </a:r>
          </a:p>
          <a:p xmlns:a="http://schemas.openxmlformats.org/drawingml/2006/main">
            <a:pPr>
              <a:lnSpc>
                <a:spcPct val="150000"/>
              </a:lnSpc>
              <a:buNone/>
            </a:pPr>
            <a:r>
              <a:rPr>
                <a:latin typeface="微软雅黑"/>
                <a:ea typeface="微软雅黑"/>
                <a:cs typeface="微软雅黑"/>
              </a:rPr>
              <a:t>在智能体执行任务的过程，会为每步的行为输出结合当前环境以及历史经历后的认知，使得行为原因清晰</a:t>
            </a:r>
          </a:p>
          <a:p xmlns:a="http://schemas.openxmlformats.org/drawingml/2006/main">
            <a:pPr>
              <a:lnSpc>
                <a:spcPct val="150000"/>
              </a:lnSpc>
              <a:buNone/>
            </a:pPr>
            <a:r>
              <a:t>高效的历史经验表征、学习</a:t>
            </a:r>
          </a:p>
          <a:p xmlns:a="http://schemas.openxmlformats.org/drawingml/2006/main">
            <a:pPr>
              <a:lnSpc>
                <a:spcPct val="150000"/>
              </a:lnSpc>
              <a:buNone/>
            </a:pPr>
            <a:r>
              <a:t>利用三叉树结构构建任务规划树，系统地收集和存储任务轨迹，通过提取高层次见解更好地指导任务</a:t>
            </a:r>
          </a:p>
          <a:p xmlns:a="http://schemas.openxmlformats.org/drawingml/2006/main">
            <a:pPr>
              <a:lnSpc>
                <a:spcPct val="150000"/>
              </a:lnSpc>
              <a:buNone/>
            </a:pPr>
          </a:p>
          <a:p xmlns:a="http://schemas.openxmlformats.org/drawingml/2006/main">
            <a:pPr>
              <a:buNone/>
            </a:pPr>
          </a:p>
          <a:p xmlns:a="http://schemas.openxmlformats.org/drawingml/2006/main"/>
          <a:p xmlns:a="http://schemas.openxmlformats.org/drawingml/2006/main"/>
        </p:txBody>
      </p:sp>
    </p:spTree>
    <p:extLst>
      <p:ext uri="{BB962C8B-B14F-4D97-AF65-F5344CB8AC3E}">
        <p14:creationId xmlns:p14="http://schemas.microsoft.com/office/powerpoint/2010/main" val="121244400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FA4CB4CC-4605-4D90-9502-A059A21889E2}"/>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引言：</a:t>
            </a:r>
            <a:r>
              <a:t>本文贡献</a:t>
            </a:r>
          </a:p>
        </p:txBody>
      </p:sp>
      <p:sp>
        <p:nvSpPr>
          <p:cNvPr id="3" name="文本占位符 2">
            <a:extLst xmlns:a="http://schemas.openxmlformats.org/drawingml/2006/main">
              <a:ext uri="{FF2B5EF4-FFF2-40B4-BE49-F238E27FC236}">
                <a16:creationId xmlns:a16="http://schemas.microsoft.com/office/drawing/2014/main" id="{81FDE6D6-DA92-45DF-879E-81D73CCF2F56}"/>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8</a:t>
            </a:r>
          </a:p>
        </p:txBody>
      </p:sp>
      <p:sp>
        <p:nvSpPr>
          <p:cNvPr id="4" name="内容占位符 3">
            <a:extLst xmlns:a="http://schemas.openxmlformats.org/drawingml/2006/main">
              <a:ext uri="{FF2B5EF4-FFF2-40B4-BE49-F238E27FC236}">
                <a16:creationId xmlns:a16="http://schemas.microsoft.com/office/drawing/2014/main" id="{A87591AD-FD57-4599-A392-E608EFAE6867}"/>
              </a:ext>
            </a:extLst>
          </p:cNvPr>
          <p:cNvSpPr>
            <a:spLocks xmlns:a="http://schemas.openxmlformats.org/drawingml/2006/main" noGrp="1"/>
          </p:cNvSpPr>
          <p:nvPr>
            <p:ph idx="13"/>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t>我们引入了</a:t>
            </a:r>
            <a:r>
              <a:t>Pandora</a:t>
            </a:r>
            <a:r>
              <a:t>，一个融合多模态数据推理和自我进化的开放式具身智能系统</a:t>
            </a:r>
          </a:p>
          <a:p xmlns:a="http://schemas.openxmlformats.org/drawingml/2006/main">
            <a:pPr>
              <a:lnSpc>
                <a:spcPct val="150000"/>
              </a:lnSpc>
              <a:buNone/>
            </a:pPr>
            <a:r>
              <a:t>定义了一个任务规划树来模拟不同成功轨迹之间的关系，为特定类型的任务增量存储不同的成功执行计划，同时提取高层见解用于完善智能体的自我进化</a:t>
            </a:r>
          </a:p>
          <a:p xmlns:a="http://schemas.openxmlformats.org/drawingml/2006/main">
            <a:pPr>
              <a:lnSpc>
                <a:spcPct val="150000"/>
              </a:lnSpc>
              <a:buNone/>
            </a:pPr>
            <a:r>
              <a:t>我们在</a:t>
            </a:r>
            <a:r>
              <a:t>MineDojo</a:t>
            </a:r>
            <a:r>
              <a:t>数据集上进行了广泛的实验，结果表明我们的架构优于其他基准方法。此外，我们在仿真平台上测试了我们的架构，以证明其有效性。</a:t>
            </a:r>
          </a:p>
          <a:p xmlns:a="http://schemas.openxmlformats.org/drawingml/2006/main">
            <a:pPr>
              <a:lnSpc>
                <a:spcPct val="150000"/>
              </a:lnSpc>
              <a:buNone/>
            </a:pPr>
          </a:p>
          <a:p xmlns:a="http://schemas.openxmlformats.org/drawingml/2006/main">
            <a:pPr>
              <a:lnSpc>
                <a:spcPct val="150000"/>
              </a:lnSpc>
              <a:buNone/>
            </a:pPr>
          </a:p>
          <a:p xmlns:a="http://schemas.openxmlformats.org/drawingml/2006/main">
            <a:pPr>
              <a:lnSpc>
                <a:spcPct val="150000"/>
              </a:lnSpc>
              <a:buNone/>
            </a:pPr>
          </a:p>
        </p:txBody>
      </p:sp>
    </p:spTree>
    <p:extLst>
      <p:ext uri="{BB962C8B-B14F-4D97-AF65-F5344CB8AC3E}">
        <p14:creationId xmlns:p14="http://schemas.microsoft.com/office/powerpoint/2010/main" val="15641238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14666133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3250D730-E649-4553-B9B0-477877E313B9}"/>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研究现状</a:t>
            </a:r>
          </a:p>
        </p:txBody>
      </p:sp>
      <p:sp>
        <p:nvSpPr>
          <p:cNvPr id="3" name="文本占位符 2">
            <a:extLst xmlns:a="http://schemas.openxmlformats.org/drawingml/2006/main">
              <a:ext uri="{FF2B5EF4-FFF2-40B4-BE49-F238E27FC236}">
                <a16:creationId xmlns:a16="http://schemas.microsoft.com/office/drawing/2014/main" id="{A1471505-06A5-42E1-B5D6-19F711EE51CD}"/>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10</a:t>
            </a:r>
          </a:p>
        </p:txBody>
      </p:sp>
      <p:graphicFrame>
        <p:nvGraphicFramePr>
          <p:cNvPr id="7" name="表格 4"/>
          <p:cNvGraphicFramePr/>
          <p:nvPr/>
        </p:nvGraphicFramePr>
        <p:xfrm>
          <a:off xmlns:a="http://schemas.openxmlformats.org/drawingml/2006/main" x="364807" y="1279011"/>
          <a:ext xmlns:a="http://schemas.openxmlformats.org/drawingml/2006/main" cx="8414385" cy="4610801"/>
        </p:xfrm>
        <a:graphic xmlns:a="http://schemas.openxmlformats.org/drawingml/2006/main">
          <a:graphicData uri="http://schemas.openxmlformats.org/drawingml/2006/table">
            <a:tbl>
              <a:tblPr firstRow="1" bandRow="1">
                <a:tableStyleId>{5940675A-B579-460E-94D1-54222C63F5DA}</a:tableStyleId>
              </a:tblPr>
              <a:tblGrid>
                <a:gridCol w="1578610"/>
                <a:gridCol w="1217295"/>
                <a:gridCol w="3376930"/>
                <a:gridCol w="2241550"/>
              </a:tblGrid>
              <a:tr h="571962">
                <a:tc>
                  <a:txBody>
                    <a:bodyPr/>
                    <a:lstStyle/>
                    <a:p>
                      <a:pPr algn="ctr">
                        <a:buNone/>
                      </a:pPr>
                      <a:r>
                        <a:rPr sz="1800">
                          <a:solidFill>
                            <a:schemeClr val="tx1"/>
                          </a:solidFill>
                          <a:latin typeface="Times New Roman"/>
                          <a:ea typeface="Times New Roman"/>
                          <a:cs typeface="Times New Roman"/>
                        </a:rPr>
                        <a:t>方法</a:t>
                      </a:r>
                    </a:p>
                  </a:txBody>
                  <a:tcPr marL="91440" marR="91440" marT="45720" marB="45720" anchor="ctr"/>
                </a:tc>
                <a:tc>
                  <a:txBody>
                    <a:bodyPr/>
                    <a:lstStyle/>
                    <a:p>
                      <a:pPr algn="ctr">
                        <a:buNone/>
                      </a:pPr>
                      <a:r>
                        <a:rPr sz="1800">
                          <a:solidFill>
                            <a:schemeClr val="tx1"/>
                          </a:solidFill>
                          <a:latin typeface="Times New Roman"/>
                          <a:ea typeface="Times New Roman"/>
                          <a:cs typeface="Times New Roman"/>
                        </a:rPr>
                        <a:t>作者</a:t>
                      </a:r>
                    </a:p>
                  </a:txBody>
                  <a:tcPr marL="91440" marR="91440" marT="45720" marB="45720" anchor="ctr"/>
                </a:tc>
                <a:tc>
                  <a:txBody>
                    <a:bodyPr/>
                    <a:lstStyle/>
                    <a:p>
                      <a:pPr algn="ctr">
                        <a:buNone/>
                      </a:pPr>
                      <a:r>
                        <a:rPr sz="1800">
                          <a:solidFill>
                            <a:schemeClr val="tx1"/>
                          </a:solidFill>
                          <a:latin typeface="Times New Roman"/>
                          <a:ea typeface="Times New Roman"/>
                          <a:cs typeface="Times New Roman"/>
                        </a:rPr>
                        <a:t>具体实现</a:t>
                      </a:r>
                    </a:p>
                  </a:txBody>
                  <a:tcPr marL="91440" marR="91440" marT="45720" marB="45720" anchor="ctr"/>
                </a:tc>
                <a:tc>
                  <a:txBody>
                    <a:bodyPr/>
                    <a:lstStyle/>
                    <a:p>
                      <a:pPr algn="ctr">
                        <a:buNone/>
                      </a:pPr>
                      <a:r>
                        <a:rPr sz="1800">
                          <a:solidFill>
                            <a:schemeClr val="tx1"/>
                          </a:solidFill>
                          <a:latin typeface="Times New Roman"/>
                          <a:ea typeface="Times New Roman"/>
                          <a:cs typeface="Times New Roman"/>
                        </a:rPr>
                        <a:t>缺点</a:t>
                      </a:r>
                    </a:p>
                  </a:txBody>
                  <a:tcPr marL="91440" marR="91440" marT="45720" marB="45720" anchor="ctr"/>
                </a:tc>
              </a:tr>
              <a:tr h="1013181">
                <a:tc rowSpan="2">
                  <a:txBody>
                    <a:bodyPr/>
                    <a:lstStyle/>
                    <a:p>
                      <a:pPr algn="ctr">
                        <a:lnSpc>
                          <a:spcPct val="150000"/>
                        </a:lnSpc>
                        <a:buNone/>
                      </a:pPr>
                      <a:r>
                        <a:rPr sz="1400" b="1">
                          <a:solidFill>
                            <a:schemeClr val="tx1"/>
                          </a:solidFill>
                          <a:latin typeface="Times New Roman"/>
                          <a:ea typeface="Times New Roman"/>
                          <a:cs typeface="Times New Roman"/>
                        </a:rPr>
                        <a:t>基于规则驱动的智能体</a:t>
                      </a:r>
                    </a:p>
                  </a:txBody>
                  <a:tcPr marL="91440" marR="91440" marT="45720" marB="45720" anchor="ctr"/>
                </a:tc>
                <a:tc>
                  <a:txBody>
                    <a:bodyPr/>
                    <a:lstStyle/>
                    <a:p>
                      <a:pPr marL="0" indent="0" algn="ctr">
                        <a:lnSpc>
                          <a:spcPct val="100000"/>
                        </a:lnSpc>
                        <a:buNone/>
                      </a:pPr>
                      <a:r>
                        <a:rPr sz="1400">
                          <a:solidFill>
                            <a:schemeClr val="tx1"/>
                          </a:solidFill>
                          <a:latin typeface="Times New Roman"/>
                          <a:ea typeface="Times New Roman"/>
                          <a:cs typeface="Times New Roman"/>
                        </a:rPr>
                        <a:t>McCoy et al.</a:t>
                      </a:r>
                      <a:r>
                        <a:rPr sz="1400">
                          <a:solidFill>
                            <a:schemeClr val="tx1"/>
                          </a:solidFill>
                          <a:latin typeface="Times New Roman"/>
                          <a:ea typeface="Times New Roman"/>
                          <a:cs typeface="Times New Roman"/>
                        </a:rPr>
                        <a:t>[1]</a:t>
                      </a:r>
                    </a:p>
                  </a:txBody>
                  <a:tcPr marL="91440" marR="91440" marT="45720" marB="45720" anchor="ctr"/>
                </a:tc>
                <a:tc>
                  <a:txBody>
                    <a:bodyPr/>
                    <a:lstStyle/>
                    <a:p>
                      <a:pPr marL="0" indent="0">
                        <a:lnSpc>
                          <a:spcPct val="100000"/>
                        </a:lnSpc>
                        <a:buNone/>
                      </a:pPr>
                      <a:r>
                        <a:rPr sz="1400">
                          <a:solidFill>
                            <a:schemeClr val="tx1"/>
                          </a:solidFill>
                          <a:latin typeface="Times New Roman"/>
                          <a:ea typeface="Times New Roman"/>
                          <a:cs typeface="Times New Roman"/>
                        </a:rPr>
                        <a:t>基于规则的方法构建能够模拟复杂社交互动和行为的智能体</a:t>
                      </a:r>
                      <a:r>
                        <a:rPr sz="1400">
                          <a:solidFill>
                            <a:schemeClr val="tx1"/>
                          </a:solidFill>
                          <a:latin typeface="Times New Roman"/>
                          <a:ea typeface="Times New Roman"/>
                          <a:cs typeface="Times New Roman"/>
                        </a:rPr>
                        <a:t>[1]</a:t>
                      </a:r>
                      <a:r>
                        <a:rPr sz="1400">
                          <a:solidFill>
                            <a:schemeClr val="tx1"/>
                          </a:solidFill>
                          <a:latin typeface="Times New Roman"/>
                          <a:ea typeface="Times New Roman"/>
                          <a:cs typeface="Times New Roman"/>
                        </a:rPr>
                        <a:t> </a:t>
                      </a:r>
                    </a:p>
                  </a:txBody>
                  <a:tcPr marL="91440" marR="91440" marT="45720" marB="45720" anchor="ctr"/>
                </a:tc>
                <a:tc>
                  <a:txBody>
                    <a:bodyPr/>
                    <a:lstStyle/>
                    <a:p>
                      <a:pPr>
                        <a:buNone/>
                      </a:pPr>
                      <a:r>
                        <a:rPr sz="1400">
                          <a:solidFill>
                            <a:schemeClr val="tx1"/>
                          </a:solidFill>
                          <a:latin typeface="Times New Roman"/>
                          <a:ea typeface="Times New Roman"/>
                          <a:cs typeface="Times New Roman"/>
                        </a:rPr>
                        <a:t>依赖于手动设计详细的规则，以覆盖可能出现的情况。其复杂性高，并且</a:t>
                      </a:r>
                      <a:r>
                        <a:rPr sz="1400" b="1">
                          <a:solidFill>
                            <a:schemeClr val="tx1"/>
                          </a:solidFill>
                          <a:latin typeface="Times New Roman"/>
                          <a:ea typeface="Times New Roman"/>
                          <a:cs typeface="Times New Roman"/>
                        </a:rPr>
                        <a:t>交互局限</a:t>
                      </a:r>
                    </a:p>
                  </a:txBody>
                  <a:tcPr marL="91440" marR="91440" marT="45720" marB="45720" anchor="ctr"/>
                </a:tc>
              </a:tr>
              <a:tr h="1013181">
                <a:tc vMerge="1">
                  <a:txBody>
                    <a:bodyPr/>
                    <a:lstStyle/>
                    <a:p/>
                  </a:txBody>
                  <a:tcPr marL="91440" marR="91440" marT="45720" marB="45720"/>
                </a:tc>
                <a:tc>
                  <a:txBody>
                    <a:bodyPr/>
                    <a:lstStyle/>
                    <a:p>
                      <a:pPr marL="0" indent="0" algn="ctr">
                        <a:lnSpc>
                          <a:spcPct val="100000"/>
                        </a:lnSpc>
                        <a:buNone/>
                      </a:pPr>
                      <a:r>
                        <a:rPr sz="1400">
                          <a:solidFill>
                            <a:schemeClr val="tx1"/>
                          </a:solidFill>
                          <a:latin typeface="Times New Roman"/>
                          <a:ea typeface="Times New Roman"/>
                          <a:cs typeface="Times New Roman"/>
                        </a:rPr>
                        <a:t>Bhattacharyya et al.</a:t>
                      </a:r>
                      <a:r>
                        <a:rPr sz="1400">
                          <a:solidFill>
                            <a:schemeClr val="tx1"/>
                          </a:solidFill>
                          <a:latin typeface="Times New Roman"/>
                          <a:ea typeface="Times New Roman"/>
                          <a:cs typeface="Times New Roman"/>
                        </a:rPr>
                        <a:t>[2]</a:t>
                      </a:r>
                    </a:p>
                  </a:txBody>
                  <a:tcPr marL="91440" marR="91440" marT="45720" marB="45720" anchor="ctr"/>
                </a:tc>
                <a:tc>
                  <a:txBody>
                    <a:bodyPr/>
                    <a:lstStyle/>
                    <a:p>
                      <a:pPr marL="0" indent="0">
                        <a:lnSpc>
                          <a:spcPct val="100000"/>
                        </a:lnSpc>
                        <a:buNone/>
                      </a:pPr>
                      <a:r>
                        <a:rPr sz="1400">
                          <a:solidFill>
                            <a:schemeClr val="tx1"/>
                          </a:solidFill>
                          <a:latin typeface="Times New Roman"/>
                          <a:ea typeface="Times New Roman"/>
                          <a:cs typeface="Times New Roman"/>
                        </a:rPr>
                        <a:t>基于规则的方法预定义模型的参数以及一些列物理和心理学原理的规则来模拟驾驶行为</a:t>
                      </a:r>
                      <a:r>
                        <a:rPr sz="1400">
                          <a:solidFill>
                            <a:schemeClr val="tx1"/>
                          </a:solidFill>
                          <a:latin typeface="Times New Roman"/>
                          <a:ea typeface="Times New Roman"/>
                          <a:cs typeface="Times New Roman"/>
                        </a:rPr>
                        <a:t>[2]</a:t>
                      </a:r>
                    </a:p>
                  </a:txBody>
                  <a:tcPr marL="91440" marR="91440" marT="45720" marB="45720" anchor="ctr"/>
                </a:tc>
                <a:tc>
                  <a:txBody>
                    <a:bodyPr/>
                    <a:lstStyle/>
                    <a:p/>
                    <a:p>
                      <a:r>
                        <a:rPr>
                          <a:latin typeface="+mn-ea"/>
                          <a:ea typeface="+mn-ea"/>
                          <a:cs typeface="+mn-ea"/>
                        </a:rPr>
                        <a:t>智能体的互动</a:t>
                      </a:r>
                      <a:r>
                        <a:rPr b="1">
                          <a:latin typeface="+mn-ea"/>
                          <a:ea typeface="+mn-ea"/>
                          <a:cs typeface="+mn-ea"/>
                        </a:rPr>
                        <a:t>缺乏真实感和灵活性</a:t>
                      </a:r>
                    </a:p>
                    <a:p/>
                  </a:txBody>
                  <a:tcPr marL="91440" marR="91440" marT="45720" marB="45720" anchor="ctr"/>
                </a:tc>
              </a:tr>
              <a:tr h="868553">
                <a:tc rowSpan="2">
                  <a:txBody>
                    <a:bodyPr/>
                    <a:lstStyle/>
                    <a:p>
                      <a:pPr algn="ctr">
                        <a:lnSpc>
                          <a:spcPct val="150000"/>
                        </a:lnSpc>
                        <a:buNone/>
                      </a:pPr>
                      <a:r>
                        <a:rPr sz="1400" b="1">
                          <a:solidFill>
                            <a:schemeClr val="tx1"/>
                          </a:solidFill>
                          <a:latin typeface="Times New Roman"/>
                          <a:ea typeface="Times New Roman"/>
                          <a:cs typeface="Times New Roman"/>
                        </a:rPr>
                        <a:t>基于强化学习驱动的智能体</a:t>
                      </a:r>
                    </a:p>
                  </a:txBody>
                  <a:tcPr marL="91440" marR="91440" marT="45720" marB="45720" anchor="ctr"/>
                </a:tc>
                <a:tc>
                  <a:txBody>
                    <a:bodyPr/>
                    <a:lstStyle/>
                    <a:p>
                      <a:pPr marL="0" indent="0" algn="ctr">
                        <a:lnSpc>
                          <a:spcPct val="150000"/>
                        </a:lnSpc>
                        <a:buNone/>
                      </a:pPr>
                      <a:r>
                        <a:rPr sz="1400">
                          <a:solidFill>
                            <a:schemeClr val="tx1"/>
                          </a:solidFill>
                          <a:latin typeface="Times New Roman"/>
                          <a:ea typeface="Times New Roman"/>
                          <a:cs typeface="Times New Roman"/>
                        </a:rPr>
                        <a:t>Hausknecht</a:t>
                      </a:r>
                      <a:r>
                        <a:rPr sz="1400">
                          <a:solidFill>
                            <a:schemeClr val="tx1"/>
                          </a:solidFill>
                          <a:latin typeface="Times New Roman"/>
                          <a:ea typeface="Times New Roman"/>
                          <a:cs typeface="Times New Roman"/>
                        </a:rPr>
                        <a:t> et al.</a:t>
                      </a:r>
                      <a:r>
                        <a:rPr sz="1400">
                          <a:solidFill>
                            <a:schemeClr val="tx1"/>
                          </a:solidFill>
                          <a:latin typeface="Times New Roman"/>
                          <a:ea typeface="Times New Roman"/>
                          <a:cs typeface="Times New Roman"/>
                        </a:rPr>
                        <a:t>[3]</a:t>
                      </a:r>
                    </a:p>
                  </a:txBody>
                  <a:tcPr marL="91440" marR="91440" marT="45720" marB="45720" anchor="ctr"/>
                </a:tc>
                <a:tc>
                  <a:txBody>
                    <a:bodyPr/>
                    <a:lstStyle/>
                    <a:p>
                      <a:pPr marL="0" indent="0">
                        <a:lnSpc>
                          <a:spcPct val="150000"/>
                        </a:lnSpc>
                        <a:buNone/>
                      </a:pPr>
                      <a:r>
                        <a:rPr sz="1400" b="0" i="0">
                          <a:solidFill>
                            <a:schemeClr val="tx1"/>
                          </a:solidFill>
                          <a:latin typeface="+mn-lt"/>
                          <a:ea typeface="+mn-lt"/>
                          <a:cs typeface="+mn-lt"/>
                        </a:rPr>
                        <a:t>利用强化学习算法</a:t>
                      </a:r>
                      <a:r>
                        <a:rPr sz="1400" b="0" i="0">
                          <a:solidFill>
                            <a:schemeClr val="tx1"/>
                          </a:solidFill>
                          <a:latin typeface="Times New Roman"/>
                          <a:ea typeface="Times New Roman"/>
                          <a:cs typeface="Times New Roman"/>
                        </a:rPr>
                        <a:t>DRRN</a:t>
                      </a:r>
                      <a:r>
                        <a:rPr sz="1400" b="0" i="0">
                          <a:solidFill>
                            <a:schemeClr val="tx1"/>
                          </a:solidFill>
                          <a:latin typeface="+mn-lt"/>
                          <a:ea typeface="+mn-lt"/>
                          <a:cs typeface="+mn-lt"/>
                        </a:rPr>
                        <a:t>和</a:t>
                      </a:r>
                      <a:r>
                        <a:rPr sz="1400" b="0" i="0">
                          <a:solidFill>
                            <a:schemeClr val="tx1"/>
                          </a:solidFill>
                          <a:latin typeface="Times New Roman"/>
                          <a:ea typeface="Times New Roman"/>
                          <a:cs typeface="Times New Roman"/>
                        </a:rPr>
                        <a:t>TDQN</a:t>
                      </a:r>
                      <a:r>
                        <a:rPr sz="1400" b="0" i="0">
                          <a:solidFill>
                            <a:schemeClr val="tx1"/>
                          </a:solidFill>
                          <a:latin typeface="+mn-lt"/>
                          <a:ea typeface="+mn-lt"/>
                          <a:cs typeface="+mn-lt"/>
                        </a:rPr>
                        <a:t>构建了交互式小说游戏中的智能体</a:t>
                      </a:r>
                      <a:r>
                        <a:rPr sz="1400">
                          <a:solidFill>
                            <a:schemeClr val="tx1"/>
                          </a:solidFill>
                          <a:latin typeface="Times New Roman"/>
                          <a:ea typeface="Times New Roman"/>
                          <a:cs typeface="Times New Roman"/>
                        </a:rPr>
                        <a:t>[3]</a:t>
                      </a:r>
                    </a:p>
                  </a:txBody>
                  <a:tcPr marL="91440" marR="91440" marT="45720" marB="45720" anchor="ctr"/>
                </a:tc>
                <a:tc rowSpan="2">
                  <a:txBody>
                    <a:bodyPr/>
                    <a:lstStyle/>
                    <a:p>
                      <a:pPr>
                        <a:buNone/>
                      </a:pPr>
                      <a:r>
                        <a:rPr sz="1400">
                          <a:solidFill>
                            <a:schemeClr val="tx1"/>
                          </a:solidFill>
                          <a:latin typeface="Times New Roman"/>
                          <a:ea typeface="Times New Roman"/>
                          <a:cs typeface="Times New Roman"/>
                        </a:rPr>
                        <a:t>在竞争性或对抗性环境中表现出色，但是在开放且不断变化的场景中</a:t>
                      </a:r>
                      <a:r>
                        <a:rPr sz="1400" b="1">
                          <a:solidFill>
                            <a:schemeClr val="tx1"/>
                          </a:solidFill>
                          <a:latin typeface="Times New Roman"/>
                          <a:ea typeface="Times New Roman"/>
                          <a:cs typeface="Times New Roman"/>
                        </a:rPr>
                        <a:t>适应性差</a:t>
                      </a:r>
                    </a:p>
                  </a:txBody>
                  <a:tcPr marL="91440" marR="91440" marT="45720" marB="45720" anchor="ctr"/>
                </a:tc>
              </a:tr>
              <a:tr h="1143924">
                <a:tc vMerge="1">
                  <a:txBody>
                    <a:bodyPr/>
                    <a:lstStyle/>
                    <a:p/>
                  </a:txBody>
                  <a:tcPr marL="91440" marR="91440" marT="45720" marB="45720" anchor="ctr"/>
                </a:tc>
                <a:tc>
                  <a:txBody>
                    <a:bodyPr/>
                    <a:lstStyle/>
                    <a:p>
                      <a:pPr marL="0" indent="0" algn="ctr">
                        <a:lnSpc>
                          <a:spcPct val="150000"/>
                        </a:lnSpc>
                        <a:buNone/>
                      </a:pPr>
                      <a:r>
                        <a:rPr sz="1400">
                          <a:solidFill>
                            <a:schemeClr val="tx1"/>
                          </a:solidFill>
                          <a:latin typeface="Times New Roman"/>
                          <a:ea typeface="Times New Roman"/>
                          <a:cs typeface="Times New Roman"/>
                        </a:rPr>
                        <a:t>Siu et al.</a:t>
                      </a:r>
                      <a:r>
                        <a:rPr sz="1400">
                          <a:solidFill>
                            <a:schemeClr val="tx1"/>
                          </a:solidFill>
                          <a:latin typeface="Times New Roman"/>
                          <a:ea typeface="Times New Roman"/>
                          <a:cs typeface="Times New Roman"/>
                        </a:rPr>
                        <a:t>[4]</a:t>
                      </a:r>
                    </a:p>
                  </a:txBody>
                  <a:tcPr marL="91440" marR="91440" marT="45720" marB="45720" anchor="ctr"/>
                </a:tc>
                <a:tc>
                  <a:txBody>
                    <a:bodyPr/>
                    <a:lstStyle/>
                    <a:p>
                      <a:pPr marL="0" indent="0">
                        <a:lnSpc>
                          <a:spcPct val="150000"/>
                        </a:lnSpc>
                        <a:buNone/>
                      </a:pPr>
                      <a:r>
                        <a:rPr sz="1400" b="0" i="0">
                          <a:solidFill>
                            <a:schemeClr val="tx1"/>
                          </a:solidFill>
                          <a:latin typeface="Times New Roman"/>
                          <a:ea typeface="Times New Roman"/>
                          <a:cs typeface="Times New Roman"/>
                        </a:rPr>
                        <a:t>利用强化学习方法训练智能体，用于在合作卡牌游戏</a:t>
                      </a:r>
                      <a:r>
                        <a:rPr sz="1400" b="0" i="0">
                          <a:solidFill>
                            <a:schemeClr val="tx1"/>
                          </a:solidFill>
                          <a:latin typeface="Times New Roman"/>
                          <a:ea typeface="Times New Roman"/>
                          <a:cs typeface="Times New Roman"/>
                        </a:rPr>
                        <a:t>Hanabi</a:t>
                      </a:r>
                      <a:r>
                        <a:rPr sz="1400" b="0" i="0">
                          <a:solidFill>
                            <a:schemeClr val="tx1"/>
                          </a:solidFill>
                          <a:latin typeface="Times New Roman"/>
                          <a:ea typeface="Times New Roman"/>
                          <a:cs typeface="Times New Roman"/>
                        </a:rPr>
                        <a:t>中与人类玩家组队</a:t>
                      </a:r>
                      <a:r>
                        <a:rPr sz="1400" b="0" i="0">
                          <a:solidFill>
                            <a:schemeClr val="tx1"/>
                          </a:solidFill>
                          <a:latin typeface="Times New Roman"/>
                          <a:ea typeface="Times New Roman"/>
                          <a:cs typeface="Times New Roman"/>
                        </a:rPr>
                        <a:t>[4]</a:t>
                      </a:r>
                    </a:p>
                  </a:txBody>
                  <a:tcPr marL="91440" marR="91440" marT="45720" marB="45720" anchor="ctr"/>
                </a:tc>
                <a:tc vMerge="1">
                  <a:txBody>
                    <a:bodyPr/>
                    <a:lstStyle/>
                    <a:p/>
                  </a:txBody>
                  <a:tcPr marL="91440" marR="91440" marT="45720" marB="45720" anchor="ctr"/>
                </a:tc>
              </a:tr>
            </a:tbl>
          </a:graphicData>
        </a:graphic>
      </p:graphicFrame>
    </p:spTree>
    <p:extLst>
      <p:ext uri="{BB962C8B-B14F-4D97-AF65-F5344CB8AC3E}">
        <p14:creationId xmlns:p14="http://schemas.microsoft.com/office/powerpoint/2010/main" val="52119918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F451D921-139E-B155-04FB-52FBD2900891}"/>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研究现状</a:t>
            </a:r>
          </a:p>
        </p:txBody>
      </p:sp>
      <p:sp>
        <p:nvSpPr>
          <p:cNvPr id="3" name="文本占位符 2">
            <a:extLst xmlns:a="http://schemas.openxmlformats.org/drawingml/2006/main">
              <a:ext uri="{FF2B5EF4-FFF2-40B4-BE49-F238E27FC236}">
                <a16:creationId xmlns:a16="http://schemas.microsoft.com/office/drawing/2014/main" id="{1ADF5982-4E6B-914C-3CC4-113262F9E1E4}"/>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10</a:t>
            </a:r>
          </a:p>
        </p:txBody>
      </p:sp>
      <p:graphicFrame>
        <p:nvGraphicFramePr>
          <p:cNvPr id="7" name="表格 3"/>
          <p:cNvGraphicFramePr/>
          <p:nvPr/>
        </p:nvGraphicFramePr>
        <p:xfrm>
          <a:off xmlns:a="http://schemas.openxmlformats.org/drawingml/2006/main" x="364807" y="1350010"/>
          <a:ext xmlns:a="http://schemas.openxmlformats.org/drawingml/2006/main" cx="8414385" cy="4697056"/>
        </p:xfrm>
        <a:graphic xmlns:a="http://schemas.openxmlformats.org/drawingml/2006/main">
          <a:graphicData uri="http://schemas.openxmlformats.org/drawingml/2006/table">
            <a:tbl>
              <a:tblPr firstRow="1" bandRow="1">
                <a:tableStyleId>{5940675A-B579-460E-94D1-54222C63F5DA}</a:tableStyleId>
              </a:tblPr>
              <a:tblGrid>
                <a:gridCol w="789305"/>
                <a:gridCol w="905805"/>
                <a:gridCol w="1215730"/>
                <a:gridCol w="3337560"/>
                <a:gridCol w="2165985"/>
              </a:tblGrid>
              <a:tr h="601049">
                <a:tc gridSpan="2">
                  <a:txBody>
                    <a:bodyPr/>
                    <a:lstStyle/>
                    <a:p>
                      <a:pPr algn="ctr">
                        <a:buNone/>
                      </a:pPr>
                      <a:r>
                        <a:rPr sz="1800">
                          <a:solidFill>
                            <a:schemeClr val="tx1"/>
                          </a:solidFill>
                          <a:latin typeface="Times New Roman"/>
                          <a:ea typeface="Times New Roman"/>
                          <a:cs typeface="Times New Roman"/>
                        </a:rPr>
                        <a:t>方法</a:t>
                      </a:r>
                    </a:p>
                  </a:txBody>
                  <a:tcPr marL="91440" marR="91440" marT="45720" marB="45720" anchor="ctr"/>
                </a:tc>
                <a:tc hMerge="1">
                  <a:txBody>
                    <a:bodyPr/>
                    <a:lstStyle/>
                    <a:p/>
                  </a:txBody>
                  <a:tcPr marL="91440" marR="91440" marT="45720" marB="45720"/>
                </a:tc>
                <a:tc>
                  <a:txBody>
                    <a:bodyPr/>
                    <a:lstStyle/>
                    <a:p>
                      <a:pPr algn="ctr">
                        <a:buNone/>
                      </a:pPr>
                      <a:r>
                        <a:rPr sz="1800">
                          <a:solidFill>
                            <a:schemeClr val="tx1"/>
                          </a:solidFill>
                          <a:latin typeface="Times New Roman"/>
                          <a:ea typeface="Times New Roman"/>
                          <a:cs typeface="Times New Roman"/>
                        </a:rPr>
                        <a:t>作者</a:t>
                      </a:r>
                    </a:p>
                  </a:txBody>
                  <a:tcPr marL="91440" marR="91440" marT="45720" marB="45720" anchor="ctr"/>
                </a:tc>
                <a:tc>
                  <a:txBody>
                    <a:bodyPr/>
                    <a:lstStyle/>
                    <a:p>
                      <a:pPr algn="ctr">
                        <a:buNone/>
                      </a:pPr>
                      <a:r>
                        <a:rPr sz="1800">
                          <a:solidFill>
                            <a:schemeClr val="tx1"/>
                          </a:solidFill>
                          <a:latin typeface="Times New Roman"/>
                          <a:ea typeface="Times New Roman"/>
                          <a:cs typeface="Times New Roman"/>
                        </a:rPr>
                        <a:t>具体实现</a:t>
                      </a:r>
                    </a:p>
                  </a:txBody>
                  <a:tcPr marL="91440" marR="91440" marT="45720" marB="45720" anchor="ctr"/>
                </a:tc>
                <a:tc>
                  <a:txBody>
                    <a:bodyPr/>
                    <a:lstStyle/>
                    <a:p>
                      <a:pPr algn="ctr">
                        <a:buNone/>
                      </a:pPr>
                      <a:r>
                        <a:rPr sz="1800">
                          <a:solidFill>
                            <a:schemeClr val="tx1"/>
                          </a:solidFill>
                          <a:latin typeface="Times New Roman"/>
                          <a:ea typeface="Times New Roman"/>
                          <a:cs typeface="Times New Roman"/>
                        </a:rPr>
                        <a:t>缺点</a:t>
                      </a:r>
                    </a:p>
                  </a:txBody>
                  <a:tcPr marL="91440" marR="91440" marT="45720" marB="45720" anchor="ctr"/>
                </a:tc>
              </a:tr>
              <a:tr h="618249">
                <a:tc rowSpan="6">
                  <a:txBody>
                    <a:bodyPr/>
                    <a:lstStyle/>
                    <a:p>
                      <a:pPr algn="ctr">
                        <a:lnSpc>
                          <a:spcPct val="150000"/>
                        </a:lnSpc>
                        <a:buNone/>
                      </a:pPr>
                      <a:r>
                        <a:rPr sz="1400" b="1">
                          <a:solidFill>
                            <a:schemeClr val="tx1"/>
                          </a:solidFill>
                          <a:latin typeface="Times New Roman"/>
                          <a:ea typeface="Times New Roman"/>
                          <a:cs typeface="Times New Roman"/>
                        </a:rPr>
                        <a:t>基于大型语言模型驱动的智能体</a:t>
                      </a:r>
                    </a:p>
                  </a:txBody>
                  <a:tcPr marL="91440" marR="91440" marT="45720" marB="45720" anchor="ctr"/>
                </a:tc>
                <a:tc>
                  <a:txBody>
                    <a:bodyPr/>
                    <a:lstStyle/>
                    <a:p>
                      <a:pPr algn="ctr">
                        <a:lnSpc>
                          <a:spcPct val="150000"/>
                        </a:lnSpc>
                        <a:buNone/>
                      </a:pPr>
                      <a:r>
                        <a:rPr sz="1400">
                          <a:solidFill>
                            <a:schemeClr val="tx1"/>
                          </a:solidFill>
                          <a:latin typeface="Times New Roman"/>
                          <a:ea typeface="Times New Roman"/>
                          <a:cs typeface="Times New Roman"/>
                        </a:rPr>
                        <a:t>React</a:t>
                      </a:r>
                    </a:p>
                  </a:txBody>
                  <a:tcPr marL="91440" marR="91440" marT="45720" marB="45720" anchor="ctr"/>
                </a:tc>
                <a:tc>
                  <a:txBody>
                    <a:bodyPr/>
                    <a:lstStyle/>
                    <a:p>
                      <a:pPr marL="0" indent="0" algn="ctr">
                        <a:lnSpc>
                          <a:spcPct val="100000"/>
                        </a:lnSpc>
                        <a:buNone/>
                      </a:pPr>
                      <a:r>
                        <a:rPr sz="1400">
                          <a:solidFill>
                            <a:schemeClr val="tx1"/>
                          </a:solidFill>
                          <a:latin typeface="Times New Roman"/>
                          <a:ea typeface="Times New Roman"/>
                          <a:cs typeface="Times New Roman"/>
                        </a:rPr>
                        <a:t>Yao et al.</a:t>
                      </a:r>
                      <a:r>
                        <a:rPr sz="1400">
                          <a:solidFill>
                            <a:schemeClr val="tx1"/>
                          </a:solidFill>
                          <a:latin typeface="Times New Roman"/>
                          <a:ea typeface="Times New Roman"/>
                          <a:cs typeface="Times New Roman"/>
                        </a:rPr>
                        <a:t>[5]</a:t>
                      </a:r>
                    </a:p>
                  </a:txBody>
                  <a:tcPr marL="91440" marR="91440" marT="45720" marB="45720" anchor="ctr"/>
                </a:tc>
                <a:tc>
                  <a:txBody>
                    <a:bodyPr/>
                    <a:lstStyle/>
                    <a:p>
                      <a:pPr marL="0" indent="0">
                        <a:lnSpc>
                          <a:spcPct val="100000"/>
                        </a:lnSpc>
                        <a:buNone/>
                      </a:pPr>
                      <a:r>
                        <a:rPr sz="1400">
                          <a:solidFill>
                            <a:schemeClr val="tx1"/>
                          </a:solidFill>
                          <a:latin typeface="Times New Roman"/>
                          <a:ea typeface="Times New Roman"/>
                          <a:cs typeface="Times New Roman"/>
                        </a:rPr>
                        <a:t>通过将动作与推理结合来执行任务</a:t>
                      </a:r>
                      <a:r>
                        <a:rPr sz="1400">
                          <a:solidFill>
                            <a:schemeClr val="tx1"/>
                          </a:solidFill>
                          <a:latin typeface="Times New Roman"/>
                          <a:ea typeface="Times New Roman"/>
                          <a:cs typeface="Times New Roman"/>
                        </a:rPr>
                        <a:t>[5]</a:t>
                      </a:r>
                      <a:r>
                        <a:rPr sz="1400">
                          <a:solidFill>
                            <a:schemeClr val="tx1"/>
                          </a:solidFill>
                          <a:latin typeface="Times New Roman"/>
                          <a:ea typeface="Times New Roman"/>
                          <a:cs typeface="Times New Roman"/>
                        </a:rPr>
                        <a:t> </a:t>
                      </a:r>
                    </a:p>
                  </a:txBody>
                  <a:tcPr marL="91440" marR="91440" marT="45720" marB="45720" anchor="ctr"/>
                </a:tc>
                <a:tc>
                  <a:txBody>
                    <a:bodyPr/>
                    <a:lstStyle/>
                    <a:p>
                      <a:pPr>
                        <a:buNone/>
                      </a:pPr>
                      <a:r>
                        <a:rPr sz="1400">
                          <a:solidFill>
                            <a:schemeClr val="tx1"/>
                          </a:solidFill>
                          <a:latin typeface="Times New Roman"/>
                          <a:ea typeface="Times New Roman"/>
                          <a:cs typeface="Times New Roman"/>
                        </a:rPr>
                        <a:t>没有对过去的经历进行经验总结，</a:t>
                      </a:r>
                      <a:r>
                        <a:rPr sz="1400" b="1">
                          <a:solidFill>
                            <a:schemeClr val="tx1"/>
                          </a:solidFill>
                          <a:latin typeface="Times New Roman"/>
                          <a:ea typeface="Times New Roman"/>
                          <a:cs typeface="Times New Roman"/>
                        </a:rPr>
                        <a:t>经历的收集受限</a:t>
                      </a:r>
                    </a:p>
                  </a:txBody>
                  <a:tcPr marL="91440" marR="91440" marT="45720" marB="45720" anchor="ctr"/>
                </a:tc>
              </a:tr>
              <a:tr h="580223">
                <a:tc vMerge="1">
                  <a:txBody>
                    <a:bodyPr/>
                    <a:lstStyle/>
                    <a:p/>
                  </a:txBody>
                  <a:tcPr marL="91440" marR="91440" marT="45720" marB="45720" anchor="ctr"/>
                </a:tc>
                <a:tc>
                  <a:txBody>
                    <a:bodyPr/>
                    <a:lstStyle/>
                    <a:p>
                      <a:pPr algn="ctr">
                        <a:lnSpc>
                          <a:spcPct val="150000"/>
                        </a:lnSpc>
                        <a:buNone/>
                      </a:pPr>
                      <a:r>
                        <a:rPr sz="1400">
                          <a:solidFill>
                            <a:schemeClr val="tx1"/>
                          </a:solidFill>
                          <a:latin typeface="Times New Roman"/>
                          <a:ea typeface="Times New Roman"/>
                          <a:cs typeface="Times New Roman"/>
                        </a:rPr>
                        <a:t>Reflexion</a:t>
                      </a:r>
                    </a:p>
                  </a:txBody>
                  <a:tcPr marL="91440" marR="91440" marT="45720" marB="45720" anchor="ctr"/>
                </a:tc>
                <a:tc>
                  <a:txBody>
                    <a:bodyPr/>
                    <a:lstStyle/>
                    <a:p>
                      <a:pPr algn="ctr">
                        <a:buNone/>
                      </a:pPr>
                      <a:r>
                        <a:rPr sz="1400">
                          <a:solidFill>
                            <a:schemeClr val="tx1"/>
                          </a:solidFill>
                          <a:latin typeface="Times New Roman"/>
                          <a:ea typeface="Times New Roman"/>
                          <a:cs typeface="Times New Roman"/>
                        </a:rPr>
                        <a:t>Shinn et al.</a:t>
                      </a:r>
                      <a:r>
                        <a:rPr sz="1400">
                          <a:solidFill>
                            <a:schemeClr val="tx1"/>
                          </a:solidFill>
                          <a:latin typeface="Times New Roman"/>
                          <a:ea typeface="Times New Roman"/>
                          <a:cs typeface="Times New Roman"/>
                        </a:rPr>
                        <a:t>[6]</a:t>
                      </a:r>
                    </a:p>
                  </a:txBody>
                  <a:tcPr marL="91440" marR="91440" marT="45720" marB="45720" anchor="ctr"/>
                </a:tc>
                <a:tc>
                  <a:txBody>
                    <a:bodyPr/>
                    <a:lstStyle/>
                    <a:p>
                      <a:r>
                        <a:rPr sz="1400">
                          <a:solidFill>
                            <a:schemeClr val="tx1"/>
                          </a:solidFill>
                          <a:latin typeface="Times New Roman"/>
                          <a:ea typeface="Times New Roman"/>
                          <a:cs typeface="Times New Roman"/>
                        </a:rPr>
                        <a:t>通过引入反思机制来优化任务执行</a:t>
                      </a:r>
                      <a:r>
                        <a:rPr sz="1400">
                          <a:solidFill>
                            <a:schemeClr val="tx1"/>
                          </a:solidFill>
                          <a:latin typeface="Times New Roman"/>
                          <a:ea typeface="Times New Roman"/>
                          <a:cs typeface="Times New Roman"/>
                        </a:rPr>
                        <a:t>[6]</a:t>
                      </a:r>
                    </a:p>
                  </a:txBody>
                  <a:tcPr marL="91440" marR="91440" marT="45720" marB="45720" anchor="ctr"/>
                </a:tc>
                <a:tc rowSpan="2">
                  <a:txBody>
                    <a:bodyPr/>
                    <a:lstStyle/>
                    <a:p>
                      <a:r>
                        <a:rPr>
                          <a:latin typeface="+mn-ea"/>
                          <a:ea typeface="+mn-ea"/>
                          <a:cs typeface="+mn-ea"/>
                        </a:rPr>
                        <a:t>反思得到的经验局限于特定任务内，</a:t>
                      </a:r>
                      <a:r>
                        <a:rPr b="1">
                          <a:latin typeface="+mn-ea"/>
                          <a:ea typeface="+mn-ea"/>
                          <a:cs typeface="+mn-ea"/>
                        </a:rPr>
                        <a:t>无法将经验进行有效迁移和利用</a:t>
                      </a:r>
                    </a:p>
                  </a:txBody>
                  <a:tcPr marL="91440" marR="91440" marT="45720" marB="45720" anchor="ctr"/>
                </a:tc>
              </a:tr>
              <a:tr h="668832">
                <a:tc vMerge="1">
                  <a:txBody>
                    <a:bodyPr/>
                    <a:lstStyle/>
                    <a:p/>
                  </a:txBody>
                  <a:tcPr marL="91440" marR="91440" marT="45720" marB="45720" anchor="ctr"/>
                </a:tc>
                <a:tc>
                  <a:txBody>
                    <a:bodyPr/>
                    <a:lstStyle/>
                    <a:p>
                      <a:pPr marL="0" indent="0" algn="ctr">
                        <a:lnSpc>
                          <a:spcPct val="150000"/>
                        </a:lnSpc>
                        <a:buNone/>
                      </a:pPr>
                      <a:r>
                        <a:rPr sz="1400">
                          <a:solidFill>
                            <a:schemeClr val="tx1"/>
                          </a:solidFill>
                          <a:latin typeface="Times New Roman"/>
                          <a:ea typeface="Times New Roman"/>
                          <a:cs typeface="Times New Roman"/>
                        </a:rPr>
                        <a:t>Selfcheck</a:t>
                      </a:r>
                    </a:p>
                  </a:txBody>
                  <a:tcPr marL="91440" marR="91440" marT="45720" marB="45720" anchor="ctr"/>
                </a:tc>
                <a:tc>
                  <a:txBody>
                    <a:bodyPr/>
                    <a:lstStyle/>
                    <a:p>
                      <a:pPr marL="0" indent="0" algn="ctr">
                        <a:lnSpc>
                          <a:spcPct val="100000"/>
                        </a:lnSpc>
                        <a:buNone/>
                      </a:pPr>
                      <a:r>
                        <a:rPr sz="1400">
                          <a:solidFill>
                            <a:schemeClr val="tx1"/>
                          </a:solidFill>
                          <a:latin typeface="Times New Roman"/>
                          <a:ea typeface="Times New Roman"/>
                          <a:cs typeface="Times New Roman"/>
                        </a:rPr>
                        <a:t>Miao</a:t>
                      </a:r>
                      <a:r>
                        <a:rPr sz="1400">
                          <a:solidFill>
                            <a:schemeClr val="tx1"/>
                          </a:solidFill>
                          <a:latin typeface="Times New Roman"/>
                          <a:ea typeface="Times New Roman"/>
                          <a:cs typeface="Times New Roman"/>
                        </a:rPr>
                        <a:t> </a:t>
                      </a:r>
                      <a:r>
                        <a:rPr sz="1400">
                          <a:solidFill>
                            <a:schemeClr val="tx1"/>
                          </a:solidFill>
                          <a:latin typeface="Times New Roman"/>
                          <a:ea typeface="Times New Roman"/>
                          <a:cs typeface="Times New Roman"/>
                        </a:rPr>
                        <a:t>et al.</a:t>
                      </a:r>
                      <a:r>
                        <a:rPr sz="1400">
                          <a:solidFill>
                            <a:schemeClr val="tx1"/>
                          </a:solidFill>
                          <a:latin typeface="Times New Roman"/>
                          <a:ea typeface="Times New Roman"/>
                          <a:cs typeface="Times New Roman"/>
                        </a:rPr>
                        <a:t>[7]</a:t>
                      </a:r>
                    </a:p>
                  </a:txBody>
                  <a:tcPr marL="91440" marR="91440" marT="45720" marB="45720" anchor="ctr"/>
                </a:tc>
                <a:tc>
                  <a:txBody>
                    <a:bodyPr/>
                    <a:lstStyle/>
                    <a:p>
                      <a:r>
                        <a:t>引入自我检查识别</a:t>
                      </a:r>
                      <a:r>
                        <a:rPr sz="1400" b="0" i="0" u="none" cap="none">
                          <a:solidFill>
                            <a:schemeClr val="tx1"/>
                          </a:solidFill>
                          <a:latin typeface="Times New Roman"/>
                          <a:ea typeface="Times New Roman"/>
                          <a:cs typeface="Times New Roman"/>
                        </a:rPr>
                        <a:t>LLM</a:t>
                      </a:r>
                      <a:r>
                        <a:t>推理链中的错误</a:t>
                      </a:r>
                      <a:r>
                        <a:rPr sz="1400">
                          <a:solidFill>
                            <a:schemeClr val="tx1"/>
                          </a:solidFill>
                          <a:latin typeface="Times New Roman"/>
                          <a:ea typeface="Times New Roman"/>
                          <a:cs typeface="Times New Roman"/>
                        </a:rPr>
                        <a:t>[7]</a:t>
                      </a:r>
                    </a:p>
                  </a:txBody>
                  <a:tcPr marL="91440" marR="91440" marT="45720" marB="45720" anchor="ctr"/>
                </a:tc>
                <a:tc vMerge="1">
                  <a:txBody>
                    <a:bodyPr/>
                    <a:lstStyle/>
                    <a:p/>
                  </a:txBody>
                  <a:tcPr marL="91440" marR="91440" marT="45720" marB="45720"/>
                </a:tc>
              </a:tr>
              <a:tr h="662834">
                <a:tc vMerge="1">
                  <a:txBody>
                    <a:bodyPr/>
                    <a:lstStyle/>
                    <a:p/>
                  </a:txBody>
                  <a:tcPr marL="91440" marR="91440" marT="45720" marB="45720" anchor="ctr"/>
                </a:tc>
                <a:tc>
                  <a:txBody>
                    <a:bodyPr/>
                    <a:lstStyle/>
                    <a:p>
                      <a:pPr algn="ctr">
                        <a:lnSpc>
                          <a:spcPct val="150000"/>
                        </a:lnSpc>
                        <a:buNone/>
                      </a:pPr>
                      <a:r>
                        <a:rPr sz="1400">
                          <a:solidFill>
                            <a:schemeClr val="tx1"/>
                          </a:solidFill>
                          <a:latin typeface="Times New Roman"/>
                          <a:ea typeface="Times New Roman"/>
                          <a:cs typeface="Times New Roman"/>
                        </a:rPr>
                        <a:t>Expel</a:t>
                      </a:r>
                    </a:p>
                  </a:txBody>
                  <a:tcPr marL="91440" marR="91440" marT="45720" marB="45720" anchor="ctr"/>
                </a:tc>
                <a:tc>
                  <a:txBody>
                    <a:bodyPr/>
                    <a:lstStyle/>
                    <a:p>
                      <a:pPr algn="ctr">
                        <a:buNone/>
                      </a:pPr>
                      <a:r>
                        <a:rPr sz="1400">
                          <a:solidFill>
                            <a:schemeClr val="tx1"/>
                          </a:solidFill>
                          <a:latin typeface="Times New Roman"/>
                          <a:ea typeface="Times New Roman"/>
                          <a:cs typeface="Times New Roman"/>
                        </a:rPr>
                        <a:t>Zhao et al.</a:t>
                      </a:r>
                      <a:r>
                        <a:rPr sz="1400">
                          <a:solidFill>
                            <a:schemeClr val="tx1"/>
                          </a:solidFill>
                          <a:latin typeface="Times New Roman"/>
                          <a:ea typeface="Times New Roman"/>
                          <a:cs typeface="Times New Roman"/>
                        </a:rPr>
                        <a:t>[8]</a:t>
                      </a:r>
                    </a:p>
                  </a:txBody>
                  <a:tcPr marL="91440" marR="91440" marT="45720" marB="45720" anchor="ctr"/>
                </a:tc>
                <a:tc>
                  <a:txBody>
                    <a:bodyPr/>
                    <a:lstStyle/>
                    <a:p>
                      <a:r>
                        <a:rPr sz="1400" b="0" i="0">
                          <a:solidFill>
                            <a:schemeClr val="tx1"/>
                          </a:solidFill>
                          <a:latin typeface="+mn-lt"/>
                          <a:ea typeface="+mn-lt"/>
                          <a:cs typeface="+mn-lt"/>
                        </a:rPr>
                        <a:t>通过从多个任务经历中学习经验指导智能体的任务执行</a:t>
                      </a:r>
                      <a:r>
                        <a:rPr sz="1400">
                          <a:solidFill>
                            <a:schemeClr val="tx1"/>
                          </a:solidFill>
                          <a:latin typeface="Times New Roman"/>
                          <a:ea typeface="Times New Roman"/>
                          <a:cs typeface="Times New Roman"/>
                        </a:rPr>
                        <a:t>[8]</a:t>
                      </a:r>
                    </a:p>
                  </a:txBody>
                  <a:tcPr marL="91440" marR="91440" marT="45720" marB="45720" anchor="ctr"/>
                </a:tc>
                <a:tc rowSpan="3">
                  <a:txBody>
                    <a:bodyPr/>
                    <a:lstStyle/>
                    <a:p>
                      <a:r>
                        <a:rPr sz="1400">
                          <a:solidFill>
                            <a:schemeClr val="tx1"/>
                          </a:solidFill>
                          <a:latin typeface="Times New Roman"/>
                          <a:ea typeface="Times New Roman"/>
                          <a:cs typeface="Times New Roman"/>
                        </a:rPr>
                        <a:t>基于上下文的学习方式：</a:t>
                      </a:r>
                    </a:p>
                    <a:p>
                      <a:r>
                        <a:rPr sz="1400" b="1">
                          <a:solidFill>
                            <a:schemeClr val="tx1"/>
                          </a:solidFill>
                          <a:latin typeface="Times New Roman"/>
                          <a:ea typeface="Times New Roman"/>
                          <a:cs typeface="Times New Roman"/>
                        </a:rPr>
                        <a:t>难以维持长期记忆</a:t>
                      </a:r>
                      <a:r>
                        <a:rPr sz="1400">
                          <a:solidFill>
                            <a:schemeClr val="tx1"/>
                          </a:solidFill>
                          <a:latin typeface="Times New Roman"/>
                          <a:ea typeface="Times New Roman"/>
                          <a:cs typeface="Times New Roman"/>
                        </a:rPr>
                        <a:t>，无法充分利用全部知识储备来应对新的挑战</a:t>
                      </a:r>
                    </a:p>
                    <a:p>
                      <a:r>
                        <a:rPr sz="1400" b="1">
                          <a:solidFill>
                            <a:schemeClr val="tx1"/>
                          </a:solidFill>
                          <a:latin typeface="Times New Roman"/>
                          <a:ea typeface="Times New Roman"/>
                          <a:cs typeface="Times New Roman"/>
                        </a:rPr>
                        <a:t>效果不稳定</a:t>
                      </a:r>
                      <a:r>
                        <a:rPr sz="1400">
                          <a:solidFill>
                            <a:schemeClr val="tx1"/>
                          </a:solidFill>
                          <a:latin typeface="Times New Roman"/>
                          <a:ea typeface="Times New Roman"/>
                          <a:cs typeface="Times New Roman"/>
                        </a:rPr>
                        <a:t>，其成效多依赖于所使用的模型质量</a:t>
                      </a:r>
                    </a:p>
                  </a:txBody>
                  <a:tcPr marL="91440" marR="91440" marT="45720" marB="45720" anchor="ctr"/>
                </a:tc>
              </a:tr>
              <a:tr h="834349">
                <a:tc vMerge="1">
                  <a:txBody>
                    <a:bodyPr/>
                    <a:lstStyle/>
                    <a:p/>
                  </a:txBody>
                  <a:tcPr marL="91440" marR="91440" marT="45720" marB="45720" anchor="ctr"/>
                </a:tc>
                <a:tc>
                  <a:txBody>
                    <a:bodyPr/>
                    <a:lstStyle/>
                    <a:p>
                      <a:pPr marL="0" indent="0" algn="ctr">
                        <a:lnSpc>
                          <a:spcPct val="150000"/>
                        </a:lnSpc>
                        <a:buNone/>
                      </a:pPr>
                      <a:r>
                        <a:rPr sz="1400">
                          <a:solidFill>
                            <a:schemeClr val="tx1"/>
                          </a:solidFill>
                          <a:latin typeface="Times New Roman"/>
                          <a:ea typeface="Times New Roman"/>
                          <a:cs typeface="Times New Roman"/>
                        </a:rPr>
                        <a:t>ETO</a:t>
                      </a:r>
                    </a:p>
                  </a:txBody>
                  <a:tcPr marL="91440" marR="91440" marT="45720" marB="45720" anchor="ctr"/>
                </a:tc>
                <a:tc>
                  <a:txBody>
                    <a:bodyPr/>
                    <a:lstStyle/>
                    <a:p>
                      <a:pPr marL="0" indent="0" algn="ctr">
                        <a:lnSpc>
                          <a:spcPct val="150000"/>
                        </a:lnSpc>
                        <a:buNone/>
                      </a:pPr>
                      <a:r>
                        <a:rPr sz="1400">
                          <a:solidFill>
                            <a:schemeClr val="tx1"/>
                          </a:solidFill>
                          <a:latin typeface="Times New Roman"/>
                          <a:ea typeface="Times New Roman"/>
                          <a:cs typeface="Times New Roman"/>
                        </a:rPr>
                        <a:t>Song et al.</a:t>
                      </a:r>
                      <a:r>
                        <a:rPr sz="1400">
                          <a:solidFill>
                            <a:schemeClr val="tx1"/>
                          </a:solidFill>
                          <a:latin typeface="Times New Roman"/>
                          <a:ea typeface="Times New Roman"/>
                          <a:cs typeface="Times New Roman"/>
                        </a:rPr>
                        <a:t>[9]</a:t>
                      </a:r>
                    </a:p>
                  </a:txBody>
                  <a:tcPr marL="91440" marR="91440" marT="45720" marB="45720" anchor="ctr"/>
                </a:tc>
                <a:tc>
                  <a:txBody>
                    <a:bodyPr/>
                    <a:lstStyle/>
                    <a:p>
                      <a:r>
                        <a:rPr sz="1400" b="0" i="0">
                          <a:solidFill>
                            <a:schemeClr val="tx1"/>
                          </a:solidFill>
                          <a:latin typeface="Times New Roman"/>
                          <a:ea typeface="Times New Roman"/>
                          <a:cs typeface="Times New Roman"/>
                        </a:rPr>
                        <a:t>智能体通过探索和尝试，从失败的经历中学习经验，以此来优化任务执行</a:t>
                      </a:r>
                      <a:r>
                        <a:rPr sz="1400" b="0" i="0">
                          <a:solidFill>
                            <a:schemeClr val="tx1"/>
                          </a:solidFill>
                          <a:latin typeface="Times New Roman"/>
                          <a:ea typeface="Times New Roman"/>
                          <a:cs typeface="Times New Roman"/>
                        </a:rPr>
                        <a:t>[9]</a:t>
                      </a:r>
                    </a:p>
                  </a:txBody>
                  <a:tcPr marL="91440" marR="91440" marT="45720" marB="45720" anchor="ctr"/>
                </a:tc>
                <a:tc vMerge="1">
                  <a:txBody>
                    <a:bodyPr/>
                    <a:lstStyle/>
                    <a:p/>
                  </a:txBody>
                  <a:tcPr marL="91440" marR="91440" marT="45720" marB="45720"/>
                </a:tc>
              </a:tr>
              <a:tr h="726666">
                <a:tc vMerge="1">
                  <a:txBody>
                    <a:bodyPr/>
                    <a:lstStyle/>
                    <a:p/>
                  </a:txBody>
                  <a:tcPr marL="91440" marR="91440" marT="45720" marB="45720" anchor="ctr"/>
                </a:tc>
                <a:tc>
                  <a:txBody>
                    <a:bodyPr/>
                    <a:lstStyle/>
                    <a:p>
                      <a:pPr marL="0" indent="0" algn="ctr">
                        <a:lnSpc>
                          <a:spcPct val="150000"/>
                        </a:lnSpc>
                        <a:buNone/>
                      </a:pPr>
                      <a:r>
                        <a:rPr sz="1400">
                          <a:solidFill>
                            <a:schemeClr val="tx1"/>
                          </a:solidFill>
                          <a:latin typeface="Times New Roman"/>
                          <a:ea typeface="Times New Roman"/>
                          <a:cs typeface="Times New Roman"/>
                        </a:rPr>
                        <a:t>FOT</a:t>
                      </a:r>
                    </a:p>
                  </a:txBody>
                  <a:tcPr marL="91440" marR="91440" marT="45720" marB="45720" anchor="ctr"/>
                </a:tc>
                <a:tc>
                  <a:txBody>
                    <a:bodyPr/>
                    <a:lstStyle/>
                    <a:p>
                      <a:pPr marL="0" indent="0" algn="ctr">
                        <a:lnSpc>
                          <a:spcPct val="100000"/>
                        </a:lnSpc>
                        <a:buNone/>
                      </a:pPr>
                      <a:r>
                        <a:rPr sz="1400">
                          <a:solidFill>
                            <a:schemeClr val="tx1"/>
                          </a:solidFill>
                          <a:latin typeface="Times New Roman"/>
                          <a:ea typeface="Times New Roman"/>
                          <a:cs typeface="Times New Roman"/>
                        </a:rPr>
                        <a:t>Tworkowski</a:t>
                      </a:r>
                      <a:r>
                        <a:rPr sz="1400">
                          <a:solidFill>
                            <a:schemeClr val="tx1"/>
                          </a:solidFill>
                          <a:latin typeface="Times New Roman"/>
                          <a:ea typeface="Times New Roman"/>
                          <a:cs typeface="Times New Roman"/>
                        </a:rPr>
                        <a:t> et al.</a:t>
                      </a:r>
                      <a:r>
                        <a:rPr sz="1400">
                          <a:solidFill>
                            <a:schemeClr val="tx1"/>
                          </a:solidFill>
                          <a:latin typeface="Times New Roman"/>
                          <a:ea typeface="Times New Roman"/>
                          <a:cs typeface="Times New Roman"/>
                        </a:rPr>
                        <a:t>[10]</a:t>
                      </a:r>
                    </a:p>
                  </a:txBody>
                  <a:tcPr marL="91440" marR="91440" marT="45720" marB="45720" anchor="ctr"/>
                </a:tc>
                <a:tc>
                  <a:txBody>
                    <a:bodyPr/>
                    <a:lstStyle/>
                    <a:p>
                      <a:r>
                        <a:t>通过增加额外的（键，值）对上下文来扩展模型的上下文长度，从而为智能体任务执行提供更多相关信息</a:t>
                      </a:r>
                      <a:r>
                        <a:rPr sz="1400">
                          <a:solidFill>
                            <a:schemeClr val="tx1"/>
                          </a:solidFill>
                          <a:latin typeface="Times New Roman"/>
                          <a:ea typeface="Times New Roman"/>
                          <a:cs typeface="Times New Roman"/>
                        </a:rPr>
                        <a:t>[10]</a:t>
                      </a:r>
                    </a:p>
                  </a:txBody>
                  <a:tcPr marL="91440" marR="91440" marT="45720" marB="45720" anchor="ctr"/>
                </a:tc>
                <a:tc vMerge="1">
                  <a:txBody>
                    <a:bodyPr/>
                    <a:lstStyle/>
                    <a:p/>
                  </a:txBody>
                  <a:tcPr marL="91440" marR="91440" marT="45720" marB="45720"/>
                </a:tc>
              </a:tr>
            </a:tbl>
          </a:graphicData>
        </a:graphic>
      </p:graphicFrame>
    </p:spTree>
    <p:extLst>
      <p:ext uri="{BB962C8B-B14F-4D97-AF65-F5344CB8AC3E}">
        <p14:creationId xmlns:p14="http://schemas.microsoft.com/office/powerpoint/2010/main" val="27957166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E200DE18-C377-4599-A9C8-6293E8D4B6E6}"/>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参考文献</a:t>
            </a:r>
          </a:p>
        </p:txBody>
      </p:sp>
      <p:sp>
        <p:nvSpPr>
          <p:cNvPr id="3" name="文本占位符 2">
            <a:extLst xmlns:a="http://schemas.openxmlformats.org/drawingml/2006/main">
              <a:ext uri="{FF2B5EF4-FFF2-40B4-BE49-F238E27FC236}">
                <a16:creationId xmlns:a16="http://schemas.microsoft.com/office/drawing/2014/main" id="{3A7E7DFA-5B6A-41B3-8071-44EA31A0F246}"/>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10</a:t>
            </a:r>
          </a:p>
        </p:txBody>
      </p:sp>
      <p:sp>
        <p:nvSpPr>
          <p:cNvPr id="8" name="内容占位符 6">
            <a:extLst xmlns:a="http://schemas.openxmlformats.org/drawingml/2006/main">
              <a:ext uri="{FF2B5EF4-FFF2-40B4-BE49-F238E27FC236}">
                <a16:creationId xmlns:a16="http://schemas.microsoft.com/office/drawing/2014/main" id="{66329ACC-76A2-F0AE-8E80-C15D89AA9BF6}"/>
              </a:ext>
            </a:extLst>
          </p:cNvPr>
          <p:cNvSpPr>
            <a:spLocks xmlns:a="http://schemas.openxmlformats.org/drawingml/2006/main" noGrp="1"/>
          </p:cNvSpPr>
          <p:nvPr/>
        </p:nvSpPr>
        <p:spPr>
          <a:xfrm xmlns:a="http://schemas.openxmlformats.org/drawingml/2006/main">
            <a:off x="364490" y="1287777"/>
            <a:ext cx="8415020" cy="46815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lIns="91440" tIns="45720" rIns="91440" bIns="45720">
            <a:normAutofit fontScale="32500" lnSpcReduction="20000"/>
          </a:bodyPr>
          <a:lstStyle xmlns:a="http://schemas.openxmlformats.org/drawingml/2006/main">
            <a:lvl1pPr marL="349250" indent="-349250" algn="l">
              <a:lnSpc>
                <a:spcPct val="110000"/>
              </a:lnSpc>
              <a:spcBef>
                <a:spcPts val="1000"/>
              </a:spcBef>
              <a:buChar char="q"/>
              <a:defRPr sz="2000" b="1">
                <a:solidFill>
                  <a:srgbClr val="102E66"/>
                </a:solidFill>
                <a:latin typeface="微软雅黑"/>
                <a:ea typeface="微软雅黑"/>
                <a:cs typeface="微软雅黑"/>
              </a:defRPr>
            </a:lvl1pPr>
            <a:lvl2pPr marL="805180" indent="-347980" algn="l">
              <a:lnSpc>
                <a:spcPct val="110000"/>
              </a:lnSpc>
              <a:spcBef>
                <a:spcPts val="500"/>
              </a:spcBef>
              <a:buChar char="Ø"/>
              <a:defRPr sz="1800">
                <a:solidFill>
                  <a:srgbClr val="102E66"/>
                </a:solidFill>
                <a:latin typeface="微软雅黑"/>
                <a:ea typeface="微软雅黑"/>
                <a:cs typeface="微软雅黑"/>
              </a:defRPr>
            </a:lvl2pPr>
            <a:lvl3pPr marL="1260475" indent="-346075" algn="l">
              <a:lnSpc>
                <a:spcPct val="110000"/>
              </a:lnSpc>
              <a:spcBef>
                <a:spcPts val="500"/>
              </a:spcBef>
              <a:buChar char="§"/>
              <a:defRPr sz="1600">
                <a:solidFill>
                  <a:srgbClr val="102E66"/>
                </a:solidFill>
                <a:latin typeface="微软雅黑"/>
                <a:ea typeface="微软雅黑"/>
                <a:cs typeface="微软雅黑"/>
              </a:defRPr>
            </a:lvl3pPr>
            <a:lvl4pPr marL="1600200" indent="-228600" algn="l">
              <a:lnSpc>
                <a:spcPct val="90000"/>
              </a:lnSpc>
              <a:spcBef>
                <a:spcPts val="500"/>
              </a:spcBef>
              <a:buChar char="q"/>
              <a:defRPr sz="1800">
                <a:solidFill>
                  <a:schemeClr val="tx1"/>
                </a:solidFill>
                <a:latin typeface="微软雅黑"/>
                <a:ea typeface="微软雅黑"/>
                <a:cs typeface="微软雅黑"/>
              </a:defRPr>
            </a:lvl4pPr>
            <a:lvl5pPr marL="2057400" indent="-228600" algn="l">
              <a:lnSpc>
                <a:spcPct val="90000"/>
              </a:lnSpc>
              <a:spcBef>
                <a:spcPts val="500"/>
              </a:spcBef>
              <a:buChar char="q"/>
              <a:defRPr sz="1800">
                <a:solidFill>
                  <a:schemeClr val="tx1"/>
                </a:solidFill>
                <a:latin typeface="微软雅黑"/>
                <a:ea typeface="微软雅黑"/>
                <a:cs typeface="微软雅黑"/>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a:buNone/>
            </a:pPr>
            <a:r>
              <a:rPr sz="3700" b="0">
                <a:solidFill>
                  <a:schemeClr val="tx1"/>
                </a:solidFill>
                <a:latin typeface="Times New Roman"/>
                <a:ea typeface="Times New Roman"/>
                <a:cs typeface="Times New Roman"/>
              </a:rPr>
              <a:t>McCoy J, Treanor M, Samuel B, et al. Comme il faut: A system for authoring playable social models[C]//Proceedings of the AAAI conference on artificial intelligence and interactive digital entertainment. 2011, 7(1): 158-163</a:t>
            </a:r>
          </a:p>
          <a:p xmlns:a="http://schemas.openxmlformats.org/drawingml/2006/main">
            <a:pPr>
              <a:buNone/>
            </a:pPr>
            <a:r>
              <a:rPr sz="3700" b="0">
                <a:solidFill>
                  <a:schemeClr val="tx1"/>
                </a:solidFill>
                <a:latin typeface="Times New Roman"/>
                <a:ea typeface="Times New Roman"/>
                <a:cs typeface="Times New Roman"/>
              </a:rPr>
              <a:t>Bhattacharyya R, Jung S, Kruse L A, et al. A hybrid rule-based and data-driven approach to driver modeling through particle filtering[J]. IEEE Transactions on Intelligent Transportation Systems, 2021, 23(8): 13055-13068.</a:t>
            </a:r>
          </a:p>
          <a:p xmlns:a="http://schemas.openxmlformats.org/drawingml/2006/main">
            <a:pPr>
              <a:buNone/>
            </a:pPr>
            <a:r>
              <a:rPr sz="3700" b="0">
                <a:solidFill>
                  <a:schemeClr val="tx1"/>
                </a:solidFill>
                <a:latin typeface="Times New Roman"/>
                <a:ea typeface="Times New Roman"/>
                <a:cs typeface="Times New Roman"/>
              </a:rPr>
              <a:t>Hausknecht</a:t>
            </a:r>
            <a:r>
              <a:rPr sz="3700" b="0">
                <a:solidFill>
                  <a:schemeClr val="tx1"/>
                </a:solidFill>
                <a:latin typeface="Times New Roman"/>
                <a:ea typeface="Times New Roman"/>
                <a:cs typeface="Times New Roman"/>
              </a:rPr>
              <a:t> M, </a:t>
            </a:r>
            <a:r>
              <a:rPr sz="3700" b="0">
                <a:solidFill>
                  <a:schemeClr val="tx1"/>
                </a:solidFill>
                <a:latin typeface="Times New Roman"/>
                <a:ea typeface="Times New Roman"/>
                <a:cs typeface="Times New Roman"/>
              </a:rPr>
              <a:t>Ammanabrolu</a:t>
            </a:r>
            <a:r>
              <a:rPr sz="3700" b="0">
                <a:solidFill>
                  <a:schemeClr val="tx1"/>
                </a:solidFill>
                <a:latin typeface="Times New Roman"/>
                <a:ea typeface="Times New Roman"/>
                <a:cs typeface="Times New Roman"/>
              </a:rPr>
              <a:t> P, </a:t>
            </a:r>
            <a:r>
              <a:rPr sz="3700" b="0">
                <a:solidFill>
                  <a:schemeClr val="tx1"/>
                </a:solidFill>
                <a:latin typeface="Times New Roman"/>
                <a:ea typeface="Times New Roman"/>
                <a:cs typeface="Times New Roman"/>
              </a:rPr>
              <a:t>Côté</a:t>
            </a:r>
            <a:r>
              <a:rPr sz="3700" b="0">
                <a:solidFill>
                  <a:schemeClr val="tx1"/>
                </a:solidFill>
                <a:latin typeface="Times New Roman"/>
                <a:ea typeface="Times New Roman"/>
                <a:cs typeface="Times New Roman"/>
              </a:rPr>
              <a:t> M A, et al. Interactive fiction games: A colossal adventure[C]//Proceedings of the AAAI Conference on Artificial Intelligence. 2020, 34(05): 7903-7910 </a:t>
            </a:r>
          </a:p>
          <a:p xmlns:a="http://schemas.openxmlformats.org/drawingml/2006/main">
            <a:pPr>
              <a:buNone/>
            </a:pPr>
            <a:r>
              <a:rPr sz="3700" b="0">
                <a:solidFill>
                  <a:schemeClr val="tx1"/>
                </a:solidFill>
                <a:latin typeface="Times New Roman"/>
                <a:ea typeface="Times New Roman"/>
                <a:cs typeface="Times New Roman"/>
              </a:rPr>
              <a:t>Siu H C, Peña J, Chen E, et al. Evaluation of human-ai teams for learned and rule-based agents in </a:t>
            </a:r>
            <a:r>
              <a:rPr sz="3700" b="0">
                <a:solidFill>
                  <a:schemeClr val="tx1"/>
                </a:solidFill>
                <a:latin typeface="Times New Roman"/>
                <a:ea typeface="Times New Roman"/>
                <a:cs typeface="Times New Roman"/>
              </a:rPr>
              <a:t>hanabi</a:t>
            </a:r>
            <a:r>
              <a:rPr sz="3700" b="0">
                <a:solidFill>
                  <a:schemeClr val="tx1"/>
                </a:solidFill>
                <a:latin typeface="Times New Roman"/>
                <a:ea typeface="Times New Roman"/>
                <a:cs typeface="Times New Roman"/>
              </a:rPr>
              <a:t>[J]. Advances in Neural Information Processing Systems, 2021, 34: 16183-16195.</a:t>
            </a:r>
          </a:p>
          <a:p xmlns:a="http://schemas.openxmlformats.org/drawingml/2006/main">
            <a:pPr>
              <a:buNone/>
            </a:pPr>
            <a:r>
              <a:rPr sz="3700" b="0">
                <a:solidFill>
                  <a:schemeClr val="tx1"/>
                </a:solidFill>
                <a:latin typeface="Times New Roman"/>
                <a:ea typeface="Times New Roman"/>
                <a:cs typeface="Times New Roman"/>
              </a:rPr>
              <a:t>Yao S, Zhao J, Yu D, et al. </a:t>
            </a:r>
            <a:r>
              <a:rPr sz="3700" b="0">
                <a:solidFill>
                  <a:schemeClr val="tx1"/>
                </a:solidFill>
                <a:latin typeface="Times New Roman"/>
                <a:ea typeface="Times New Roman"/>
                <a:cs typeface="Times New Roman"/>
              </a:rPr>
              <a:t>ReAct</a:t>
            </a:r>
            <a:r>
              <a:rPr sz="3700" b="0">
                <a:solidFill>
                  <a:schemeClr val="tx1"/>
                </a:solidFill>
                <a:latin typeface="Times New Roman"/>
                <a:ea typeface="Times New Roman"/>
                <a:cs typeface="Times New Roman"/>
              </a:rPr>
              <a:t>: Synergizing Reasoning and Acting in Language Models[C]//International Conference on Learning Representations (ICLR). 2023.</a:t>
            </a:r>
          </a:p>
          <a:p xmlns:a="http://schemas.openxmlformats.org/drawingml/2006/main">
            <a:pPr>
              <a:buNone/>
            </a:pPr>
            <a:r>
              <a:rPr sz="3700" b="0">
                <a:solidFill>
                  <a:schemeClr val="tx1"/>
                </a:solidFill>
                <a:latin typeface="Times New Roman"/>
                <a:ea typeface="Times New Roman"/>
                <a:cs typeface="Times New Roman"/>
              </a:rPr>
              <a:t>Shinn N, Cassano F, Gopinath A, et al. </a:t>
            </a:r>
            <a:r>
              <a:rPr sz="3700" b="0">
                <a:solidFill>
                  <a:schemeClr val="tx1"/>
                </a:solidFill>
                <a:latin typeface="Times New Roman"/>
                <a:ea typeface="Times New Roman"/>
                <a:cs typeface="Times New Roman"/>
              </a:rPr>
              <a:t>Reflexion</a:t>
            </a:r>
            <a:r>
              <a:rPr sz="3700" b="0">
                <a:solidFill>
                  <a:schemeClr val="tx1"/>
                </a:solidFill>
                <a:latin typeface="Times New Roman"/>
                <a:ea typeface="Times New Roman"/>
                <a:cs typeface="Times New Roman"/>
              </a:rPr>
              <a:t>: Language agents with verbal reinforcement learning[J]. Advances in Neural Information Processing Systems, 2024, 36.</a:t>
            </a:r>
          </a:p>
          <a:p xmlns:a="http://schemas.openxmlformats.org/drawingml/2006/main">
            <a:pPr>
              <a:buNone/>
            </a:pPr>
            <a:r>
              <a:rPr sz="3700" b="0">
                <a:solidFill>
                  <a:schemeClr val="tx1"/>
                </a:solidFill>
                <a:latin typeface="Times New Roman"/>
                <a:ea typeface="Times New Roman"/>
                <a:cs typeface="Times New Roman"/>
              </a:rPr>
              <a:t>Miao N, </a:t>
            </a:r>
            <a:r>
              <a:rPr sz="3700" b="0">
                <a:solidFill>
                  <a:schemeClr val="tx1"/>
                </a:solidFill>
                <a:latin typeface="Times New Roman"/>
                <a:ea typeface="Times New Roman"/>
                <a:cs typeface="Times New Roman"/>
              </a:rPr>
              <a:t>Teh</a:t>
            </a:r>
            <a:r>
              <a:rPr sz="3700" b="0">
                <a:solidFill>
                  <a:schemeClr val="tx1"/>
                </a:solidFill>
                <a:latin typeface="Times New Roman"/>
                <a:ea typeface="Times New Roman"/>
                <a:cs typeface="Times New Roman"/>
              </a:rPr>
              <a:t> Y W, </a:t>
            </a:r>
            <a:r>
              <a:rPr sz="3700" b="0">
                <a:solidFill>
                  <a:schemeClr val="tx1"/>
                </a:solidFill>
                <a:latin typeface="Times New Roman"/>
                <a:ea typeface="Times New Roman"/>
                <a:cs typeface="Times New Roman"/>
              </a:rPr>
              <a:t>Rainforth</a:t>
            </a:r>
            <a:r>
              <a:rPr sz="3700" b="0">
                <a:solidFill>
                  <a:schemeClr val="tx1"/>
                </a:solidFill>
                <a:latin typeface="Times New Roman"/>
                <a:ea typeface="Times New Roman"/>
                <a:cs typeface="Times New Roman"/>
              </a:rPr>
              <a:t> T. </a:t>
            </a:r>
            <a:r>
              <a:rPr sz="3700" b="0">
                <a:solidFill>
                  <a:schemeClr val="tx1"/>
                </a:solidFill>
                <a:latin typeface="Times New Roman"/>
                <a:ea typeface="Times New Roman"/>
                <a:cs typeface="Times New Roman"/>
              </a:rPr>
              <a:t>SelfCheck</a:t>
            </a:r>
            <a:r>
              <a:rPr sz="3700" b="0">
                <a:solidFill>
                  <a:schemeClr val="tx1"/>
                </a:solidFill>
                <a:latin typeface="Times New Roman"/>
                <a:ea typeface="Times New Roman"/>
                <a:cs typeface="Times New Roman"/>
              </a:rPr>
              <a:t>: Using LLMs to Zero-Shot Check Their Own Step-by-Step Reasoning[C]//The Twelfth International Conference on Learning Representations.</a:t>
            </a:r>
          </a:p>
          <a:p xmlns:a="http://schemas.openxmlformats.org/drawingml/2006/main">
            <a:pPr>
              <a:buNone/>
            </a:pPr>
            <a:r>
              <a:rPr sz="3700" b="0">
                <a:solidFill>
                  <a:schemeClr val="tx1"/>
                </a:solidFill>
                <a:latin typeface="Times New Roman"/>
                <a:ea typeface="Times New Roman"/>
                <a:cs typeface="Times New Roman"/>
              </a:rPr>
              <a:t>Zhao A, Huang D, Xu Q, et al. Expel: </a:t>
            </a:r>
            <a:r>
              <a:rPr sz="3700" b="0">
                <a:solidFill>
                  <a:schemeClr val="tx1"/>
                </a:solidFill>
                <a:latin typeface="Times New Roman"/>
                <a:ea typeface="Times New Roman"/>
                <a:cs typeface="Times New Roman"/>
              </a:rPr>
              <a:t>Llm</a:t>
            </a:r>
            <a:r>
              <a:rPr sz="3700" b="0">
                <a:solidFill>
                  <a:schemeClr val="tx1"/>
                </a:solidFill>
                <a:latin typeface="Times New Roman"/>
                <a:ea typeface="Times New Roman"/>
                <a:cs typeface="Times New Roman"/>
              </a:rPr>
              <a:t> agents are experiential learners[C]//Proceedings of the AAAI Conference on Artificial Intelligence. 2024, 38(17): 19632-19642.</a:t>
            </a:r>
          </a:p>
          <a:p xmlns:a="http://schemas.openxmlformats.org/drawingml/2006/main">
            <a:pPr>
              <a:buNone/>
            </a:pPr>
            <a:r>
              <a:rPr sz="3700" b="0">
                <a:solidFill>
                  <a:schemeClr val="tx1"/>
                </a:solidFill>
                <a:latin typeface="Times New Roman"/>
                <a:ea typeface="Times New Roman"/>
                <a:cs typeface="Times New Roman"/>
              </a:rPr>
              <a:t>Song Y, Yin D, Yue X, et al. Trial and error: Exploration-based trajectory optimization for </a:t>
            </a:r>
            <a:r>
              <a:rPr sz="3700" b="0">
                <a:solidFill>
                  <a:schemeClr val="tx1"/>
                </a:solidFill>
                <a:latin typeface="Times New Roman"/>
                <a:ea typeface="Times New Roman"/>
                <a:cs typeface="Times New Roman"/>
              </a:rPr>
              <a:t>llm</a:t>
            </a:r>
            <a:r>
              <a:rPr sz="3700" b="0">
                <a:solidFill>
                  <a:schemeClr val="tx1"/>
                </a:solidFill>
                <a:latin typeface="Times New Roman"/>
                <a:ea typeface="Times New Roman"/>
                <a:cs typeface="Times New Roman"/>
              </a:rPr>
              <a:t> agents[J]. </a:t>
            </a:r>
            <a:r>
              <a:rPr sz="3700" b="0">
                <a:solidFill>
                  <a:schemeClr val="tx1"/>
                </a:solidFill>
                <a:latin typeface="Times New Roman"/>
                <a:ea typeface="Times New Roman"/>
                <a:cs typeface="Times New Roman"/>
              </a:rPr>
              <a:t>arXiv</a:t>
            </a:r>
            <a:r>
              <a:rPr sz="3700" b="0">
                <a:solidFill>
                  <a:schemeClr val="tx1"/>
                </a:solidFill>
                <a:latin typeface="Times New Roman"/>
                <a:ea typeface="Times New Roman"/>
                <a:cs typeface="Times New Roman"/>
              </a:rPr>
              <a:t> preprint arXiv:2403.02502, 2024.</a:t>
            </a:r>
          </a:p>
          <a:p xmlns:a="http://schemas.openxmlformats.org/drawingml/2006/main">
            <a:pPr>
              <a:buNone/>
            </a:pPr>
            <a:r>
              <a:rPr sz="3700" b="0">
                <a:solidFill>
                  <a:schemeClr val="tx1"/>
                </a:solidFill>
                <a:latin typeface="Times New Roman"/>
                <a:ea typeface="Times New Roman"/>
                <a:cs typeface="Times New Roman"/>
              </a:rPr>
              <a:t>Tworkowski</a:t>
            </a:r>
            <a:r>
              <a:rPr sz="3700" b="0">
                <a:solidFill>
                  <a:schemeClr val="tx1"/>
                </a:solidFill>
                <a:latin typeface="Times New Roman"/>
                <a:ea typeface="Times New Roman"/>
                <a:cs typeface="Times New Roman"/>
              </a:rPr>
              <a:t> S, </a:t>
            </a:r>
            <a:r>
              <a:rPr sz="3700" b="0">
                <a:solidFill>
                  <a:schemeClr val="tx1"/>
                </a:solidFill>
                <a:latin typeface="Times New Roman"/>
                <a:ea typeface="Times New Roman"/>
                <a:cs typeface="Times New Roman"/>
              </a:rPr>
              <a:t>Staniszewski</a:t>
            </a:r>
            <a:r>
              <a:rPr sz="3700" b="0">
                <a:solidFill>
                  <a:schemeClr val="tx1"/>
                </a:solidFill>
                <a:latin typeface="Times New Roman"/>
                <a:ea typeface="Times New Roman"/>
                <a:cs typeface="Times New Roman"/>
              </a:rPr>
              <a:t> K, </a:t>
            </a:r>
            <a:r>
              <a:rPr sz="3700" b="0">
                <a:solidFill>
                  <a:schemeClr val="tx1"/>
                </a:solidFill>
                <a:latin typeface="Times New Roman"/>
                <a:ea typeface="Times New Roman"/>
                <a:cs typeface="Times New Roman"/>
              </a:rPr>
              <a:t>Pacek</a:t>
            </a:r>
            <a:r>
              <a:rPr sz="3700" b="0">
                <a:solidFill>
                  <a:schemeClr val="tx1"/>
                </a:solidFill>
                <a:latin typeface="Times New Roman"/>
                <a:ea typeface="Times New Roman"/>
                <a:cs typeface="Times New Roman"/>
              </a:rPr>
              <a:t> M, et al. Focused transformer: Contrastive training for context scaling[J]. Advances in Neural Information Processing Systems, 2024, 36.</a:t>
            </a:r>
          </a:p>
          <a:p xmlns:a="http://schemas.openxmlformats.org/drawingml/2006/main"/>
        </p:txBody>
      </p:sp>
    </p:spTree>
    <p:extLst>
      <p:ext uri="{BB962C8B-B14F-4D97-AF65-F5344CB8AC3E}">
        <p14:creationId xmlns:p14="http://schemas.microsoft.com/office/powerpoint/2010/main" val="250229727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14167849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7BCBEFB6-3958-41E8-A3F8-60A8F21F06CA}"/>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框架</a:t>
            </a:r>
          </a:p>
        </p:txBody>
      </p:sp>
      <p:sp>
        <p:nvSpPr>
          <p:cNvPr id="3" name="文本占位符 2">
            <a:extLst xmlns:a="http://schemas.openxmlformats.org/drawingml/2006/main">
              <a:ext uri="{FF2B5EF4-FFF2-40B4-BE49-F238E27FC236}">
                <a16:creationId xmlns:a16="http://schemas.microsoft.com/office/drawing/2014/main" id="{14684144-E86B-4A8F-945B-5801C3D8C688}"/>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12</a:t>
            </a:r>
          </a:p>
        </p:txBody>
      </p:sp>
      <p:sp>
        <p:nvSpPr>
          <p:cNvPr id="4" name="内容占位符 3">
            <a:extLst xmlns:a="http://schemas.openxmlformats.org/drawingml/2006/main">
              <a:ext uri="{FF2B5EF4-FFF2-40B4-BE49-F238E27FC236}">
                <a16:creationId xmlns:a16="http://schemas.microsoft.com/office/drawing/2014/main" id="{6364CF01-8662-4301-BCAF-36E655BB15AB}"/>
              </a:ext>
            </a:extLst>
          </p:cNvPr>
          <p:cNvSpPr>
            <a:spLocks xmlns:a="http://schemas.openxmlformats.org/drawingml/2006/main" noGrp="1"/>
          </p:cNvSpPr>
          <p:nvPr>
            <p:ph idx="13"/>
          </p:nvPr>
        </p:nvSpPr>
        <p:spPr>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a:lstStyle xmlns:a="http://schemas.openxmlformats.org/drawingml/2006/main"/>
          <a:p xmlns:a="http://schemas.openxmlformats.org/drawingml/2006/main">
            <a:pPr marL="0" indent="0">
              <a:buNone/>
            </a:pPr>
            <a:r>
              <a:t> </a:t>
            </a:r>
          </a:p>
        </p:txBody>
      </p:sp>
      <p:pic>
        <p:nvPicPr>
          <p:cNvPr id="9" name="图片 31"/>
          <p:cNvPicPr>
            <a:picLocks xmlns:a="http://schemas.openxmlformats.org/drawingml/2006/main" noChangeAspect="1"/>
          </p:cNvPicPr>
          <p:nvPr/>
        </p:nvPicPr>
        <p:blipFill>
          <a:blip xmlns:r="http://schemas.openxmlformats.org/officeDocument/2006/relationships" xmlns:a="http://schemas.openxmlformats.org/drawingml/2006/main" r:embed="Rbfed0a8a032c4d93"/>
          <a:stretch xmlns:a="http://schemas.openxmlformats.org/drawingml/2006/main">
            <a:fillRect l="0" t="0" r="0" b="0"/>
          </a:stretch>
        </p:blipFill>
        <p:spPr>
          <a:xfrm xmlns:a="http://schemas.openxmlformats.org/drawingml/2006/main">
            <a:off x="396240" y="1519724"/>
            <a:ext cx="8485277" cy="4328941"/>
          </a:xfrm>
          <a:prstGeom xmlns:a="http://schemas.openxmlformats.org/drawingml/2006/main" prst="rect">
            <a:avLst/>
          </a:prstGeom>
        </p:spPr>
      </p:pic>
    </p:spTree>
    <p:extLst>
      <p:ext uri="{BB962C8B-B14F-4D97-AF65-F5344CB8AC3E}">
        <p14:creationId xmlns:p14="http://schemas.microsoft.com/office/powerpoint/2010/main" val="137351840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11722733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33E4D42C-54D6-423F-998B-679E14BE6BA1}"/>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研究内容</a:t>
            </a:r>
            <a:r>
              <a:t>1</a:t>
            </a:r>
            <a:r>
              <a:t>：</a:t>
            </a:r>
            <a:r>
              <a:rPr b="1">
                <a:latin typeface="Times New Roman"/>
                <a:ea typeface="Times New Roman"/>
                <a:cs typeface="Times New Roman"/>
              </a:rPr>
              <a:t>视觉环境感知</a:t>
            </a:r>
          </a:p>
        </p:txBody>
      </p:sp>
      <p:sp>
        <p:nvSpPr>
          <p:cNvPr id="3" name="文本占位符 2">
            <a:extLst xmlns:a="http://schemas.openxmlformats.org/drawingml/2006/main">
              <a:ext uri="{FF2B5EF4-FFF2-40B4-BE49-F238E27FC236}">
                <a16:creationId xmlns:a16="http://schemas.microsoft.com/office/drawing/2014/main" id="{DCA8021A-D164-41C6-A03B-2CAD04A9420D}"/>
              </a:ext>
            </a:extLst>
          </p:cNvPr>
          <p:cNvSpPr>
            <a:spLocks xmlns:a="http://schemas.openxmlformats.org/drawingml/2006/main" noGrp="1"/>
          </p:cNvSpPr>
          <p:nvPr>
            <p:ph type="body" idx="12"/>
          </p:nvPr>
        </p:nvSpPr>
        <p:spPr>
          <a:xfrm xmlns:a="http://schemas.openxmlformats.org/drawingml/2006/main">
            <a:off x="7086600" y="6564878"/>
            <a:ext cx="2057400" cy="292196"/>
          </a:xfrm>
        </p:spPr>
        <p:txBody>
          <a:bodyPr xmlns:a="http://schemas.openxmlformats.org/drawingml/2006/main"/>
          <a:lstStyle xmlns:a="http://schemas.openxmlformats.org/drawingml/2006/main"/>
          <a:p xmlns:a="http://schemas.openxmlformats.org/drawingml/2006/main">
            <a:r>
              <a:t>13</a:t>
            </a:r>
          </a:p>
        </p:txBody>
      </p:sp>
      <p:sp>
        <p:nvSpPr>
          <p:cNvPr id="4" name="内容占位符 3">
            <a:extLst xmlns:a="http://schemas.openxmlformats.org/drawingml/2006/main">
              <a:ext uri="{FF2B5EF4-FFF2-40B4-BE49-F238E27FC236}">
                <a16:creationId xmlns:a16="http://schemas.microsoft.com/office/drawing/2014/main" id="{A1C28E26-2E48-4A23-9B84-02968DD3E952}"/>
              </a:ext>
            </a:extLst>
          </p:cNvPr>
          <p:cNvSpPr>
            <a:spLocks xmlns:a="http://schemas.openxmlformats.org/drawingml/2006/main" noGrp="1"/>
          </p:cNvSpPr>
          <p:nvPr>
            <p:ph idx="13"/>
          </p:nvPr>
        </p:nvSpPr>
        <p:spPr>
          <a:xfrm xmlns:a="http://schemas.openxmlformats.org/drawingml/2006/main">
            <a:off x="396240" y="1209296"/>
            <a:ext cx="8415212" cy="5526714"/>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rPr sz="1800">
                <a:latin typeface="Times New Roman"/>
                <a:ea typeface="Times New Roman"/>
                <a:cs typeface="Times New Roman"/>
              </a:rPr>
              <a:t>提取图像中的语义表示</a:t>
            </a:r>
          </a:p>
          <a:p xmlns:a="http://schemas.openxmlformats.org/drawingml/2006/main">
            <a:pPr>
              <a:lnSpc>
                <a:spcPct val="150000"/>
              </a:lnSpc>
              <a:buNone/>
            </a:pPr>
            <a:r>
              <a:rPr sz="1600">
                <a:latin typeface="Times New Roman"/>
                <a:ea typeface="Times New Roman"/>
                <a:cs typeface="Times New Roman"/>
              </a:rPr>
              <a:t>通过场景图 </a:t>
            </a:r>
            <a:r>
              <a:rPr sz="1600">
                <a:latin typeface="Times New Roman"/>
                <a:ea typeface="Times New Roman"/>
                <a:cs typeface="Times New Roman"/>
              </a:rPr>
              <a:t>(Scene Graph) </a:t>
            </a:r>
            <a:r>
              <a:rPr sz="1600">
                <a:latin typeface="Times New Roman"/>
                <a:ea typeface="Times New Roman"/>
                <a:cs typeface="Times New Roman"/>
              </a:rPr>
              <a:t>来捕获图像底层核心语义表示，同时过滤背景信息</a:t>
            </a:r>
          </a:p>
          <a:p xmlns:a="http://schemas.openxmlformats.org/drawingml/2006/main">
            <a:pPr>
              <a:lnSpc>
                <a:spcPct val="150000"/>
              </a:lnSpc>
              <a:buNone/>
            </a:pPr>
            <a:r>
              <a:rPr sz="1800">
                <a:latin typeface="Times New Roman"/>
                <a:ea typeface="Times New Roman"/>
                <a:cs typeface="Times New Roman"/>
              </a:rPr>
              <a:t>通过多模态指令数据集微调大语言模型</a:t>
            </a:r>
          </a:p>
          <a:p xmlns:a="http://schemas.openxmlformats.org/drawingml/2006/main">
            <a:pPr>
              <a:lnSpc>
                <a:spcPct val="150000"/>
              </a:lnSpc>
              <a:buNone/>
            </a:pPr>
            <a:r>
              <a:rPr sz="1800">
                <a:latin typeface="Times New Roman"/>
                <a:ea typeface="Times New Roman"/>
                <a:cs typeface="Times New Roman"/>
              </a:rPr>
              <a:t>通过思维链的方式获取多尺度环境理解</a:t>
            </a:r>
          </a:p>
          <a:p xmlns:a="http://schemas.openxmlformats.org/drawingml/2006/main">
            <a:pPr marL="0" indent="0">
              <a:lnSpc>
                <a:spcPct val="150000"/>
              </a:lnSpc>
              <a:buNone/>
            </a:pPr>
          </a:p>
        </p:txBody>
      </p:sp>
      <p:sp>
        <p:nvSpPr>
          <p:cNvPr id="20" name="文本框 19">
            <a:extLst xmlns:a="http://schemas.openxmlformats.org/drawingml/2006/main">
              <a:ext uri="{FF2B5EF4-FFF2-40B4-BE49-F238E27FC236}">
                <a16:creationId xmlns:a16="http://schemas.microsoft.com/office/drawing/2014/main" id="{09474166-5EC5-C169-7AEF-EEF2C2389A25}"/>
              </a:ext>
            </a:extLst>
          </p:cNvPr>
          <p:cNvSpPr>
            <a:spLocks xmlns:a="http://schemas.openxmlformats.org/drawingml/2006/main" noGrp="1"/>
          </p:cNvSpPr>
          <p:nvPr/>
        </p:nvSpPr>
        <p:spPr>
          <a:xfrm xmlns:a="http://schemas.openxmlformats.org/drawingml/2006/main">
            <a:off x="1037882" y="3222893"/>
            <a:ext cx="7291278"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latin typeface="Times New Roman"/>
                <a:ea typeface="Times New Roman"/>
                <a:cs typeface="Times New Roman"/>
              </a:rPr>
              <a:t>Task: Find </a:t>
            </a:r>
            <a:r>
              <a:rPr b="1">
                <a:solidFill>
                  <a:srgbClr val="C00000"/>
                </a:solidFill>
                <a:latin typeface="Times New Roman"/>
                <a:ea typeface="Times New Roman"/>
                <a:cs typeface="Times New Roman"/>
              </a:rPr>
              <a:t>pig</a:t>
            </a:r>
            <a:r>
              <a:rPr b="1">
                <a:latin typeface="Times New Roman"/>
                <a:ea typeface="Times New Roman"/>
                <a:cs typeface="Times New Roman"/>
              </a:rPr>
              <a:t> with a wooden sword during the </a:t>
            </a:r>
            <a:r>
              <a:rPr b="1">
                <a:solidFill>
                  <a:srgbClr val="C00000"/>
                </a:solidFill>
                <a:latin typeface="Times New Roman"/>
                <a:ea typeface="Times New Roman"/>
                <a:cs typeface="Times New Roman"/>
              </a:rPr>
              <a:t>daytime</a:t>
            </a:r>
            <a:r>
              <a:rPr b="1">
                <a:latin typeface="Times New Roman"/>
                <a:ea typeface="Times New Roman"/>
                <a:cs typeface="Times New Roman"/>
              </a:rPr>
              <a:t> near the </a:t>
            </a:r>
            <a:r>
              <a:rPr b="1">
                <a:solidFill>
                  <a:srgbClr val="C00000"/>
                </a:solidFill>
                <a:latin typeface="Times New Roman"/>
                <a:ea typeface="Times New Roman"/>
                <a:cs typeface="Times New Roman"/>
              </a:rPr>
              <a:t>water</a:t>
            </a:r>
            <a:r>
              <a:rPr b="1">
                <a:latin typeface="Times New Roman"/>
                <a:ea typeface="Times New Roman"/>
                <a:cs typeface="Times New Roman"/>
              </a:rPr>
              <a:t> with </a:t>
            </a:r>
            <a:r>
              <a:rPr b="1">
                <a:solidFill>
                  <a:srgbClr val="C00000"/>
                </a:solidFill>
                <a:latin typeface="Times New Roman"/>
                <a:ea typeface="Times New Roman"/>
                <a:cs typeface="Times New Roman"/>
              </a:rPr>
              <a:t>grass</a:t>
            </a:r>
            <a:r>
              <a:rPr b="1">
                <a:latin typeface="Times New Roman"/>
                <a:ea typeface="Times New Roman"/>
                <a:cs typeface="Times New Roman"/>
              </a:rPr>
              <a:t> next to it </a:t>
            </a:r>
          </a:p>
        </p:txBody>
      </p:sp>
      <p:pic>
        <p:nvPicPr>
          <p:cNvPr id="72" name="图片 48"/>
          <p:cNvPicPr>
            <a:picLocks xmlns:a="http://schemas.openxmlformats.org/drawingml/2006/main" noChangeAspect="1"/>
          </p:cNvPicPr>
          <p:nvPr/>
        </p:nvPicPr>
        <p:blipFill>
          <a:blip xmlns:r="http://schemas.openxmlformats.org/officeDocument/2006/relationships" xmlns:a="http://schemas.openxmlformats.org/drawingml/2006/main" r:embed="Rc65fe8cfe89645c4"/>
          <a:stretch xmlns:a="http://schemas.openxmlformats.org/drawingml/2006/main">
            <a:fillRect l="0" t="0" r="0" b="0"/>
          </a:stretch>
        </p:blipFill>
        <p:spPr>
          <a:xfrm xmlns:a="http://schemas.openxmlformats.org/drawingml/2006/main">
            <a:off x="746209" y="4811149"/>
            <a:ext cx="1561057" cy="943756"/>
          </a:xfrm>
          <a:prstGeom xmlns:a="http://schemas.openxmlformats.org/drawingml/2006/main" prst="rect">
            <a:avLst/>
          </a:prstGeom>
        </p:spPr>
      </p:pic>
      <p:pic>
        <p:nvPicPr>
          <p:cNvPr id="73" name="图片 50"/>
          <p:cNvPicPr>
            <a:picLocks xmlns:a="http://schemas.openxmlformats.org/drawingml/2006/main" noChangeAspect="1"/>
          </p:cNvPicPr>
          <p:nvPr/>
        </p:nvPicPr>
        <p:blipFill>
          <a:blip xmlns:r="http://schemas.openxmlformats.org/officeDocument/2006/relationships" xmlns:a="http://schemas.openxmlformats.org/drawingml/2006/main" r:embed="R2f3acf3666604163"/>
          <a:stretch xmlns:a="http://schemas.openxmlformats.org/drawingml/2006/main">
            <a:fillRect l="0" t="0" r="0" b="0"/>
          </a:stretch>
        </p:blipFill>
        <p:spPr>
          <a:xfrm xmlns:a="http://schemas.openxmlformats.org/drawingml/2006/main">
            <a:off x="2851631" y="4866784"/>
            <a:ext cx="1510660" cy="884146"/>
          </a:xfrm>
          <a:prstGeom xmlns:a="http://schemas.openxmlformats.org/drawingml/2006/main" prst="rect">
            <a:avLst/>
          </a:prstGeom>
        </p:spPr>
      </p:pic>
      <p:pic>
        <p:nvPicPr>
          <p:cNvPr id="74" name="图片 52"/>
          <p:cNvPicPr>
            <a:picLocks xmlns:a="http://schemas.openxmlformats.org/drawingml/2006/main" noChangeAspect="1"/>
          </p:cNvPicPr>
          <p:nvPr/>
        </p:nvPicPr>
        <p:blipFill>
          <a:blip xmlns:r="http://schemas.openxmlformats.org/officeDocument/2006/relationships" xmlns:a="http://schemas.openxmlformats.org/drawingml/2006/main" r:embed="R7644b7c5164b4c67"/>
          <a:stretch xmlns:a="http://schemas.openxmlformats.org/drawingml/2006/main">
            <a:fillRect l="0" t="0" r="0" b="0"/>
          </a:stretch>
        </p:blipFill>
        <p:spPr>
          <a:xfrm xmlns:a="http://schemas.openxmlformats.org/drawingml/2006/main">
            <a:off x="4955704" y="4885551"/>
            <a:ext cx="1510660" cy="894776"/>
          </a:xfrm>
          <a:prstGeom xmlns:a="http://schemas.openxmlformats.org/drawingml/2006/main" prst="rect">
            <a:avLst/>
          </a:prstGeom>
        </p:spPr>
      </p:pic>
      <p:pic>
        <p:nvPicPr>
          <p:cNvPr id="75" name="图片 54"/>
          <p:cNvPicPr>
            <a:picLocks xmlns:a="http://schemas.openxmlformats.org/drawingml/2006/main" noChangeAspect="1"/>
          </p:cNvPicPr>
          <p:nvPr/>
        </p:nvPicPr>
        <p:blipFill>
          <a:blip xmlns:r="http://schemas.openxmlformats.org/officeDocument/2006/relationships" xmlns:a="http://schemas.openxmlformats.org/drawingml/2006/main" r:embed="R64c2e7f507294ac4"/>
          <a:stretch xmlns:a="http://schemas.openxmlformats.org/drawingml/2006/main">
            <a:fillRect l="0" t="0" r="0" b="0"/>
          </a:stretch>
        </p:blipFill>
        <p:spPr>
          <a:xfrm xmlns:a="http://schemas.openxmlformats.org/drawingml/2006/main">
            <a:off x="7059778" y="4834514"/>
            <a:ext cx="1561057" cy="897025"/>
          </a:xfrm>
          <a:prstGeom xmlns:a="http://schemas.openxmlformats.org/drawingml/2006/main" prst="rect">
            <a:avLst/>
          </a:prstGeom>
        </p:spPr>
      </p:pic>
      <p:sp>
        <p:nvSpPr>
          <p:cNvPr id="56" name="文本框 55">
            <a:extLst xmlns:a="http://schemas.openxmlformats.org/drawingml/2006/main">
              <a:ext uri="{FF2B5EF4-FFF2-40B4-BE49-F238E27FC236}">
                <a16:creationId xmlns:a16="http://schemas.microsoft.com/office/drawing/2014/main" id="{2439366C-D8AB-D1FF-AB19-BFB3B597D98B}"/>
              </a:ext>
            </a:extLst>
          </p:cNvPr>
          <p:cNvSpPr>
            <a:spLocks xmlns:a="http://schemas.openxmlformats.org/drawingml/2006/main" noGrp="1"/>
          </p:cNvSpPr>
          <p:nvPr/>
        </p:nvSpPr>
        <p:spPr>
          <a:xfrm xmlns:a="http://schemas.openxmlformats.org/drawingml/2006/main">
            <a:off x="746209" y="3747897"/>
            <a:ext cx="188532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Question </a:t>
            </a:r>
          </a:p>
          <a:p xmlns:a="http://schemas.openxmlformats.org/drawingml/2006/main">
            <a:r>
              <a:rPr sz="1200">
                <a:latin typeface="Times New Roman"/>
                <a:ea typeface="Times New Roman"/>
                <a:cs typeface="Times New Roman"/>
              </a:rPr>
              <a:t>What types of Minecraft mobs is this &lt;image&gt; showing?</a:t>
            </a:r>
          </a:p>
        </p:txBody>
      </p:sp>
      <p:sp>
        <p:nvSpPr>
          <p:cNvPr id="57" name="文本框 56">
            <a:extLst xmlns:a="http://schemas.openxmlformats.org/drawingml/2006/main">
              <a:ext uri="{FF2B5EF4-FFF2-40B4-BE49-F238E27FC236}">
                <a16:creationId xmlns:a16="http://schemas.microsoft.com/office/drawing/2014/main" id="{C1277F89-EBE4-8C6A-63DB-670C7B5B4C11}"/>
              </a:ext>
            </a:extLst>
          </p:cNvPr>
          <p:cNvSpPr>
            <a:spLocks xmlns:a="http://schemas.openxmlformats.org/drawingml/2006/main" noGrp="1"/>
          </p:cNvSpPr>
          <p:nvPr/>
        </p:nvSpPr>
        <p:spPr>
          <a:xfrm xmlns:a="http://schemas.openxmlformats.org/drawingml/2006/main">
            <a:off x="2851631" y="3742581"/>
            <a:ext cx="1885320" cy="86177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Question </a:t>
            </a:r>
          </a:p>
          <a:p xmlns:a="http://schemas.openxmlformats.org/drawingml/2006/main">
            <a:r>
              <a:rPr sz="1200">
                <a:latin typeface="Times New Roman"/>
                <a:ea typeface="Times New Roman"/>
                <a:cs typeface="Times New Roman"/>
              </a:rPr>
              <a:t>What types of blocks are shown in the given &lt;image&gt; ?</a:t>
            </a:r>
          </a:p>
        </p:txBody>
      </p:sp>
      <p:sp>
        <p:nvSpPr>
          <p:cNvPr id="59" name="文本框 58">
            <a:extLst xmlns:a="http://schemas.openxmlformats.org/drawingml/2006/main">
              <a:ext uri="{FF2B5EF4-FFF2-40B4-BE49-F238E27FC236}">
                <a16:creationId xmlns:a16="http://schemas.microsoft.com/office/drawing/2014/main" id="{5549D327-0A49-8032-797B-282AFA7C52EF}"/>
              </a:ext>
            </a:extLst>
          </p:cNvPr>
          <p:cNvSpPr>
            <a:spLocks xmlns:a="http://schemas.openxmlformats.org/drawingml/2006/main" noGrp="1"/>
          </p:cNvSpPr>
          <p:nvPr/>
        </p:nvSpPr>
        <p:spPr>
          <a:xfrm xmlns:a="http://schemas.openxmlformats.org/drawingml/2006/main">
            <a:off x="4868618" y="3710428"/>
            <a:ext cx="1805143" cy="815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Question  </a:t>
            </a:r>
          </a:p>
          <a:p xmlns:a="http://schemas.openxmlformats.org/drawingml/2006/main">
            <a:r>
              <a:rPr sz="1100">
                <a:latin typeface="Times New Roman"/>
                <a:ea typeface="Times New Roman"/>
                <a:cs typeface="Times New Roman"/>
              </a:rPr>
              <a:t>What time of day does the &lt;image&gt; depict in the Minecraft world?</a:t>
            </a:r>
          </a:p>
        </p:txBody>
      </p:sp>
      <p:sp>
        <p:nvSpPr>
          <p:cNvPr id="60" name="文本框 59">
            <a:extLst xmlns:a="http://schemas.openxmlformats.org/drawingml/2006/main">
              <a:ext uri="{FF2B5EF4-FFF2-40B4-BE49-F238E27FC236}">
                <a16:creationId xmlns:a16="http://schemas.microsoft.com/office/drawing/2014/main" id="{5C69CA02-9CDE-FFD9-CDCB-B0C6975A361F}"/>
              </a:ext>
            </a:extLst>
          </p:cNvPr>
          <p:cNvSpPr>
            <a:spLocks xmlns:a="http://schemas.openxmlformats.org/drawingml/2006/main" noGrp="1"/>
          </p:cNvSpPr>
          <p:nvPr/>
        </p:nvSpPr>
        <p:spPr>
          <a:xfrm xmlns:a="http://schemas.openxmlformats.org/drawingml/2006/main">
            <a:off x="7006309" y="3710428"/>
            <a:ext cx="1805143" cy="81560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Times New Roman"/>
                <a:ea typeface="Times New Roman"/>
                <a:cs typeface="Times New Roman"/>
              </a:rPr>
              <a:t>Question  </a:t>
            </a:r>
          </a:p>
          <a:p xmlns:a="http://schemas.openxmlformats.org/drawingml/2006/main">
            <a:r>
              <a:rPr sz="1100">
                <a:latin typeface="Times New Roman"/>
                <a:ea typeface="Times New Roman"/>
                <a:cs typeface="Times New Roman"/>
              </a:rPr>
              <a:t>What </a:t>
            </a:r>
            <a:r>
              <a:rPr sz="1100">
                <a:latin typeface="Times New Roman"/>
                <a:ea typeface="Times New Roman"/>
                <a:cs typeface="Times New Roman"/>
              </a:rPr>
              <a:t>relatinship</a:t>
            </a:r>
            <a:r>
              <a:rPr sz="1100">
                <a:latin typeface="Times New Roman"/>
                <a:ea typeface="Times New Roman"/>
                <a:cs typeface="Times New Roman"/>
              </a:rPr>
              <a:t> does the &lt;image&gt; depict </a:t>
            </a:r>
            <a:r>
              <a:rPr sz="1100">
                <a:latin typeface="Times New Roman"/>
                <a:ea typeface="Times New Roman"/>
                <a:cs typeface="Times New Roman"/>
              </a:rPr>
              <a:t>using</a:t>
            </a:r>
            <a:r>
              <a:rPr sz="1100">
                <a:latin typeface="Times New Roman"/>
                <a:ea typeface="Times New Roman"/>
                <a:cs typeface="Times New Roman"/>
              </a:rPr>
              <a:t> </a:t>
            </a:r>
            <a:r>
              <a:rPr sz="1100">
                <a:latin typeface="Times New Roman"/>
                <a:ea typeface="Times New Roman"/>
                <a:cs typeface="Times New Roman"/>
              </a:rPr>
              <a:t>scene</a:t>
            </a:r>
          </a:p>
          <a:p xmlns:a="http://schemas.openxmlformats.org/drawingml/2006/main">
            <a:r>
              <a:rPr sz="1100">
                <a:latin typeface="Times New Roman"/>
                <a:ea typeface="Times New Roman"/>
                <a:cs typeface="Times New Roman"/>
              </a:rPr>
              <a:t>graph</a:t>
            </a:r>
            <a:r>
              <a:rPr sz="1100">
                <a:latin typeface="Times New Roman"/>
                <a:ea typeface="Times New Roman"/>
                <a:cs typeface="Times New Roman"/>
              </a:rPr>
              <a:t>?</a:t>
            </a:r>
          </a:p>
        </p:txBody>
      </p:sp>
      <p:sp>
        <p:nvSpPr>
          <p:cNvPr id="61" name="箭头: 右 60">
            <a:extLst xmlns:a="http://schemas.openxmlformats.org/drawingml/2006/main">
              <a:ext uri="{FF2B5EF4-FFF2-40B4-BE49-F238E27FC236}">
                <a16:creationId xmlns:a16="http://schemas.microsoft.com/office/drawing/2014/main" id="{3621F117-8FDA-72C3-E86A-6C9F8086AC39}"/>
              </a:ext>
            </a:extLst>
          </p:cNvPr>
          <p:cNvSpPr>
            <a:spLocks xmlns:a="http://schemas.openxmlformats.org/drawingml/2006/main" noGrp="1"/>
          </p:cNvSpPr>
          <p:nvPr/>
        </p:nvSpPr>
        <p:spPr>
          <a:xfrm xmlns:a="http://schemas.openxmlformats.org/drawingml/2006/main">
            <a:off x="2464418" y="5110997"/>
            <a:ext cx="292395" cy="388088"/>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2" name="箭头: 右 61">
            <a:extLst xmlns:a="http://schemas.openxmlformats.org/drawingml/2006/main">
              <a:ext uri="{FF2B5EF4-FFF2-40B4-BE49-F238E27FC236}">
                <a16:creationId xmlns:a16="http://schemas.microsoft.com/office/drawing/2014/main" id="{F145F296-820B-49A5-1DDD-15F4C94507BE}"/>
              </a:ext>
            </a:extLst>
          </p:cNvPr>
          <p:cNvSpPr>
            <a:spLocks xmlns:a="http://schemas.openxmlformats.org/drawingml/2006/main" noGrp="1"/>
          </p:cNvSpPr>
          <p:nvPr/>
        </p:nvSpPr>
        <p:spPr>
          <a:xfrm xmlns:a="http://schemas.openxmlformats.org/drawingml/2006/main">
            <a:off x="4537324" y="5129975"/>
            <a:ext cx="292395" cy="388088"/>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箭头: 右 62">
            <a:extLst xmlns:a="http://schemas.openxmlformats.org/drawingml/2006/main">
              <a:ext uri="{FF2B5EF4-FFF2-40B4-BE49-F238E27FC236}">
                <a16:creationId xmlns:a16="http://schemas.microsoft.com/office/drawing/2014/main" id="{2B51BF02-802F-24B0-DBB7-402F494396A9}"/>
              </a:ext>
            </a:extLst>
          </p:cNvPr>
          <p:cNvSpPr>
            <a:spLocks xmlns:a="http://schemas.openxmlformats.org/drawingml/2006/main" noGrp="1"/>
          </p:cNvSpPr>
          <p:nvPr/>
        </p:nvSpPr>
        <p:spPr>
          <a:xfrm xmlns:a="http://schemas.openxmlformats.org/drawingml/2006/main">
            <a:off x="6678491" y="5138895"/>
            <a:ext cx="292395" cy="388088"/>
          </a:xfrm>
          <a:prstGeom xmlns:a="http://schemas.openxmlformats.org/drawingml/2006/main" prst="rightArrow">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88265727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7A09281B-41A1-45CD-AB59-E9242920DDC6}"/>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研究内容</a:t>
            </a:r>
            <a:r>
              <a:rPr>
                <a:latin typeface="微软雅黑"/>
                <a:ea typeface="微软雅黑"/>
                <a:cs typeface="微软雅黑"/>
              </a:rPr>
              <a:t>2</a:t>
            </a:r>
            <a:r>
              <a:rPr>
                <a:latin typeface="微软雅黑"/>
                <a:ea typeface="微软雅黑"/>
                <a:cs typeface="微软雅黑"/>
              </a:rPr>
              <a:t>：任务认知以及行为决策</a:t>
            </a:r>
          </a:p>
        </p:txBody>
      </p:sp>
      <p:sp>
        <p:nvSpPr>
          <p:cNvPr id="3" name="文本占位符 2">
            <a:extLst xmlns:a="http://schemas.openxmlformats.org/drawingml/2006/main">
              <a:ext uri="{FF2B5EF4-FFF2-40B4-BE49-F238E27FC236}">
                <a16:creationId xmlns:a16="http://schemas.microsoft.com/office/drawing/2014/main" id="{4560A46C-0FB6-4D92-A405-DC1C23354C5A}"/>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14</a:t>
            </a:r>
          </a:p>
        </p:txBody>
      </p:sp>
      <p:sp>
        <p:nvSpPr>
          <p:cNvPr id="4" name="内容占位符 3">
            <a:extLst xmlns:a="http://schemas.openxmlformats.org/drawingml/2006/main">
              <a:ext uri="{FF2B5EF4-FFF2-40B4-BE49-F238E27FC236}">
                <a16:creationId xmlns:a16="http://schemas.microsoft.com/office/drawing/2014/main" id="{94F78CA9-DA4E-465B-AC4B-CB1960473BAE}"/>
              </a:ext>
            </a:extLst>
          </p:cNvPr>
          <p:cNvSpPr>
            <a:spLocks xmlns:a="http://schemas.openxmlformats.org/drawingml/2006/main" noGrp="1"/>
          </p:cNvSpPr>
          <p:nvPr>
            <p:ph idx="13"/>
          </p:nvPr>
        </p:nvSpPr>
        <p:spPr>
          <a:xfrm xmlns:a="http://schemas.openxmlformats.org/drawingml/2006/main">
            <a:off x="325616" y="1045892"/>
            <a:ext cx="8526558" cy="5691659"/>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rPr sz="1800">
                <a:latin typeface="微软雅黑"/>
                <a:ea typeface="微软雅黑"/>
                <a:cs typeface="微软雅黑"/>
              </a:rPr>
              <a:t>任务认知</a:t>
            </a:r>
          </a:p>
          <a:p xmlns:a="http://schemas.openxmlformats.org/drawingml/2006/main">
            <a:pPr>
              <a:lnSpc>
                <a:spcPct val="150000"/>
              </a:lnSpc>
              <a:buNone/>
            </a:pPr>
            <a:r>
              <a:rPr sz="1600">
                <a:latin typeface="微软雅黑"/>
                <a:ea typeface="微软雅黑"/>
                <a:cs typeface="微软雅黑"/>
              </a:rPr>
              <a:t>根据任务分解为一系列可执行子任务</a:t>
            </a:r>
          </a:p>
          <a:p xmlns:a="http://schemas.openxmlformats.org/drawingml/2006/main">
            <a:pPr>
              <a:lnSpc>
                <a:spcPct val="150000"/>
              </a:lnSpc>
              <a:buNone/>
            </a:pPr>
            <a:r>
              <a:rPr sz="1800">
                <a:latin typeface="微软雅黑"/>
                <a:ea typeface="微软雅黑"/>
                <a:cs typeface="微软雅黑"/>
              </a:rPr>
              <a:t>行为决策</a:t>
            </a:r>
          </a:p>
          <a:p xmlns:a="http://schemas.openxmlformats.org/drawingml/2006/main">
            <a:pPr>
              <a:lnSpc>
                <a:spcPct val="150000"/>
              </a:lnSpc>
              <a:buNone/>
            </a:pPr>
            <a:r>
              <a:rPr sz="1600">
                <a:latin typeface="微软雅黑"/>
                <a:ea typeface="微软雅黑"/>
                <a:cs typeface="微软雅黑"/>
              </a:rPr>
              <a:t>在子任务的执行过程中，结合当前环境信息、自身状态以及历史经验进行行为决策并提供决策原因</a:t>
            </a:r>
          </a:p>
          <a:p xmlns:a="http://schemas.openxmlformats.org/drawingml/2006/main">
            <a:pPr>
              <a:lnSpc>
                <a:spcPct val="150000"/>
              </a:lnSpc>
              <a:buNone/>
            </a:pPr>
          </a:p>
          <a:p xmlns:a="http://schemas.openxmlformats.org/drawingml/2006/main"/>
        </p:txBody>
      </p:sp>
      <p:sp>
        <p:nvSpPr>
          <p:cNvPr id="51" name="矩形 50">
            <a:extLst xmlns:a="http://schemas.openxmlformats.org/drawingml/2006/main">
              <a:ext uri="{FF2B5EF4-FFF2-40B4-BE49-F238E27FC236}">
                <a16:creationId xmlns:a16="http://schemas.microsoft.com/office/drawing/2014/main" id="{DB6A5D18-439D-E67D-C524-5BB12176760E}"/>
              </a:ext>
            </a:extLst>
          </p:cNvPr>
          <p:cNvSpPr>
            <a:spLocks xmlns:a="http://schemas.openxmlformats.org/drawingml/2006/main" noGrp="1"/>
          </p:cNvSpPr>
          <p:nvPr/>
        </p:nvSpPr>
        <p:spPr>
          <a:xfrm xmlns:a="http://schemas.openxmlformats.org/drawingml/2006/main">
            <a:off x="2702551" y="3345758"/>
            <a:ext cx="1357257" cy="2744247"/>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矩形 51">
            <a:extLst xmlns:a="http://schemas.openxmlformats.org/drawingml/2006/main">
              <a:ext uri="{FF2B5EF4-FFF2-40B4-BE49-F238E27FC236}">
                <a16:creationId xmlns:a16="http://schemas.microsoft.com/office/drawing/2014/main" id="{6CE377FE-7FFE-AEA5-8BBD-F0ABA22278B7}"/>
              </a:ext>
            </a:extLst>
          </p:cNvPr>
          <p:cNvSpPr>
            <a:spLocks xmlns:a="http://schemas.openxmlformats.org/drawingml/2006/main" noGrp="1"/>
          </p:cNvSpPr>
          <p:nvPr/>
        </p:nvSpPr>
        <p:spPr>
          <a:xfrm xmlns:a="http://schemas.openxmlformats.org/drawingml/2006/main">
            <a:off x="7065200" y="4422761"/>
            <a:ext cx="1641566" cy="481899"/>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智能体行为原因</a:t>
            </a:r>
          </a:p>
        </p:txBody>
      </p:sp>
      <p:sp>
        <p:nvSpPr>
          <p:cNvPr id="53" name="矩形 52">
            <a:extLst xmlns:a="http://schemas.openxmlformats.org/drawingml/2006/main">
              <a:ext uri="{FF2B5EF4-FFF2-40B4-BE49-F238E27FC236}">
                <a16:creationId xmlns:a16="http://schemas.microsoft.com/office/drawing/2014/main" id="{5F4F2683-A8B7-1B8E-ED2D-74CF1D8A12B0}"/>
              </a:ext>
            </a:extLst>
          </p:cNvPr>
          <p:cNvSpPr>
            <a:spLocks xmlns:a="http://schemas.openxmlformats.org/drawingml/2006/main" noGrp="1"/>
          </p:cNvSpPr>
          <p:nvPr/>
        </p:nvSpPr>
        <p:spPr>
          <a:xfrm xmlns:a="http://schemas.openxmlformats.org/drawingml/2006/main">
            <a:off x="7035130" y="3317118"/>
            <a:ext cx="1641566" cy="481899"/>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任务内容理解</a:t>
            </a:r>
          </a:p>
        </p:txBody>
      </p:sp>
      <p:sp>
        <p:nvSpPr>
          <p:cNvPr id="54" name="矩形 53">
            <a:extLst xmlns:a="http://schemas.openxmlformats.org/drawingml/2006/main">
              <a:ext uri="{FF2B5EF4-FFF2-40B4-BE49-F238E27FC236}">
                <a16:creationId xmlns:a16="http://schemas.microsoft.com/office/drawing/2014/main" id="{3747247E-7114-F025-D45B-6B68004E0A7A}"/>
              </a:ext>
            </a:extLst>
          </p:cNvPr>
          <p:cNvSpPr>
            <a:spLocks xmlns:a="http://schemas.openxmlformats.org/drawingml/2006/main" noGrp="1"/>
          </p:cNvSpPr>
          <p:nvPr/>
        </p:nvSpPr>
        <p:spPr>
          <a:xfrm xmlns:a="http://schemas.openxmlformats.org/drawingml/2006/main">
            <a:off x="7086600" y="5528405"/>
            <a:ext cx="1641566" cy="481899"/>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智能体采取的行为</a:t>
            </a:r>
          </a:p>
        </p:txBody>
      </p:sp>
      <p:pic>
        <p:nvPicPr>
          <p:cNvPr id="88" name="图片 56"/>
          <p:cNvPicPr>
            <a:picLocks xmlns:a="http://schemas.openxmlformats.org/drawingml/2006/main" noChangeAspect="1"/>
          </p:cNvPicPr>
          <p:nvPr/>
        </p:nvPicPr>
        <p:blipFill>
          <a:blip xmlns:r="http://schemas.openxmlformats.org/officeDocument/2006/relationships" xmlns:a="http://schemas.openxmlformats.org/drawingml/2006/main" r:embed="Re86821b4b85e40cd"/>
          <a:stretch xmlns:a="http://schemas.openxmlformats.org/drawingml/2006/main">
            <a:fillRect l="0" t="0" r="0" b="0"/>
          </a:stretch>
        </p:blipFill>
        <p:spPr>
          <a:xfrm xmlns:a="http://schemas.openxmlformats.org/drawingml/2006/main">
            <a:off x="5075909" y="4296565"/>
            <a:ext cx="711551" cy="711551"/>
          </a:xfrm>
          <a:prstGeom xmlns:a="http://schemas.openxmlformats.org/drawingml/2006/main" prst="rect">
            <a:avLst/>
          </a:prstGeom>
        </p:spPr>
      </p:pic>
      <p:sp>
        <p:nvSpPr>
          <p:cNvPr id="59" name="矩形 58">
            <a:extLst xmlns:a="http://schemas.openxmlformats.org/drawingml/2006/main">
              <a:ext uri="{FF2B5EF4-FFF2-40B4-BE49-F238E27FC236}">
                <a16:creationId xmlns:a16="http://schemas.microsoft.com/office/drawing/2014/main" id="{98B58524-6883-D867-736B-EA0752716B1D}"/>
              </a:ext>
            </a:extLst>
          </p:cNvPr>
          <p:cNvSpPr>
            <a:spLocks xmlns:a="http://schemas.openxmlformats.org/drawingml/2006/main" noGrp="1"/>
          </p:cNvSpPr>
          <p:nvPr/>
        </p:nvSpPr>
        <p:spPr>
          <a:xfrm xmlns:a="http://schemas.openxmlformats.org/drawingml/2006/main">
            <a:off x="277091" y="4509423"/>
            <a:ext cx="1071154"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任务内容</a:t>
            </a:r>
          </a:p>
        </p:txBody>
      </p:sp>
      <p:sp>
        <p:nvSpPr>
          <p:cNvPr id="60" name="矩形 59">
            <a:extLst xmlns:a="http://schemas.openxmlformats.org/drawingml/2006/main">
              <a:ext uri="{FF2B5EF4-FFF2-40B4-BE49-F238E27FC236}">
                <a16:creationId xmlns:a16="http://schemas.microsoft.com/office/drawing/2014/main" id="{17A2B790-9AC8-8498-E8D0-32E33EB8CED8}"/>
              </a:ext>
            </a:extLst>
          </p:cNvPr>
          <p:cNvSpPr>
            <a:spLocks xmlns:a="http://schemas.openxmlformats.org/drawingml/2006/main" noGrp="1"/>
          </p:cNvSpPr>
          <p:nvPr/>
        </p:nvSpPr>
        <p:spPr>
          <a:xfrm xmlns:a="http://schemas.openxmlformats.org/drawingml/2006/main">
            <a:off x="2858031" y="3550037"/>
            <a:ext cx="1071154"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子目标 </a:t>
            </a:r>
            <a:r>
              <a:rPr sz="1200">
                <a:solidFill>
                  <a:schemeClr val="tx1"/>
                </a:solidFill>
                <a:latin typeface="微软雅黑"/>
                <a:ea typeface="微软雅黑"/>
                <a:cs typeface="微软雅黑"/>
              </a:rPr>
              <a:t>1</a:t>
            </a:r>
          </a:p>
        </p:txBody>
      </p:sp>
      <p:sp>
        <p:nvSpPr>
          <p:cNvPr id="61" name="矩形 60">
            <a:extLst xmlns:a="http://schemas.openxmlformats.org/drawingml/2006/main">
              <a:ext uri="{FF2B5EF4-FFF2-40B4-BE49-F238E27FC236}">
                <a16:creationId xmlns:a16="http://schemas.microsoft.com/office/drawing/2014/main" id="{F7CD11AF-D3C6-DE30-7AE2-34DCEB702570}"/>
              </a:ext>
            </a:extLst>
          </p:cNvPr>
          <p:cNvSpPr>
            <a:spLocks xmlns:a="http://schemas.openxmlformats.org/drawingml/2006/main" noGrp="1"/>
          </p:cNvSpPr>
          <p:nvPr/>
        </p:nvSpPr>
        <p:spPr>
          <a:xfrm xmlns:a="http://schemas.openxmlformats.org/drawingml/2006/main">
            <a:off x="2858031" y="4218920"/>
            <a:ext cx="1071154"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子目标 </a:t>
            </a:r>
            <a:r>
              <a:rPr sz="1200">
                <a:solidFill>
                  <a:schemeClr val="tx1"/>
                </a:solidFill>
                <a:latin typeface="微软雅黑"/>
                <a:ea typeface="微软雅黑"/>
                <a:cs typeface="微软雅黑"/>
              </a:rPr>
              <a:t>2</a:t>
            </a:r>
          </a:p>
        </p:txBody>
      </p:sp>
      <p:sp>
        <p:nvSpPr>
          <p:cNvPr id="62" name="矩形 61">
            <a:extLst xmlns:a="http://schemas.openxmlformats.org/drawingml/2006/main">
              <a:ext uri="{FF2B5EF4-FFF2-40B4-BE49-F238E27FC236}">
                <a16:creationId xmlns:a16="http://schemas.microsoft.com/office/drawing/2014/main" id="{29CDB6A3-A517-BF77-31DF-7C108662F3B7}"/>
              </a:ext>
            </a:extLst>
          </p:cNvPr>
          <p:cNvSpPr>
            <a:spLocks xmlns:a="http://schemas.openxmlformats.org/drawingml/2006/main" noGrp="1"/>
          </p:cNvSpPr>
          <p:nvPr/>
        </p:nvSpPr>
        <p:spPr>
          <a:xfrm xmlns:a="http://schemas.openxmlformats.org/drawingml/2006/main">
            <a:off x="2866740" y="4887803"/>
            <a:ext cx="1071154"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子目标 </a:t>
            </a:r>
            <a:r>
              <a:rPr sz="1200">
                <a:solidFill>
                  <a:schemeClr val="tx1"/>
                </a:solidFill>
                <a:latin typeface="微软雅黑"/>
                <a:ea typeface="微软雅黑"/>
                <a:cs typeface="微软雅黑"/>
              </a:rPr>
              <a:t>3</a:t>
            </a:r>
          </a:p>
        </p:txBody>
      </p:sp>
      <p:sp>
        <p:nvSpPr>
          <p:cNvPr id="63" name="矩形 62">
            <a:extLst xmlns:a="http://schemas.openxmlformats.org/drawingml/2006/main">
              <a:ext uri="{FF2B5EF4-FFF2-40B4-BE49-F238E27FC236}">
                <a16:creationId xmlns:a16="http://schemas.microsoft.com/office/drawing/2014/main" id="{0EBF3018-4BC0-B7D9-0918-B1CE4EA0F686}"/>
              </a:ext>
            </a:extLst>
          </p:cNvPr>
          <p:cNvSpPr>
            <a:spLocks xmlns:a="http://schemas.openxmlformats.org/drawingml/2006/main" noGrp="1"/>
          </p:cNvSpPr>
          <p:nvPr/>
        </p:nvSpPr>
        <p:spPr>
          <a:xfrm xmlns:a="http://schemas.openxmlformats.org/drawingml/2006/main">
            <a:off x="2866740" y="5544925"/>
            <a:ext cx="1071154"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子目标 </a:t>
            </a:r>
            <a:r>
              <a:rPr sz="1200">
                <a:solidFill>
                  <a:schemeClr val="tx1"/>
                </a:solidFill>
                <a:latin typeface="微软雅黑"/>
                <a:ea typeface="微软雅黑"/>
                <a:cs typeface="微软雅黑"/>
              </a:rPr>
              <a:t>4</a:t>
            </a:r>
          </a:p>
        </p:txBody>
      </p:sp>
      <p:cxnSp>
        <p:nvCxnSpPr>
          <p:cNvPr id="94" name="直接箭头连接符 63"/>
          <p:cNvCxnSpPr>
            <a:stCxn xmlns:a="http://schemas.openxmlformats.org/drawingml/2006/main" id="59" idx="3"/>
          </p:cNvCxnSpPr>
          <p:nvPr/>
        </p:nvCxnSpPr>
        <p:spPr>
          <a:xfrm xmlns:a="http://schemas.openxmlformats.org/drawingml/2006/main" flipV="1">
            <a:off x="1348245" y="4717882"/>
            <a:ext cx="387636" cy="6777"/>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95" name="直接箭头连接符 64"/>
          <p:cNvCxnSpPr>
            <a:endCxn xmlns:a="http://schemas.openxmlformats.org/drawingml/2006/main" id="51" idx="1"/>
          </p:cNvCxnSpPr>
          <p:nvPr/>
        </p:nvCxnSpPr>
        <p:spPr>
          <a:xfrm xmlns:a="http://schemas.openxmlformats.org/drawingml/2006/main">
            <a:off x="2329805" y="4717882"/>
            <a:ext cx="372746" cy="0"/>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96" name="直接箭头连接符 65"/>
          <p:cNvCxnSpPr>
            <a:stCxn xmlns:a="http://schemas.openxmlformats.org/drawingml/2006/main" id="57" idx="3"/>
            <a:endCxn xmlns:a="http://schemas.openxmlformats.org/drawingml/2006/main" id="53" idx="1"/>
          </p:cNvCxnSpPr>
          <p:nvPr/>
        </p:nvCxnSpPr>
        <p:spPr>
          <a:xfrm xmlns:a="http://schemas.openxmlformats.org/drawingml/2006/main" flipV="1">
            <a:off x="5787460" y="3558068"/>
            <a:ext cx="1247670" cy="1094273"/>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97" name="直接箭头连接符 66"/>
          <p:cNvCxnSpPr>
            <a:stCxn xmlns:a="http://schemas.openxmlformats.org/drawingml/2006/main" id="57" idx="3"/>
            <a:endCxn xmlns:a="http://schemas.openxmlformats.org/drawingml/2006/main" id="52" idx="1"/>
          </p:cNvCxnSpPr>
          <p:nvPr/>
        </p:nvCxnSpPr>
        <p:spPr>
          <a:xfrm xmlns:a="http://schemas.openxmlformats.org/drawingml/2006/main">
            <a:off x="5787460" y="4652341"/>
            <a:ext cx="1277740" cy="11370"/>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98" name="直接箭头连接符 67"/>
          <p:cNvCxnSpPr>
            <a:stCxn xmlns:a="http://schemas.openxmlformats.org/drawingml/2006/main" id="57" idx="3"/>
            <a:endCxn xmlns:a="http://schemas.openxmlformats.org/drawingml/2006/main" id="54" idx="1"/>
          </p:cNvCxnSpPr>
          <p:nvPr/>
        </p:nvCxnSpPr>
        <p:spPr>
          <a:xfrm xmlns:a="http://schemas.openxmlformats.org/drawingml/2006/main">
            <a:off x="5787460" y="4652341"/>
            <a:ext cx="1299140" cy="1117014"/>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sp>
        <p:nvSpPr>
          <p:cNvPr id="70" name="矩形 69">
            <a:extLst xmlns:a="http://schemas.openxmlformats.org/drawingml/2006/main">
              <a:ext uri="{FF2B5EF4-FFF2-40B4-BE49-F238E27FC236}">
                <a16:creationId xmlns:a16="http://schemas.microsoft.com/office/drawing/2014/main" id="{B1ECFC79-3B73-8D41-2148-3602DA2834FB}"/>
              </a:ext>
            </a:extLst>
          </p:cNvPr>
          <p:cNvSpPr>
            <a:spLocks xmlns:a="http://schemas.openxmlformats.org/drawingml/2006/main" noGrp="1"/>
          </p:cNvSpPr>
          <p:nvPr/>
        </p:nvSpPr>
        <p:spPr>
          <a:xfrm xmlns:a="http://schemas.openxmlformats.org/drawingml/2006/main">
            <a:off x="5105342" y="5596872"/>
            <a:ext cx="669477"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子目标</a:t>
            </a:r>
          </a:p>
        </p:txBody>
      </p:sp>
      <p:sp>
        <p:nvSpPr>
          <p:cNvPr id="71" name="矩形 70">
            <a:extLst xmlns:a="http://schemas.openxmlformats.org/drawingml/2006/main">
              <a:ext uri="{FF2B5EF4-FFF2-40B4-BE49-F238E27FC236}">
                <a16:creationId xmlns:a16="http://schemas.microsoft.com/office/drawing/2014/main" id="{EA747B97-667B-1164-8F11-5125B953A622}"/>
              </a:ext>
            </a:extLst>
          </p:cNvPr>
          <p:cNvSpPr>
            <a:spLocks xmlns:a="http://schemas.openxmlformats.org/drawingml/2006/main" noGrp="1"/>
          </p:cNvSpPr>
          <p:nvPr/>
        </p:nvSpPr>
        <p:spPr>
          <a:xfrm xmlns:a="http://schemas.openxmlformats.org/drawingml/2006/main">
            <a:off x="4525367" y="3367580"/>
            <a:ext cx="669477"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环境</a:t>
            </a:r>
          </a:p>
          <a:p xmlns:a="http://schemas.openxmlformats.org/drawingml/2006/main">
            <a:pPr algn="ctr">
              <a:buNone/>
            </a:pPr>
            <a:r>
              <a:rPr sz="1200">
                <a:solidFill>
                  <a:schemeClr val="tx1"/>
                </a:solidFill>
                <a:latin typeface="微软雅黑"/>
                <a:ea typeface="微软雅黑"/>
                <a:cs typeface="微软雅黑"/>
              </a:rPr>
              <a:t>信息</a:t>
            </a:r>
          </a:p>
        </p:txBody>
      </p:sp>
      <p:sp>
        <p:nvSpPr>
          <p:cNvPr id="72" name="矩形 71">
            <a:extLst xmlns:a="http://schemas.openxmlformats.org/drawingml/2006/main">
              <a:ext uri="{FF2B5EF4-FFF2-40B4-BE49-F238E27FC236}">
                <a16:creationId xmlns:a16="http://schemas.microsoft.com/office/drawing/2014/main" id="{87E55220-1891-93BC-F997-17332A09B935}"/>
              </a:ext>
            </a:extLst>
          </p:cNvPr>
          <p:cNvSpPr>
            <a:spLocks xmlns:a="http://schemas.openxmlformats.org/drawingml/2006/main" noGrp="1"/>
          </p:cNvSpPr>
          <p:nvPr/>
        </p:nvSpPr>
        <p:spPr>
          <a:xfrm xmlns:a="http://schemas.openxmlformats.org/drawingml/2006/main">
            <a:off x="5565355" y="3361968"/>
            <a:ext cx="669477" cy="430472"/>
          </a:xfrm>
          <a:prstGeom xmlns:a="http://schemas.openxmlformats.org/drawingml/2006/main" prst="rect">
            <a:avLst/>
          </a:prstGeom>
          <a:solidFill xmlns:a="http://schemas.openxmlformats.org/drawingml/2006/main">
            <a:schemeClr val="bg1"/>
          </a:soli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200">
                <a:solidFill>
                  <a:schemeClr val="tx1"/>
                </a:solidFill>
                <a:latin typeface="微软雅黑"/>
                <a:ea typeface="微软雅黑"/>
                <a:cs typeface="微软雅黑"/>
              </a:rPr>
              <a:t>自身状态</a:t>
            </a:r>
          </a:p>
        </p:txBody>
      </p:sp>
      <p:cxnSp>
        <p:nvCxnSpPr>
          <p:cNvPr id="102" name="直接箭头连接符 72"/>
          <p:cNvCxnSpPr>
            <a:stCxn xmlns:a="http://schemas.openxmlformats.org/drawingml/2006/main" id="51" idx="3"/>
            <a:endCxn xmlns:a="http://schemas.openxmlformats.org/drawingml/2006/main" id="70" idx="1"/>
          </p:cNvCxnSpPr>
          <p:nvPr/>
        </p:nvCxnSpPr>
        <p:spPr>
          <a:xfrm xmlns:a="http://schemas.openxmlformats.org/drawingml/2006/main">
            <a:off x="4059808" y="4717882"/>
            <a:ext cx="1045534" cy="1094226"/>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103" name="直接箭头连接符 73"/>
          <p:cNvCxnSpPr>
            <a:stCxn xmlns:a="http://schemas.openxmlformats.org/drawingml/2006/main" id="70" idx="0"/>
            <a:endCxn xmlns:a="http://schemas.openxmlformats.org/drawingml/2006/main" id="57" idx="2"/>
          </p:cNvCxnSpPr>
          <p:nvPr/>
        </p:nvCxnSpPr>
        <p:spPr>
          <a:xfrm xmlns:a="http://schemas.openxmlformats.org/drawingml/2006/main" flipH="1" flipV="1">
            <a:off x="5431685" y="5008116"/>
            <a:ext cx="8396" cy="588756"/>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104" name="直接箭头连接符 74"/>
          <p:cNvCxnSpPr>
            <a:stCxn xmlns:a="http://schemas.openxmlformats.org/drawingml/2006/main" id="71" idx="2"/>
            <a:endCxn xmlns:a="http://schemas.openxmlformats.org/drawingml/2006/main" id="57" idx="0"/>
          </p:cNvCxnSpPr>
          <p:nvPr/>
        </p:nvCxnSpPr>
        <p:spPr>
          <a:xfrm xmlns:a="http://schemas.openxmlformats.org/drawingml/2006/main">
            <a:off x="4860106" y="3798052"/>
            <a:ext cx="571579" cy="498513"/>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105" name="直接箭头连接符 75"/>
          <p:cNvCxnSpPr>
            <a:stCxn xmlns:a="http://schemas.openxmlformats.org/drawingml/2006/main" id="72" idx="2"/>
            <a:endCxn xmlns:a="http://schemas.openxmlformats.org/drawingml/2006/main" id="57" idx="0"/>
          </p:cNvCxnSpPr>
          <p:nvPr/>
        </p:nvCxnSpPr>
        <p:spPr>
          <a:xfrm xmlns:a="http://schemas.openxmlformats.org/drawingml/2006/main" flipH="1">
            <a:off x="5431685" y="3792440"/>
            <a:ext cx="468409" cy="504125"/>
          </a:xfrm>
          <a:prstGeom xmlns:a="http://schemas.openxmlformats.org/drawingml/2006/main" prst="straightConnector1">
            <a:avLst/>
          </a:prstGeom>
          <a:ln xmlns:a="http://schemas.openxmlformats.org/drawingml/2006/main" w="28575">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pic>
        <p:nvPicPr>
          <p:cNvPr id="106" name="图片 76"/>
          <p:cNvPicPr>
            <a:picLocks xmlns:a="http://schemas.openxmlformats.org/drawingml/2006/main" noChangeAspect="1"/>
          </p:cNvPicPr>
          <p:nvPr/>
        </p:nvPicPr>
        <p:blipFill>
          <a:blip xmlns:r="http://schemas.openxmlformats.org/officeDocument/2006/relationships" xmlns:a="http://schemas.openxmlformats.org/drawingml/2006/main" r:embed="Rd12792c6b3b147d3"/>
          <a:stretch xmlns:a="http://schemas.openxmlformats.org/drawingml/2006/main">
            <a:fillRect l="0" t="0" r="0" b="0"/>
          </a:stretch>
        </p:blipFill>
        <p:spPr>
          <a:xfrm xmlns:a="http://schemas.openxmlformats.org/drawingml/2006/main">
            <a:off x="1744758" y="4412788"/>
            <a:ext cx="576170" cy="576170"/>
          </a:xfrm>
          <a:prstGeom xmlns:a="http://schemas.openxmlformats.org/drawingml/2006/main" prst="rect">
            <a:avLst/>
          </a:prstGeom>
        </p:spPr>
      </p:pic>
      <p:sp>
        <p:nvSpPr>
          <p:cNvPr id="78" name="文本框 77">
            <a:extLst xmlns:a="http://schemas.openxmlformats.org/drawingml/2006/main">
              <a:ext uri="{FF2B5EF4-FFF2-40B4-BE49-F238E27FC236}">
                <a16:creationId xmlns:a16="http://schemas.microsoft.com/office/drawing/2014/main" id="{72065257-C48B-70C3-B3AD-DAFFA590B2DB}"/>
              </a:ext>
            </a:extLst>
          </p:cNvPr>
          <p:cNvSpPr>
            <a:spLocks xmlns:a="http://schemas.openxmlformats.org/drawingml/2006/main" noGrp="1"/>
          </p:cNvSpPr>
          <p:nvPr/>
        </p:nvSpPr>
        <p:spPr>
          <a:xfrm xmlns:a="http://schemas.openxmlformats.org/drawingml/2006/main">
            <a:off x="1762677" y="5051764"/>
            <a:ext cx="1104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LLM</a:t>
            </a:r>
          </a:p>
        </p:txBody>
      </p:sp>
    </p:spTree>
    <p:extLst>
      <p:ext uri="{BB962C8B-B14F-4D97-AF65-F5344CB8AC3E}">
        <p14:creationId xmlns:p14="http://schemas.microsoft.com/office/powerpoint/2010/main" val="59342024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文本占位符 1">
            <a:extLst xmlns:a="http://schemas.openxmlformats.org/drawingml/2006/main">
              <a:ext uri="{FF2B5EF4-FFF2-40B4-BE49-F238E27FC236}">
                <a16:creationId xmlns:a16="http://schemas.microsoft.com/office/drawing/2014/main" id="{A235CA2D-C2F6-40AC-ACFB-FD0D7CBD3329}"/>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研究内容</a:t>
            </a:r>
            <a:r>
              <a:t>3</a:t>
            </a:r>
            <a:r>
              <a:t>：</a:t>
            </a:r>
            <a:r>
              <a:rPr>
                <a:latin typeface="Times New Roman"/>
                <a:ea typeface="Times New Roman"/>
                <a:cs typeface="Times New Roman"/>
              </a:rPr>
              <a:t>历史轨迹表征学习</a:t>
            </a:r>
          </a:p>
        </p:txBody>
      </p:sp>
      <p:sp>
        <p:nvSpPr>
          <p:cNvPr id="3" name="文本占位符 2">
            <a:extLst xmlns:a="http://schemas.openxmlformats.org/drawingml/2006/main">
              <a:ext uri="{FF2B5EF4-FFF2-40B4-BE49-F238E27FC236}">
                <a16:creationId xmlns:a16="http://schemas.microsoft.com/office/drawing/2014/main" id="{6C24E6C3-B8D3-40B5-B3A0-7969F19AAF32}"/>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15</a:t>
            </a:r>
          </a:p>
        </p:txBody>
      </p:sp>
      <p:sp>
        <p:nvSpPr>
          <p:cNvPr id="27" name="文本框 26">
            <a:extLst xmlns:a="http://schemas.openxmlformats.org/drawingml/2006/main">
              <a:ext uri="{FF2B5EF4-FFF2-40B4-BE49-F238E27FC236}">
                <a16:creationId xmlns:a16="http://schemas.microsoft.com/office/drawing/2014/main" id="{1AABFC41-83EC-7356-1517-1EC8FA6B0FEA}"/>
              </a:ext>
            </a:extLst>
          </p:cNvPr>
          <p:cNvSpPr>
            <a:spLocks xmlns:a="http://schemas.openxmlformats.org/drawingml/2006/main" noGrp="1"/>
          </p:cNvSpPr>
          <p:nvPr/>
        </p:nvSpPr>
        <p:spPr>
          <a:xfrm xmlns:a="http://schemas.openxmlformats.org/drawingml/2006/main">
            <a:off x="332548" y="2347457"/>
            <a:ext cx="4547123" cy="346517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lnSpc>
                <a:spcPct val="150000"/>
              </a:lnSpc>
              <a:buChar char="Ø"/>
            </a:pPr>
            <a:r>
              <a:rPr sz="1600" b="1">
                <a:solidFill>
                  <a:srgbClr val="102E66"/>
                </a:solidFill>
                <a:latin typeface="Times New Roman"/>
                <a:ea typeface="Times New Roman"/>
                <a:cs typeface="Times New Roman"/>
              </a:rPr>
              <a:t>1.1 </a:t>
            </a:r>
            <a:r>
              <a:rPr sz="1600" b="1">
                <a:solidFill>
                  <a:srgbClr val="102E66"/>
                </a:solidFill>
                <a:latin typeface="Times New Roman"/>
                <a:ea typeface="Times New Roman"/>
                <a:cs typeface="Times New Roman"/>
              </a:rPr>
              <a:t>任务规划策略存储</a:t>
            </a:r>
            <a:r>
              <a:rPr sz="1600" b="1">
                <a:solidFill>
                  <a:srgbClr val="102E66"/>
                </a:solidFill>
                <a:latin typeface="Times New Roman"/>
                <a:ea typeface="Times New Roman"/>
                <a:cs typeface="Times New Roman"/>
              </a:rPr>
              <a:t>——</a:t>
            </a:r>
            <a:r>
              <a:rPr sz="1600" b="1">
                <a:solidFill>
                  <a:srgbClr val="102E66"/>
                </a:solidFill>
                <a:latin typeface="Times New Roman"/>
                <a:ea typeface="Times New Roman"/>
                <a:cs typeface="Times New Roman"/>
              </a:rPr>
              <a:t>任务规划树</a:t>
            </a:r>
            <a:r>
              <a:rPr sz="1600" b="1">
                <a:solidFill>
                  <a:srgbClr val="102E66"/>
                </a:solidFill>
                <a:latin typeface="Times New Roman"/>
                <a:ea typeface="Times New Roman"/>
                <a:cs typeface="Times New Roman"/>
              </a:rPr>
              <a:t>:</a:t>
            </a:r>
          </a:p>
          <a:p xmlns:a="http://schemas.openxmlformats.org/drawingml/2006/main">
            <a:pPr>
              <a:lnSpc>
                <a:spcPct val="150000"/>
              </a:lnSpc>
              <a:buNone/>
            </a:pPr>
            <a:r>
              <a:rPr sz="1600" b="1">
                <a:solidFill>
                  <a:srgbClr val="102E66"/>
                </a:solidFill>
                <a:latin typeface="Times New Roman"/>
                <a:ea typeface="Times New Roman"/>
                <a:cs typeface="Times New Roman"/>
              </a:rPr>
              <a:t>将轨迹抽象并分解为多个子任务，构建三叉树</a:t>
            </a:r>
          </a:p>
          <a:p xmlns:a="http://schemas.openxmlformats.org/drawingml/2006/main">
            <a:pPr>
              <a:lnSpc>
                <a:spcPct val="150000"/>
              </a:lnSpc>
              <a:buNone/>
            </a:pPr>
            <a:r>
              <a:rPr sz="1600" b="1">
                <a:solidFill>
                  <a:srgbClr val="102E66"/>
                </a:solidFill>
                <a:latin typeface="Times New Roman"/>
                <a:ea typeface="Times New Roman"/>
                <a:cs typeface="Times New Roman"/>
              </a:rPr>
              <a:t>根节点代表任务类别，非根节点表示子任务：</a:t>
            </a:r>
          </a:p>
          <a:p xmlns:a="http://schemas.openxmlformats.org/drawingml/2006/main">
            <a:pPr marL="285750" indent="-285750">
              <a:lnSpc>
                <a:spcPct val="150000"/>
              </a:lnSpc>
              <a:buChar char="•"/>
            </a:pPr>
            <a:r>
              <a:rPr sz="1600">
                <a:solidFill>
                  <a:srgbClr val="102E66"/>
                </a:solidFill>
                <a:latin typeface="Times New Roman"/>
                <a:ea typeface="Times New Roman"/>
                <a:cs typeface="Times New Roman"/>
              </a:rPr>
              <a:t>左子节点 ：当前节点的第一个子任务</a:t>
            </a:r>
          </a:p>
          <a:p xmlns:a="http://schemas.openxmlformats.org/drawingml/2006/main">
            <a:pPr marL="285750" indent="-285750">
              <a:lnSpc>
                <a:spcPct val="150000"/>
              </a:lnSpc>
              <a:buChar char="•"/>
            </a:pPr>
            <a:r>
              <a:rPr sz="1600">
                <a:solidFill>
                  <a:srgbClr val="102E66"/>
                </a:solidFill>
                <a:latin typeface="Times New Roman"/>
                <a:ea typeface="Times New Roman"/>
                <a:cs typeface="Times New Roman"/>
              </a:rPr>
              <a:t>中间子节点 ：当前节点成功的后续子任务</a:t>
            </a:r>
          </a:p>
          <a:p xmlns:a="http://schemas.openxmlformats.org/drawingml/2006/main">
            <a:pPr marL="285750" indent="-285750">
              <a:lnSpc>
                <a:spcPct val="150000"/>
              </a:lnSpc>
              <a:buChar char="•"/>
            </a:pPr>
            <a:r>
              <a:rPr sz="1600">
                <a:solidFill>
                  <a:srgbClr val="102E66"/>
                </a:solidFill>
                <a:latin typeface="Times New Roman"/>
                <a:ea typeface="Times New Roman"/>
                <a:cs typeface="Times New Roman"/>
              </a:rPr>
              <a:t>右子节点 ：当前节点失败后的备选子任务</a:t>
            </a:r>
          </a:p>
          <a:p xmlns:a="http://schemas.openxmlformats.org/drawingml/2006/main">
            <a:pPr marL="285750" indent="-285750">
              <a:lnSpc>
                <a:spcPct val="150000"/>
              </a:lnSpc>
              <a:buChar char="Ø"/>
            </a:pPr>
            <a:r>
              <a:rPr sz="1600" b="1">
                <a:solidFill>
                  <a:srgbClr val="102E66"/>
                </a:solidFill>
                <a:latin typeface="Times New Roman"/>
                <a:ea typeface="Times New Roman"/>
                <a:cs typeface="Times New Roman"/>
              </a:rPr>
              <a:t>1.2 </a:t>
            </a:r>
            <a:r>
              <a:rPr sz="1600" b="1">
                <a:solidFill>
                  <a:srgbClr val="102E66"/>
                </a:solidFill>
                <a:latin typeface="Times New Roman"/>
                <a:ea typeface="Times New Roman"/>
                <a:cs typeface="Times New Roman"/>
              </a:rPr>
              <a:t>任务轨迹存储：</a:t>
            </a:r>
          </a:p>
          <a:p xmlns:a="http://schemas.openxmlformats.org/drawingml/2006/main">
            <a:pPr marL="285750" indent="-285750">
              <a:lnSpc>
                <a:spcPct val="150000"/>
              </a:lnSpc>
              <a:buChar char="•"/>
            </a:pPr>
            <a:r>
              <a:rPr sz="1600">
                <a:solidFill>
                  <a:srgbClr val="102E66"/>
                </a:solidFill>
                <a:latin typeface="Times New Roman"/>
                <a:ea typeface="Times New Roman"/>
                <a:cs typeface="Times New Roman"/>
              </a:rPr>
              <a:t>矢量数据库：为完整规划策略创建数据库，存储符合该规划策略的具体轨迹</a:t>
            </a:r>
          </a:p>
        </p:txBody>
      </p:sp>
      <p:sp>
        <p:nvSpPr>
          <p:cNvPr id="28" name="直接连接符 27">
            <a:extLst xmlns:a="http://schemas.openxmlformats.org/drawingml/2006/main">
              <a:ext uri="{FF2B5EF4-FFF2-40B4-BE49-F238E27FC236}">
                <a16:creationId xmlns:a16="http://schemas.microsoft.com/office/drawing/2014/main" id="{5454AB39-BC37-4671-BEE1-4B0A65CFC95B}"/>
              </a:ext>
            </a:extLst>
          </p:cNvPr>
          <p:cNvSpPr>
            <a:spLocks xmlns:a="http://schemas.openxmlformats.org/drawingml/2006/main" noGrp="1"/>
          </p:cNvSpPr>
          <p:nvPr/>
        </p:nvSpPr>
        <p:spPr>
          <a:xfrm xmlns:a="http://schemas.openxmlformats.org/drawingml/2006/main">
            <a:off x="5018413" y="2174808"/>
            <a:ext cx="0" cy="4202953"/>
          </a:xfrm>
          <a:prstGeom xmlns:a="http://schemas.openxmlformats.org/drawingml/2006/main" prst="line">
            <a:avLst/>
          </a:prstGeom>
          <a:ln xmlns:a="http://schemas.openxmlformats.org/drawingml/2006/main" w="28575">
            <a:prstDash val="dash"/>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sp>
      <p:sp>
        <p:nvSpPr>
          <p:cNvPr id="29" name="对话气泡: 圆角矩形 28">
            <a:extLst xmlns:a="http://schemas.openxmlformats.org/drawingml/2006/main">
              <a:ext uri="{FF2B5EF4-FFF2-40B4-BE49-F238E27FC236}">
                <a16:creationId xmlns:a16="http://schemas.microsoft.com/office/drawing/2014/main" id="{361C875E-6F09-F1C2-60CD-70906A30A254}"/>
              </a:ext>
            </a:extLst>
          </p:cNvPr>
          <p:cNvSpPr>
            <a:spLocks xmlns:a="http://schemas.openxmlformats.org/drawingml/2006/main" noGrp="1"/>
          </p:cNvSpPr>
          <p:nvPr/>
        </p:nvSpPr>
        <p:spPr>
          <a:xfrm xmlns:a="http://schemas.openxmlformats.org/drawingml/2006/main">
            <a:off x="5826538" y="2250778"/>
            <a:ext cx="2659617" cy="404537"/>
          </a:xfrm>
          <a:prstGeom xmlns:a="http://schemas.openxmlformats.org/drawingml/2006/main" prst="wedgeRoundRectCallout">
            <a:avLst>
              <a:gd name="adj1" fmla="val -53821"/>
              <a:gd name="adj2" fmla="val 40193"/>
              <a:gd name="adj3" fmla="val 16667"/>
            </a:avLst>
          </a:prstGeom>
          <a:solidFill xmlns:a="http://schemas.openxmlformats.org/drawingml/2006/main">
            <a:srgbClr val="FBF2FD"/>
          </a:solidFill>
          <a:ln xmlns:a="http://schemas.openxmlformats.org/drawingml/2006/main" w="25400" cmpd="sng">
            <a:solidFill>
              <a:srgbClr val="6A2C84"/>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i="0" u="none" cap="none">
                <a:ln>
                  <a:noFill/>
                </a:ln>
                <a:solidFill>
                  <a:prstClr val="black"/>
                </a:solidFill>
                <a:latin typeface="微软雅黑"/>
                <a:ea typeface="微软雅黑"/>
                <a:cs typeface="微软雅黑"/>
              </a:rPr>
              <a:t>请去前方房子了拿出控制台，并把控制台放到栅栏旁边。</a:t>
            </a:r>
          </a:p>
        </p:txBody>
      </p:sp>
      <p:pic>
        <p:nvPicPr>
          <p:cNvPr id="71" name="图片 47"/>
          <p:cNvPicPr>
            <a:picLocks xmlns:a="http://schemas.openxmlformats.org/drawingml/2006/main" noChangeAspect="1"/>
          </p:cNvPicPr>
          <p:nvPr/>
        </p:nvPicPr>
        <p:blipFill>
          <a:blip xmlns:r="http://schemas.openxmlformats.org/officeDocument/2006/relationships" xmlns:a="http://schemas.openxmlformats.org/drawingml/2006/main" r:embed="R517d4acd964140c5"/>
          <a:stretch xmlns:a="http://schemas.openxmlformats.org/drawingml/2006/main">
            <a:fillRect l="0" t="0" r="0" b="0"/>
          </a:stretch>
        </p:blipFill>
        <p:spPr>
          <a:xfrm xmlns:a="http://schemas.openxmlformats.org/drawingml/2006/main">
            <a:off x="5318969" y="2456636"/>
            <a:ext cx="426780" cy="404538"/>
          </a:xfrm>
          <a:prstGeom xmlns:a="http://schemas.openxmlformats.org/drawingml/2006/main" prst="rect">
            <a:avLst/>
          </a:prstGeom>
        </p:spPr>
      </p:pic>
      <p:pic>
        <p:nvPicPr>
          <p:cNvPr id="72" name="图片 48"/>
          <p:cNvPicPr>
            <a:picLocks xmlns:a="http://schemas.openxmlformats.org/drawingml/2006/main" noChangeAspect="1"/>
          </p:cNvPicPr>
          <p:nvPr/>
        </p:nvPicPr>
        <p:blipFill>
          <a:blip xmlns:r="http://schemas.openxmlformats.org/officeDocument/2006/relationships" xmlns:a="http://schemas.openxmlformats.org/drawingml/2006/main" r:embed="Rfaf65bd9ecb04d80"/>
          <a:stretch xmlns:a="http://schemas.openxmlformats.org/drawingml/2006/main">
            <a:fillRect l="0" t="0" r="0" b="0"/>
          </a:stretch>
        </p:blipFill>
        <p:spPr>
          <a:xfrm xmlns:a="http://schemas.openxmlformats.org/drawingml/2006/main">
            <a:off x="5826538" y="3552509"/>
            <a:ext cx="2684358" cy="2587969"/>
          </a:xfrm>
          <a:prstGeom xmlns:a="http://schemas.openxmlformats.org/drawingml/2006/main" prst="rect">
            <a:avLst/>
          </a:prstGeom>
        </p:spPr>
      </p:pic>
      <p:sp>
        <p:nvSpPr>
          <p:cNvPr id="53" name="矩形: 圆角 52">
            <a:extLst xmlns:a="http://schemas.openxmlformats.org/drawingml/2006/main">
              <a:ext uri="{FF2B5EF4-FFF2-40B4-BE49-F238E27FC236}">
                <a16:creationId xmlns:a16="http://schemas.microsoft.com/office/drawing/2014/main" id="{E6C5FB5F-D978-2BAE-779E-159BCE6C218C}"/>
              </a:ext>
            </a:extLst>
          </p:cNvPr>
          <p:cNvSpPr>
            <a:spLocks xmlns:a="http://schemas.openxmlformats.org/drawingml/2006/main" noGrp="1"/>
          </p:cNvSpPr>
          <p:nvPr/>
        </p:nvSpPr>
        <p:spPr>
          <a:xfrm xmlns:a="http://schemas.openxmlformats.org/drawingml/2006/main" rot="0">
            <a:off x="5922617" y="2866400"/>
            <a:ext cx="764038" cy="225681"/>
          </a:xfrm>
          <a:prstGeom xmlns:a="http://schemas.openxmlformats.org/drawingml/2006/main" prst="roundRect">
            <a:avLst/>
          </a:prstGeom>
          <a:solidFill xmlns:a="http://schemas.openxmlformats.org/drawingml/2006/main">
            <a:srgbClr val="FFD966"/>
          </a:solidFill>
          <a:ln xmlns:a="http://schemas.openxmlformats.org/drawingml/2006/main" w="25400" cmpd="sng">
            <a:solidFill>
              <a:srgbClr val="4F81BD">
                <a:shade val="15000"/>
              </a:srgbClr>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b="1" i="0" u="none" cap="none">
                <a:ln>
                  <a:noFill/>
                </a:ln>
                <a:solidFill>
                  <a:prstClr val="black"/>
                </a:solidFill>
                <a:latin typeface="Calibri"/>
                <a:ea typeface="Calibri"/>
                <a:cs typeface="Calibri"/>
              </a:rPr>
              <a:t>Navigate</a:t>
            </a:r>
          </a:p>
        </p:txBody>
      </p:sp>
      <p:sp>
        <p:nvSpPr>
          <p:cNvPr id="54" name="矩形: 圆角 53">
            <a:extLst xmlns:a="http://schemas.openxmlformats.org/drawingml/2006/main">
              <a:ext uri="{FF2B5EF4-FFF2-40B4-BE49-F238E27FC236}">
                <a16:creationId xmlns:a16="http://schemas.microsoft.com/office/drawing/2014/main" id="{CA234C25-E633-7239-DA04-43FD1FDBF0FE}"/>
              </a:ext>
            </a:extLst>
          </p:cNvPr>
          <p:cNvSpPr>
            <a:spLocks xmlns:a="http://schemas.openxmlformats.org/drawingml/2006/main" noGrp="1"/>
          </p:cNvSpPr>
          <p:nvPr/>
        </p:nvSpPr>
        <p:spPr>
          <a:xfrm xmlns:a="http://schemas.openxmlformats.org/drawingml/2006/main" rot="0">
            <a:off x="6788249" y="2866400"/>
            <a:ext cx="764045" cy="225681"/>
          </a:xfrm>
          <a:prstGeom xmlns:a="http://schemas.openxmlformats.org/drawingml/2006/main" prst="roundRect">
            <a:avLst/>
          </a:prstGeom>
          <a:solidFill xmlns:a="http://schemas.openxmlformats.org/drawingml/2006/main">
            <a:srgbClr val="FFD966"/>
          </a:solidFill>
          <a:ln xmlns:a="http://schemas.openxmlformats.org/drawingml/2006/main" w="25400" cmpd="sng">
            <a:solidFill>
              <a:srgbClr val="4F81BD">
                <a:shade val="15000"/>
              </a:srgbClr>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b="1" i="0" u="none" cap="none">
                <a:ln>
                  <a:noFill/>
                </a:ln>
                <a:solidFill>
                  <a:prstClr val="black"/>
                </a:solidFill>
                <a:latin typeface="Calibri"/>
                <a:ea typeface="Calibri"/>
                <a:cs typeface="Calibri"/>
              </a:rPr>
              <a:t>Pick</a:t>
            </a:r>
          </a:p>
        </p:txBody>
      </p:sp>
      <p:sp>
        <p:nvSpPr>
          <p:cNvPr id="55" name="矩形: 圆角 54">
            <a:extLst xmlns:a="http://schemas.openxmlformats.org/drawingml/2006/main">
              <a:ext uri="{FF2B5EF4-FFF2-40B4-BE49-F238E27FC236}">
                <a16:creationId xmlns:a16="http://schemas.microsoft.com/office/drawing/2014/main" id="{E8CDAC81-8FCD-0A3A-8750-3F56E6A8E5C0}"/>
              </a:ext>
            </a:extLst>
          </p:cNvPr>
          <p:cNvSpPr>
            <a:spLocks xmlns:a="http://schemas.openxmlformats.org/drawingml/2006/main" noGrp="1"/>
          </p:cNvSpPr>
          <p:nvPr/>
        </p:nvSpPr>
        <p:spPr>
          <a:xfrm xmlns:a="http://schemas.openxmlformats.org/drawingml/2006/main" rot="0">
            <a:off x="7653882" y="2866400"/>
            <a:ext cx="764045" cy="225681"/>
          </a:xfrm>
          <a:prstGeom xmlns:a="http://schemas.openxmlformats.org/drawingml/2006/main" prst="roundRect">
            <a:avLst/>
          </a:prstGeom>
          <a:solidFill xmlns:a="http://schemas.openxmlformats.org/drawingml/2006/main">
            <a:srgbClr val="FFD966"/>
          </a:solidFill>
          <a:ln xmlns:a="http://schemas.openxmlformats.org/drawingml/2006/main" w="25400" cmpd="sng">
            <a:solidFill>
              <a:srgbClr val="4F81BD">
                <a:shade val="15000"/>
              </a:srgbClr>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b="1" i="0" u="none" cap="none">
                <a:ln>
                  <a:noFill/>
                </a:ln>
                <a:solidFill>
                  <a:prstClr val="black"/>
                </a:solidFill>
                <a:latin typeface="Calibri"/>
                <a:ea typeface="Calibri"/>
                <a:cs typeface="Calibri"/>
              </a:rPr>
              <a:t>Navigate</a:t>
            </a:r>
          </a:p>
        </p:txBody>
      </p:sp>
      <p:sp>
        <p:nvSpPr>
          <p:cNvPr id="56" name="矩形: 圆角 55">
            <a:extLst xmlns:a="http://schemas.openxmlformats.org/drawingml/2006/main">
              <a:ext uri="{FF2B5EF4-FFF2-40B4-BE49-F238E27FC236}">
                <a16:creationId xmlns:a16="http://schemas.microsoft.com/office/drawing/2014/main" id="{00E58643-299D-E559-5E2F-8E9CFDE0392A}"/>
              </a:ext>
            </a:extLst>
          </p:cNvPr>
          <p:cNvSpPr>
            <a:spLocks xmlns:a="http://schemas.openxmlformats.org/drawingml/2006/main" noGrp="1"/>
          </p:cNvSpPr>
          <p:nvPr/>
        </p:nvSpPr>
        <p:spPr>
          <a:xfrm xmlns:a="http://schemas.openxmlformats.org/drawingml/2006/main" rot="0">
            <a:off x="5922611" y="3213988"/>
            <a:ext cx="764045" cy="225681"/>
          </a:xfrm>
          <a:prstGeom xmlns:a="http://schemas.openxmlformats.org/drawingml/2006/main" prst="roundRect">
            <a:avLst/>
          </a:prstGeom>
          <a:solidFill xmlns:a="http://schemas.openxmlformats.org/drawingml/2006/main">
            <a:srgbClr val="F79646"/>
          </a:solidFill>
          <a:ln xmlns:a="http://schemas.openxmlformats.org/drawingml/2006/main" w="25400" cmpd="sng">
            <a:solidFill>
              <a:srgbClr val="4F81BD">
                <a:shade val="15000"/>
              </a:srgbClr>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b="1" i="0" u="none" cap="none">
                <a:ln>
                  <a:noFill/>
                </a:ln>
                <a:solidFill>
                  <a:prstClr val="black"/>
                </a:solidFill>
                <a:latin typeface="Calibri"/>
                <a:ea typeface="Calibri"/>
                <a:cs typeface="Calibri"/>
              </a:rPr>
              <a:t>Pick</a:t>
            </a:r>
          </a:p>
        </p:txBody>
      </p:sp>
      <p:sp>
        <p:nvSpPr>
          <p:cNvPr id="57" name="矩形: 圆角 56">
            <a:extLst xmlns:a="http://schemas.openxmlformats.org/drawingml/2006/main">
              <a:ext uri="{FF2B5EF4-FFF2-40B4-BE49-F238E27FC236}">
                <a16:creationId xmlns:a16="http://schemas.microsoft.com/office/drawing/2014/main" id="{0028A3F1-2A28-E7EE-28DA-3FBEF31B1070}"/>
              </a:ext>
            </a:extLst>
          </p:cNvPr>
          <p:cNvSpPr>
            <a:spLocks xmlns:a="http://schemas.openxmlformats.org/drawingml/2006/main" noGrp="1"/>
          </p:cNvSpPr>
          <p:nvPr/>
        </p:nvSpPr>
        <p:spPr>
          <a:xfrm xmlns:a="http://schemas.openxmlformats.org/drawingml/2006/main" rot="0">
            <a:off x="6788243" y="3213989"/>
            <a:ext cx="764045" cy="225681"/>
          </a:xfrm>
          <a:prstGeom xmlns:a="http://schemas.openxmlformats.org/drawingml/2006/main" prst="roundRect">
            <a:avLst/>
          </a:prstGeom>
          <a:solidFill xmlns:a="http://schemas.openxmlformats.org/drawingml/2006/main">
            <a:srgbClr val="FFD966"/>
          </a:solidFill>
          <a:ln xmlns:a="http://schemas.openxmlformats.org/drawingml/2006/main" w="25400" cmpd="sng">
            <a:solidFill>
              <a:srgbClr val="4F81BD">
                <a:shade val="15000"/>
              </a:srgbClr>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b="1" i="0" u="none" cap="none">
                <a:ln>
                  <a:noFill/>
                </a:ln>
                <a:solidFill>
                  <a:prstClr val="black"/>
                </a:solidFill>
                <a:latin typeface="Calibri"/>
                <a:ea typeface="Calibri"/>
                <a:cs typeface="Calibri"/>
              </a:rPr>
              <a:t>Navigate</a:t>
            </a:r>
          </a:p>
        </p:txBody>
      </p:sp>
      <p:sp>
        <p:nvSpPr>
          <p:cNvPr id="58" name="矩形: 圆角 57">
            <a:extLst xmlns:a="http://schemas.openxmlformats.org/drawingml/2006/main">
              <a:ext uri="{FF2B5EF4-FFF2-40B4-BE49-F238E27FC236}">
                <a16:creationId xmlns:a16="http://schemas.microsoft.com/office/drawing/2014/main" id="{8C5E0A79-18F8-A1EC-5A44-826D52F6360A}"/>
              </a:ext>
            </a:extLst>
          </p:cNvPr>
          <p:cNvSpPr>
            <a:spLocks xmlns:a="http://schemas.openxmlformats.org/drawingml/2006/main" noGrp="1"/>
          </p:cNvSpPr>
          <p:nvPr/>
        </p:nvSpPr>
        <p:spPr>
          <a:xfrm xmlns:a="http://schemas.openxmlformats.org/drawingml/2006/main" rot="0">
            <a:off x="7653875" y="3213988"/>
            <a:ext cx="764045" cy="225681"/>
          </a:xfrm>
          <a:prstGeom xmlns:a="http://schemas.openxmlformats.org/drawingml/2006/main" prst="roundRect">
            <a:avLst/>
          </a:prstGeom>
          <a:solidFill xmlns:a="http://schemas.openxmlformats.org/drawingml/2006/main">
            <a:srgbClr val="FFD966"/>
          </a:solidFill>
          <a:ln xmlns:a="http://schemas.openxmlformats.org/drawingml/2006/main" w="25400" cmpd="sng">
            <a:solidFill>
              <a:srgbClr val="4F81BD">
                <a:shade val="15000"/>
              </a:srgbClr>
            </a:solidFill>
            <a:prstDash val="solid"/>
          </a:ln>
        </p:spPr>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r>
              <a:rPr sz="1200" b="1" i="0" u="none" cap="none">
                <a:ln>
                  <a:noFill/>
                </a:ln>
                <a:solidFill>
                  <a:prstClr val="black"/>
                </a:solidFill>
                <a:latin typeface="Calibri"/>
                <a:ea typeface="Calibri"/>
                <a:cs typeface="Calibri"/>
              </a:rPr>
              <a:t>Put</a:t>
            </a:r>
          </a:p>
        </p:txBody>
      </p:sp>
      <p:cxnSp>
        <p:nvCxnSpPr>
          <p:cNvPr id="79" name="直接箭头连接符 58"/>
          <p:cNvCxnSpPr>
            <a:stCxn xmlns:a="http://schemas.openxmlformats.org/drawingml/2006/main" id="53" idx="3"/>
            <a:endCxn xmlns:a="http://schemas.openxmlformats.org/drawingml/2006/main" id="54" idx="1"/>
          </p:cNvCxnSpPr>
          <p:nvPr/>
        </p:nvCxnSpPr>
        <p:spPr>
          <a:xfrm xmlns:a="http://schemas.openxmlformats.org/drawingml/2006/main" rot="0">
            <a:off x="6686656" y="2979241"/>
            <a:ext cx="101592" cy="0"/>
          </a:xfrm>
          <a:prstGeom xmlns:a="http://schemas.openxmlformats.org/drawingml/2006/main" prst="straightConnector1">
            <a:avLst/>
          </a:prstGeom>
          <a:ln xmlns:a="http://schemas.openxmlformats.org/drawingml/2006/main" w="12700" cap="flat">
            <a:solidFill>
              <a:srgbClr val="4F81BD">
                <a:shade val="95000"/>
                <a:satMod val="105000"/>
              </a:srgbClr>
            </a:solidFill>
            <a:prstDash val="solid"/>
            <a:tailEnd type="triangle"/>
          </a:ln>
        </p:spPr>
      </p:cxnSp>
      <p:cxnSp>
        <p:nvCxnSpPr>
          <p:cNvPr id="80" name="直接箭头连接符 59"/>
          <p:cNvCxnSpPr>
            <a:stCxn xmlns:a="http://schemas.openxmlformats.org/drawingml/2006/main" id="54" idx="3"/>
            <a:endCxn xmlns:a="http://schemas.openxmlformats.org/drawingml/2006/main" id="55" idx="1"/>
          </p:cNvCxnSpPr>
          <p:nvPr/>
        </p:nvCxnSpPr>
        <p:spPr>
          <a:xfrm xmlns:a="http://schemas.openxmlformats.org/drawingml/2006/main" rot="0">
            <a:off x="7552295" y="2979241"/>
            <a:ext cx="101586" cy="0"/>
          </a:xfrm>
          <a:prstGeom xmlns:a="http://schemas.openxmlformats.org/drawingml/2006/main" prst="straightConnector1">
            <a:avLst/>
          </a:prstGeom>
          <a:ln xmlns:a="http://schemas.openxmlformats.org/drawingml/2006/main" w="12700" cap="flat">
            <a:solidFill>
              <a:srgbClr val="4F81BD">
                <a:shade val="95000"/>
                <a:satMod val="105000"/>
              </a:srgbClr>
            </a:solidFill>
            <a:prstDash val="solid"/>
            <a:tailEnd type="triangle"/>
          </a:ln>
        </p:spPr>
      </p:cxnSp>
      <p:cxnSp>
        <p:nvCxnSpPr>
          <p:cNvPr id="81" name="直接箭头连接符 60"/>
          <p:cNvCxnSpPr>
            <a:stCxn xmlns:a="http://schemas.openxmlformats.org/drawingml/2006/main" id="56" idx="3"/>
            <a:endCxn xmlns:a="http://schemas.openxmlformats.org/drawingml/2006/main" id="57" idx="1"/>
          </p:cNvCxnSpPr>
          <p:nvPr/>
        </p:nvCxnSpPr>
        <p:spPr>
          <a:xfrm xmlns:a="http://schemas.openxmlformats.org/drawingml/2006/main" rot="0">
            <a:off x="6686656" y="3326829"/>
            <a:ext cx="101586" cy="0"/>
          </a:xfrm>
          <a:prstGeom xmlns:a="http://schemas.openxmlformats.org/drawingml/2006/main" prst="straightConnector1">
            <a:avLst/>
          </a:prstGeom>
          <a:ln xmlns:a="http://schemas.openxmlformats.org/drawingml/2006/main" w="12700" cap="flat">
            <a:solidFill>
              <a:srgbClr val="4F81BD">
                <a:shade val="95000"/>
                <a:satMod val="105000"/>
              </a:srgbClr>
            </a:solidFill>
            <a:prstDash val="solid"/>
            <a:tailEnd type="triangle"/>
          </a:ln>
        </p:spPr>
      </p:cxnSp>
      <p:cxnSp>
        <p:nvCxnSpPr>
          <p:cNvPr id="82" name="直接箭头连接符 61"/>
          <p:cNvCxnSpPr>
            <a:stCxn xmlns:a="http://schemas.openxmlformats.org/drawingml/2006/main" id="57" idx="3"/>
            <a:endCxn xmlns:a="http://schemas.openxmlformats.org/drawingml/2006/main" id="58" idx="1"/>
          </p:cNvCxnSpPr>
          <p:nvPr/>
        </p:nvCxnSpPr>
        <p:spPr>
          <a:xfrm xmlns:a="http://schemas.openxmlformats.org/drawingml/2006/main" rot="0">
            <a:off x="7552288" y="3326829"/>
            <a:ext cx="101587" cy="0"/>
          </a:xfrm>
          <a:prstGeom xmlns:a="http://schemas.openxmlformats.org/drawingml/2006/main" prst="straightConnector1">
            <a:avLst/>
          </a:prstGeom>
          <a:ln xmlns:a="http://schemas.openxmlformats.org/drawingml/2006/main" w="12700" cap="flat">
            <a:solidFill>
              <a:srgbClr val="4F81BD">
                <a:shade val="95000"/>
                <a:satMod val="105000"/>
              </a:srgbClr>
            </a:solidFill>
            <a:prstDash val="solid"/>
            <a:tailEnd type="triangle"/>
          </a:ln>
        </p:spPr>
      </p:cxnSp>
      <p:cxnSp>
        <p:nvCxnSpPr>
          <p:cNvPr id="83" name="连接符: 曲线 51"/>
          <p:cNvCxnSpPr>
            <a:stCxn xmlns:a="http://schemas.openxmlformats.org/drawingml/2006/main" id="55" idx="3"/>
            <a:endCxn xmlns:a="http://schemas.openxmlformats.org/drawingml/2006/main" id="56" idx="1"/>
          </p:cNvCxnSpPr>
          <p:nvPr/>
        </p:nvCxnSpPr>
        <p:spPr>
          <a:xfrm xmlns:a="http://schemas.openxmlformats.org/drawingml/2006/main" rot="0" flipH="1">
            <a:off x="5922610" y="2979241"/>
            <a:ext cx="2495316" cy="347588"/>
          </a:xfrm>
          <a:prstGeom xmlns:a="http://schemas.openxmlformats.org/drawingml/2006/main" prst="curvedConnector5">
            <a:avLst>
              <a:gd name="adj1" fmla="val -7336"/>
              <a:gd name="adj2" fmla="val 50000"/>
              <a:gd name="adj3" fmla="val 107336"/>
            </a:avLst>
          </a:prstGeom>
          <a:ln xmlns:a="http://schemas.openxmlformats.org/drawingml/2006/main">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63" name="内容占位符 3">
            <a:extLst xmlns:a="http://schemas.openxmlformats.org/drawingml/2006/main">
              <a:ext uri="{FF2B5EF4-FFF2-40B4-BE49-F238E27FC236}">
                <a16:creationId xmlns:a16="http://schemas.microsoft.com/office/drawing/2014/main" id="{5E6F088F-41B6-A8D0-2F32-E6BC1F736EFA}"/>
              </a:ext>
            </a:extLst>
          </p:cNvPr>
          <p:cNvSpPr>
            <a:spLocks xmlns:a="http://schemas.openxmlformats.org/drawingml/2006/main" noGrp="1"/>
          </p:cNvSpPr>
          <p:nvPr>
            <p:ph idx="13"/>
          </p:nvPr>
        </p:nvSpPr>
        <p:spPr>
          <a:xfrm xmlns:a="http://schemas.openxmlformats.org/drawingml/2006/main">
            <a:off x="396240" y="1045364"/>
            <a:ext cx="8415212" cy="13726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pPr>
              <a:lnSpc>
                <a:spcPct val="150000"/>
              </a:lnSpc>
              <a:buNone/>
            </a:pPr>
            <a:r>
              <a:rPr>
                <a:latin typeface="Times New Roman"/>
                <a:ea typeface="Times New Roman"/>
                <a:cs typeface="Times New Roman"/>
              </a:rPr>
              <a:t>1.1 </a:t>
            </a:r>
            <a:r>
              <a:rPr>
                <a:latin typeface="Times New Roman"/>
                <a:ea typeface="Times New Roman"/>
                <a:cs typeface="Times New Roman"/>
              </a:rPr>
              <a:t>任务规划策略存储</a:t>
            </a:r>
          </a:p>
          <a:p xmlns:a="http://schemas.openxmlformats.org/drawingml/2006/main">
            <a:pPr>
              <a:lnSpc>
                <a:spcPct val="150000"/>
              </a:lnSpc>
              <a:buNone/>
            </a:pPr>
            <a:r>
              <a:rPr>
                <a:latin typeface="Times New Roman"/>
                <a:ea typeface="Times New Roman"/>
                <a:cs typeface="Times New Roman"/>
              </a:rPr>
              <a:t>1.2 </a:t>
            </a:r>
            <a:r>
              <a:rPr>
                <a:latin typeface="Times New Roman"/>
                <a:ea typeface="Times New Roman"/>
                <a:cs typeface="Times New Roman"/>
              </a:rPr>
              <a:t>任务轨迹存储</a:t>
            </a:r>
          </a:p>
        </p:txBody>
      </p:sp>
    </p:spTree>
    <p:extLst>
      <p:ext uri="{BB962C8B-B14F-4D97-AF65-F5344CB8AC3E}">
        <p14:creationId xmlns:p14="http://schemas.microsoft.com/office/powerpoint/2010/main" val="416651191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165087082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ABDF428C-7BED-4FF6-AC1A-16636EC4B370}"/>
              </a:ext>
            </a:extLst>
          </p:cNvPr>
          <p:cNvSpPr>
            <a:spLocks xmlns:a="http://schemas.openxmlformats.org/drawingml/2006/main" noGrp="1"/>
          </p:cNvSpPr>
          <p:nvPr>
            <p:ph type="body" idx="10" hasCustomPrompt="1"/>
          </p:nvPr>
        </p:nvSpPr>
        <p:spPr>
          <a:prstGeom xmlns:a="http://schemas.openxmlformats.org/drawingml/2006/main" prst="rect">
            <a:avLst/>
          </a:prstGeom>
        </p:spPr>
        <p:txBody>
          <a:bodyPr xmlns:a="http://schemas.openxmlformats.org/drawingml/2006/main" lIns="95250" tIns="47625" rIns="95250" bIns="47625">
            <a:noAutofit/>
          </a:bodyPr>
          <a:lstStyle xmlns:a="http://schemas.openxmlformats.org/drawingml/2006/main">
            <a:lvl1pPr algn="l">
              <a:lnSpc>
                <a:spcPct val="92000"/>
              </a:lnSpc>
              <a:buNone/>
              <a:defRPr sz="2500" b="1" i="0" u="none" spc="0">
                <a:solidFill>
                  <a:srgbClr val="093E76">
                    <a:alpha val="100000"/>
                  </a:srgbClr>
                </a:solidFill>
                <a:latin typeface="微软雅黑"/>
                <a:ea typeface="微软雅黑"/>
                <a:cs typeface="微软雅黑"/>
              </a:defRPr>
            </a:lvl1pPr>
          </a:lstStyle>
          <a:p xmlns:a="http://schemas.openxmlformats.org/drawingml/2006/main">
            <a:pPr indent="0" algn="l">
              <a:lnSpc>
                <a:spcPct val="92000"/>
              </a:lnSpc>
              <a:buNone/>
            </a:pPr>
            <a:r>
              <a:rPr sz="2550" b="1" i="0" u="none">
                <a:solidFill>
                  <a:srgbClr val="093E76"/>
                </a:solidFill>
                <a:latin typeface="微软雅黑"/>
                <a:ea typeface="微软雅黑"/>
                <a:cs typeface="微软雅黑"/>
              </a:rPr>
              <a:t>实验设置</a:t>
            </a:r>
          </a:p>
        </p:txBody>
      </p:sp>
      <p:sp>
        <p:nvSpPr>
          <p:cNvPr id="4" name="AutoShape 4">
            <a:extLst xmlns:a="http://schemas.openxmlformats.org/drawingml/2006/main">
              <a:ext uri="{FF2B5EF4-FFF2-40B4-BE49-F238E27FC236}">
                <a16:creationId xmlns:a16="http://schemas.microsoft.com/office/drawing/2014/main" id="{89205CC4-466A-4E6F-918C-DC5D8796E85C}"/>
              </a:ext>
            </a:extLst>
          </p:cNvPr>
          <p:cNvSpPr>
            <a:spLocks xmlns:a="http://schemas.openxmlformats.org/drawingml/2006/main" noGrp="1"/>
          </p:cNvSpPr>
          <p:nvPr>
            <p:ph type="body" idx="12"/>
          </p:nvPr>
        </p:nvSpPr>
        <p:spPr>
          <a:xfrm xmlns:a="http://schemas.openxmlformats.org/drawingml/2006/main">
            <a:off x="7086600" y="6565804"/>
            <a:ext cx="2057400" cy="342900"/>
          </a:xfrm>
          <a:prstGeom xmlns:a="http://schemas.openxmlformats.org/drawingml/2006/main" prst="rect">
            <a:avLst/>
          </a:prstGeom>
        </p:spPr>
        <p:txBody>
          <a:bodyPr xmlns:a="http://schemas.openxmlformats.org/drawingml/2006/main" lIns="95250" tIns="47625" rIns="95250" bIns="47625" anchor="ctr">
            <a:noAutofit/>
          </a:bodyPr>
          <a:lstStyle xmlns:a="http://schemas.openxmlformats.org/drawingml/2006/main">
            <a:lvl1pPr algn="r">
              <a:lnSpc>
                <a:spcPct val="100000"/>
              </a:lnSpc>
              <a:buNone/>
              <a:defRPr sz="1500" b="0" i="0" u="none" spc="0">
                <a:solidFill>
                  <a:srgbClr val="808080">
                    <a:alpha val="100000"/>
                  </a:srgbClr>
                </a:solidFill>
                <a:latin typeface="微软雅黑"/>
                <a:ea typeface="微软雅黑"/>
                <a:cs typeface="微软雅黑"/>
              </a:defRPr>
            </a:lvl1pPr>
          </a:lstStyle>
          <a:p xmlns:a="http://schemas.openxmlformats.org/drawingml/2006/main">
            <a:pPr algn="r">
              <a:buNone/>
            </a:pPr>
            <a:r>
              <a:t>17</a:t>
            </a:r>
          </a:p>
        </p:txBody>
      </p:sp>
      <p:sp>
        <p:nvSpPr>
          <p:cNvPr id="5" name="文本占位符 4">
            <a:extLst xmlns:a="http://schemas.openxmlformats.org/drawingml/2006/main">
              <a:ext uri="{FF2B5EF4-FFF2-40B4-BE49-F238E27FC236}">
                <a16:creationId xmlns:a16="http://schemas.microsoft.com/office/drawing/2014/main" id="{B7F75F13-D3D5-4E55-A03B-1BA8727B0954}"/>
              </a:ext>
            </a:extLst>
          </p:cNvPr>
          <p:cNvSpPr>
            <a:spLocks xmlns:a="http://schemas.openxmlformats.org/drawingml/2006/main" noGrp="1"/>
          </p:cNvSpPr>
          <p:nvPr>
            <p:ph type="body" idx="11"/>
          </p:nvPr>
        </p:nvSpPr>
        <p:spPr>
          <a:xfrm xmlns:a="http://schemas.openxmlformats.org/drawingml/2006/main">
            <a:off x="396531" y="1212850"/>
            <a:ext cx="8410575" cy="1123950"/>
          </a:xfrm>
        </p:spPr>
        <p:txBody>
          <a:bodyPr xmlns:a="http://schemas.openxmlformats.org/drawingml/2006/main"/>
          <a:lstStyle xmlns:a="http://schemas.openxmlformats.org/drawingml/2006/main"/>
          <a:p xmlns:a="http://schemas.openxmlformats.org/drawingml/2006/main"/>
        </p:txBody>
      </p:sp>
      <p:sp>
        <p:nvSpPr>
          <p:cNvPr id="10" name="内容占位符 6">
            <a:extLst xmlns:a="http://schemas.openxmlformats.org/drawingml/2006/main">
              <a:ext uri="{FF2B5EF4-FFF2-40B4-BE49-F238E27FC236}">
                <a16:creationId xmlns:a16="http://schemas.microsoft.com/office/drawing/2014/main" id="{E31E8E83-2439-43DC-95FB-C5CB28744ECD}"/>
              </a:ext>
            </a:extLst>
          </p:cNvPr>
          <p:cNvSpPr>
            <a:spLocks xmlns:a="http://schemas.openxmlformats.org/drawingml/2006/main" noGrp="1"/>
          </p:cNvSpPr>
          <p:nvPr/>
        </p:nvSpPr>
        <p:spPr>
          <a:xfrm xmlns:a="http://schemas.openxmlformats.org/drawingml/2006/main">
            <a:off x="396240" y="1212850"/>
            <a:ext cx="8415020" cy="5031105"/>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vert="horz" lIns="91440" tIns="45720" rIns="91440" bIns="45720">
            <a:normAutofit/>
          </a:bodyPr>
          <a:lstStyle xmlns:a="http://schemas.openxmlformats.org/drawingml/2006/main">
            <a:lvl1pPr marL="349250" indent="-349250" algn="l">
              <a:lnSpc>
                <a:spcPct val="110000"/>
              </a:lnSpc>
              <a:spcBef>
                <a:spcPts val="1000"/>
              </a:spcBef>
              <a:buChar char="q"/>
              <a:defRPr sz="2000" b="1">
                <a:solidFill>
                  <a:srgbClr val="102E66"/>
                </a:solidFill>
                <a:latin typeface="微软雅黑"/>
                <a:ea typeface="微软雅黑"/>
                <a:cs typeface="微软雅黑"/>
              </a:defRPr>
            </a:lvl1pPr>
            <a:lvl2pPr marL="805180" indent="-347980" algn="l">
              <a:lnSpc>
                <a:spcPct val="110000"/>
              </a:lnSpc>
              <a:spcBef>
                <a:spcPts val="500"/>
              </a:spcBef>
              <a:buChar char="Ø"/>
              <a:defRPr sz="1800">
                <a:solidFill>
                  <a:srgbClr val="102E66"/>
                </a:solidFill>
                <a:latin typeface="微软雅黑"/>
                <a:ea typeface="微软雅黑"/>
                <a:cs typeface="微软雅黑"/>
              </a:defRPr>
            </a:lvl2pPr>
            <a:lvl3pPr marL="1260475" indent="-346075" algn="l">
              <a:lnSpc>
                <a:spcPct val="110000"/>
              </a:lnSpc>
              <a:spcBef>
                <a:spcPts val="500"/>
              </a:spcBef>
              <a:buChar char="§"/>
              <a:defRPr sz="1600">
                <a:solidFill>
                  <a:srgbClr val="102E66"/>
                </a:solidFill>
                <a:latin typeface="微软雅黑"/>
                <a:ea typeface="微软雅黑"/>
                <a:cs typeface="微软雅黑"/>
              </a:defRPr>
            </a:lvl3pPr>
            <a:lvl4pPr marL="1600200" indent="-228600" algn="l">
              <a:lnSpc>
                <a:spcPct val="90000"/>
              </a:lnSpc>
              <a:spcBef>
                <a:spcPts val="500"/>
              </a:spcBef>
              <a:buChar char="q"/>
              <a:defRPr sz="1800">
                <a:solidFill>
                  <a:schemeClr val="tx1"/>
                </a:solidFill>
                <a:latin typeface="微软雅黑"/>
                <a:ea typeface="微软雅黑"/>
                <a:cs typeface="微软雅黑"/>
              </a:defRPr>
            </a:lvl4pPr>
            <a:lvl5pPr marL="2057400" indent="-228600" algn="l">
              <a:lnSpc>
                <a:spcPct val="90000"/>
              </a:lnSpc>
              <a:spcBef>
                <a:spcPts val="500"/>
              </a:spcBef>
              <a:buChar char="q"/>
              <a:defRPr sz="1800">
                <a:solidFill>
                  <a:schemeClr val="tx1"/>
                </a:solidFill>
                <a:latin typeface="微软雅黑"/>
                <a:ea typeface="微软雅黑"/>
                <a:cs typeface="微软雅黑"/>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r>
              <a:t>数据集</a:t>
            </a:r>
          </a:p>
          <a:p xmlns:a="http://schemas.openxmlformats.org/drawingml/2006/main">
            <a:pPr>
              <a:buNone/>
            </a:pPr>
            <a:r>
              <a:t>MineDojo</a:t>
            </a:r>
            <a:r>
              <a:t>：基于</a:t>
            </a:r>
            <a:r>
              <a:t>Minecraft</a:t>
            </a:r>
            <a:r>
              <a:t>游戏的通用智能体模拟器框架，提供了一个包含数千个多样化开放任务的模拟套件</a:t>
            </a:r>
          </a:p>
          <a:p xmlns:a="http://schemas.openxmlformats.org/drawingml/2006/main">
            <a:r>
              <a:t>基线方法</a:t>
            </a:r>
          </a:p>
          <a:p xmlns:a="http://schemas.openxmlformats.org/drawingml/2006/main">
            <a:pPr>
              <a:buNone/>
            </a:pPr>
            <a:r>
              <a:rPr sz="1800"/>
              <a:t>Expel</a:t>
            </a:r>
          </a:p>
          <a:p xmlns:a="http://schemas.openxmlformats.org/drawingml/2006/main">
            <a:pPr>
              <a:buNone/>
            </a:pPr>
            <a:r>
              <a:rPr sz="1800"/>
              <a:t>Reflexion</a:t>
            </a:r>
          </a:p>
          <a:p xmlns:a="http://schemas.openxmlformats.org/drawingml/2006/main">
            <a:pPr>
              <a:buNone/>
            </a:pPr>
            <a:r>
              <a:t>MP5</a:t>
            </a:r>
          </a:p>
          <a:p xmlns:a="http://schemas.openxmlformats.org/drawingml/2006/main">
            <a:r>
              <a:t>评价指标</a:t>
            </a:r>
          </a:p>
          <a:p xmlns:a="http://schemas.openxmlformats.org/drawingml/2006/main">
            <a:pPr>
              <a:buNone/>
            </a:pPr>
            <a:r>
              <a:t>成功率</a:t>
            </a:r>
          </a:p>
          <a:p xmlns:a="http://schemas.openxmlformats.org/drawingml/2006/main">
            <a:pPr>
              <a:buNone/>
            </a:pPr>
            <a:r>
              <a:t>加权运行步长</a:t>
            </a:r>
          </a:p>
          <a:p xmlns:a="http://schemas.openxmlformats.org/drawingml/2006/main">
            <a:pPr>
              <a:buNone/>
            </a:pPr>
          </a:p>
        </p:txBody>
      </p:sp>
    </p:spTree>
    <p:extLst>
      <p:ext uri="{BB962C8B-B14F-4D97-AF65-F5344CB8AC3E}">
        <p14:creationId xmlns:p14="http://schemas.microsoft.com/office/powerpoint/2010/main" val="55642555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175558378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52495DD8-3DF3-4481-823B-4FF275E72AC3}"/>
              </a:ext>
            </a:extLst>
          </p:cNvPr>
          <p:cNvSpPr>
            <a:spLocks xmlns:a="http://schemas.openxmlformats.org/drawingml/2006/main" noGrp="1"/>
          </p:cNvSpPr>
          <p:nvPr>
            <p:ph type="body" idx="10" hasCustomPrompt="1"/>
          </p:nvPr>
        </p:nvSpPr>
        <p:spPr>
          <a:prstGeom xmlns:a="http://schemas.openxmlformats.org/drawingml/2006/main" prst="rect">
            <a:avLst/>
          </a:prstGeom>
        </p:spPr>
        <p:txBody>
          <a:bodyPr xmlns:a="http://schemas.openxmlformats.org/drawingml/2006/main" lIns="95250" tIns="47625" rIns="95250" bIns="47625">
            <a:noAutofit/>
          </a:bodyPr>
          <a:lstStyle xmlns:a="http://schemas.openxmlformats.org/drawingml/2006/main">
            <a:lvl1pPr algn="l">
              <a:lnSpc>
                <a:spcPct val="92000"/>
              </a:lnSpc>
              <a:buNone/>
              <a:defRPr sz="2500" b="1" i="0" u="none" spc="0">
                <a:solidFill>
                  <a:srgbClr val="093E76">
                    <a:alpha val="100000"/>
                  </a:srgbClr>
                </a:solidFill>
                <a:latin typeface="微软雅黑"/>
                <a:ea typeface="微软雅黑"/>
                <a:cs typeface="微软雅黑"/>
              </a:defRPr>
            </a:lvl1pPr>
          </a:lstStyle>
          <a:p xmlns:a="http://schemas.openxmlformats.org/drawingml/2006/main">
            <a:pPr indent="0" algn="l">
              <a:lnSpc>
                <a:spcPct val="92000"/>
              </a:lnSpc>
              <a:buNone/>
            </a:pPr>
            <a:r>
              <a:rPr sz="2550" b="1" i="0" u="none">
                <a:solidFill>
                  <a:srgbClr val="093E76"/>
                </a:solidFill>
                <a:latin typeface="微软雅黑"/>
                <a:ea typeface="微软雅黑"/>
                <a:cs typeface="微软雅黑"/>
              </a:rPr>
              <a:t>总结</a:t>
            </a:r>
          </a:p>
        </p:txBody>
      </p:sp>
      <p:sp>
        <p:nvSpPr>
          <p:cNvPr id="4" name="AutoShape 4">
            <a:extLst xmlns:a="http://schemas.openxmlformats.org/drawingml/2006/main">
              <a:ext uri="{FF2B5EF4-FFF2-40B4-BE49-F238E27FC236}">
                <a16:creationId xmlns:a16="http://schemas.microsoft.com/office/drawing/2014/main" id="{2ADB6943-F282-4F1B-8558-E0300899F014}"/>
              </a:ext>
            </a:extLst>
          </p:cNvPr>
          <p:cNvSpPr>
            <a:spLocks xmlns:a="http://schemas.openxmlformats.org/drawingml/2006/main" noGrp="1"/>
          </p:cNvSpPr>
          <p:nvPr>
            <p:ph type="body" idx="12"/>
          </p:nvPr>
        </p:nvSpPr>
        <p:spPr>
          <a:xfrm xmlns:a="http://schemas.openxmlformats.org/drawingml/2006/main">
            <a:off x="7086600" y="6565804"/>
            <a:ext cx="2057400" cy="342900"/>
          </a:xfrm>
          <a:prstGeom xmlns:a="http://schemas.openxmlformats.org/drawingml/2006/main" prst="rect">
            <a:avLst/>
          </a:prstGeom>
        </p:spPr>
        <p:txBody>
          <a:bodyPr xmlns:a="http://schemas.openxmlformats.org/drawingml/2006/main" lIns="95250" tIns="47625" rIns="95250" bIns="47625" anchor="ctr">
            <a:noAutofit/>
          </a:bodyPr>
          <a:lstStyle xmlns:a="http://schemas.openxmlformats.org/drawingml/2006/main">
            <a:lvl1pPr algn="r">
              <a:lnSpc>
                <a:spcPct val="100000"/>
              </a:lnSpc>
              <a:buNone/>
              <a:defRPr sz="1500" b="0" i="0" u="none" spc="0">
                <a:solidFill>
                  <a:srgbClr val="808080">
                    <a:alpha val="100000"/>
                  </a:srgbClr>
                </a:solidFill>
                <a:latin typeface="微软雅黑"/>
                <a:ea typeface="微软雅黑"/>
                <a:cs typeface="微软雅黑"/>
              </a:defRPr>
            </a:lvl1pPr>
          </a:lstStyle>
          <a:p xmlns:a="http://schemas.openxmlformats.org/drawingml/2006/main">
            <a:pPr algn="r">
              <a:buNone/>
            </a:pPr>
            <a:r>
              <a:t>19</a:t>
            </a:r>
          </a:p>
        </p:txBody>
      </p:sp>
      <p:sp>
        <p:nvSpPr>
          <p:cNvPr id="5" name="文本占位符 4">
            <a:extLst xmlns:a="http://schemas.openxmlformats.org/drawingml/2006/main">
              <a:ext uri="{FF2B5EF4-FFF2-40B4-BE49-F238E27FC236}">
                <a16:creationId xmlns:a16="http://schemas.microsoft.com/office/drawing/2014/main" id="{198530ED-1E38-4303-B767-1DA315BFFE9D}"/>
              </a:ext>
            </a:extLst>
          </p:cNvPr>
          <p:cNvSpPr>
            <a:spLocks xmlns:a="http://schemas.openxmlformats.org/drawingml/2006/main" noGrp="1"/>
          </p:cNvSpPr>
          <p:nvPr>
            <p:ph type="body" idx="11"/>
          </p:nvPr>
        </p:nvSpPr>
        <p:spPr>
          <a:xfrm xmlns:a="http://schemas.openxmlformats.org/drawingml/2006/main">
            <a:off x="396531" y="1212850"/>
            <a:ext cx="8410575" cy="1123950"/>
          </a:xfrm>
        </p:spPr>
        <p:txBody>
          <a:bodyPr xmlns:a="http://schemas.openxmlformats.org/drawingml/2006/main"/>
          <a:lstStyle xmlns:a="http://schemas.openxmlformats.org/drawingml/2006/main"/>
          <a:p xmlns:a="http://schemas.openxmlformats.org/drawingml/2006/main"/>
        </p:txBody>
      </p:sp>
      <p:sp>
        <p:nvSpPr>
          <p:cNvPr id="10" name="内容占位符 6">
            <a:extLst xmlns:a="http://schemas.openxmlformats.org/drawingml/2006/main">
              <a:ext uri="{FF2B5EF4-FFF2-40B4-BE49-F238E27FC236}">
                <a16:creationId xmlns:a16="http://schemas.microsoft.com/office/drawing/2014/main" id="{FCB5CC5D-48EA-48EA-875B-AA155EE09185}"/>
              </a:ext>
            </a:extLst>
          </p:cNvPr>
          <p:cNvSpPr>
            <a:spLocks xmlns:a="http://schemas.openxmlformats.org/drawingml/2006/main" noGrp="1"/>
          </p:cNvSpPr>
          <p:nvPr/>
        </p:nvSpPr>
        <p:spPr>
          <a:xfrm xmlns:a="http://schemas.openxmlformats.org/drawingml/2006/main">
            <a:off x="396240" y="1212850"/>
            <a:ext cx="8415020" cy="5031105"/>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vert="horz" lIns="91440" tIns="45720" rIns="91440" bIns="45720">
            <a:normAutofit/>
          </a:bodyPr>
          <a:lstStyle xmlns:a="http://schemas.openxmlformats.org/drawingml/2006/main">
            <a:lvl1pPr marL="349250" indent="-349250" algn="l">
              <a:lnSpc>
                <a:spcPct val="110000"/>
              </a:lnSpc>
              <a:spcBef>
                <a:spcPts val="1000"/>
              </a:spcBef>
              <a:buChar char="q"/>
              <a:defRPr sz="2000" b="1">
                <a:solidFill>
                  <a:srgbClr val="102E66"/>
                </a:solidFill>
                <a:latin typeface="微软雅黑"/>
                <a:ea typeface="微软雅黑"/>
                <a:cs typeface="微软雅黑"/>
              </a:defRPr>
            </a:lvl1pPr>
            <a:lvl2pPr marL="805180" indent="-347980" algn="l">
              <a:lnSpc>
                <a:spcPct val="110000"/>
              </a:lnSpc>
              <a:spcBef>
                <a:spcPts val="500"/>
              </a:spcBef>
              <a:buChar char="Ø"/>
              <a:defRPr sz="1800">
                <a:solidFill>
                  <a:srgbClr val="102E66"/>
                </a:solidFill>
                <a:latin typeface="微软雅黑"/>
                <a:ea typeface="微软雅黑"/>
                <a:cs typeface="微软雅黑"/>
              </a:defRPr>
            </a:lvl2pPr>
            <a:lvl3pPr marL="1260475" indent="-346075" algn="l">
              <a:lnSpc>
                <a:spcPct val="110000"/>
              </a:lnSpc>
              <a:spcBef>
                <a:spcPts val="500"/>
              </a:spcBef>
              <a:buChar char="§"/>
              <a:defRPr sz="1600">
                <a:solidFill>
                  <a:srgbClr val="102E66"/>
                </a:solidFill>
                <a:latin typeface="微软雅黑"/>
                <a:ea typeface="微软雅黑"/>
                <a:cs typeface="微软雅黑"/>
              </a:defRPr>
            </a:lvl3pPr>
            <a:lvl4pPr marL="1600200" indent="-228600" algn="l">
              <a:lnSpc>
                <a:spcPct val="90000"/>
              </a:lnSpc>
              <a:spcBef>
                <a:spcPts val="500"/>
              </a:spcBef>
              <a:buChar char="q"/>
              <a:defRPr sz="1800">
                <a:solidFill>
                  <a:schemeClr val="tx1"/>
                </a:solidFill>
                <a:latin typeface="微软雅黑"/>
                <a:ea typeface="微软雅黑"/>
                <a:cs typeface="微软雅黑"/>
              </a:defRPr>
            </a:lvl4pPr>
            <a:lvl5pPr marL="2057400" indent="-228600" algn="l">
              <a:lnSpc>
                <a:spcPct val="90000"/>
              </a:lnSpc>
              <a:spcBef>
                <a:spcPts val="500"/>
              </a:spcBef>
              <a:buChar char="q"/>
              <a:defRPr sz="1800">
                <a:solidFill>
                  <a:schemeClr val="tx1"/>
                </a:solidFill>
                <a:latin typeface="微软雅黑"/>
                <a:ea typeface="微软雅黑"/>
                <a:cs typeface="微软雅黑"/>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a:lnSpc>
                <a:spcPct val="150000"/>
              </a:lnSpc>
              <a:buNone/>
            </a:pPr>
            <a:r>
              <a:t>贡献</a:t>
            </a:r>
          </a:p>
          <a:p xmlns:a="http://schemas.openxmlformats.org/drawingml/2006/main">
            <a:pPr>
              <a:lnSpc>
                <a:spcPct val="150000"/>
              </a:lnSpc>
              <a:buNone/>
            </a:pPr>
            <a:r>
              <a:rPr>
                <a:latin typeface="微软雅黑"/>
                <a:ea typeface="微软雅黑"/>
                <a:cs typeface="微软雅黑"/>
              </a:rPr>
              <a:t>我们的研究提出了</a:t>
            </a:r>
            <a:r>
              <a:t>一个融合多模态数据推理和自我进化的开放式具身智能系统</a:t>
            </a:r>
            <a:r>
              <a:rPr>
                <a:latin typeface="微软雅黑"/>
                <a:ea typeface="微软雅黑"/>
                <a:cs typeface="微软雅黑"/>
              </a:rPr>
              <a:t>:</a:t>
            </a:r>
          </a:p>
          <a:p xmlns:a="http://schemas.openxmlformats.org/drawingml/2006/main">
            <a:pPr>
              <a:buChar char="•"/>
            </a:pPr>
            <a:r>
              <a:rPr>
                <a:latin typeface="微软雅黑"/>
                <a:ea typeface="微软雅黑"/>
                <a:cs typeface="微软雅黑"/>
              </a:rPr>
              <a:t>通过融</a:t>
            </a:r>
            <a:r>
              <a:t>多模态数据，并采用思维链的方式实现多层次的环境内容理解</a:t>
            </a:r>
          </a:p>
          <a:p xmlns:a="http://schemas.openxmlformats.org/drawingml/2006/main">
            <a:pPr>
              <a:buChar char="•"/>
            </a:pPr>
            <a:r>
              <a:t>通过因果推理使得智能体来指导智能体产生可解释的行为决策</a:t>
            </a:r>
          </a:p>
          <a:p xmlns:a="http://schemas.openxmlformats.org/drawingml/2006/main">
            <a:pPr>
              <a:buChar char="•"/>
            </a:pPr>
            <a:r>
              <a:t>定义了一个任务规划树来模拟不同成功轨迹之间的关系，为特定类型的任务增量存储不同的成功执行计划，同时提取高层见解用于完善智能体的自我进化</a:t>
            </a:r>
          </a:p>
          <a:p xmlns:a="http://schemas.openxmlformats.org/drawingml/2006/main">
            <a:pPr>
              <a:lnSpc>
                <a:spcPct val="150000"/>
              </a:lnSpc>
              <a:buNone/>
            </a:pPr>
            <a:r>
              <a:t>未来展望</a:t>
            </a:r>
          </a:p>
          <a:p xmlns:a="http://schemas.openxmlformats.org/drawingml/2006/main">
            <a:pPr>
              <a:lnSpc>
                <a:spcPct val="150000"/>
              </a:lnSpc>
              <a:buNone/>
            </a:pPr>
            <a:r>
              <a:rPr>
                <a:latin typeface="微软雅黑"/>
                <a:ea typeface="微软雅黑"/>
                <a:cs typeface="微软雅黑"/>
              </a:rPr>
              <a:t>引入更多模态，提高智能体在开放场景下的感知能力</a:t>
            </a:r>
          </a:p>
          <a:p xmlns:a="http://schemas.openxmlformats.org/drawingml/2006/main">
            <a:pPr>
              <a:lnSpc>
                <a:spcPct val="150000"/>
              </a:lnSpc>
              <a:buNone/>
            </a:pPr>
            <a:r>
              <a:rPr>
                <a:latin typeface="微软雅黑"/>
                <a:ea typeface="微软雅黑"/>
                <a:cs typeface="微软雅黑"/>
              </a:rPr>
              <a:t>提高智能体在不同场景下的学习和适应能力</a:t>
            </a:r>
          </a:p>
          <a:p xmlns:a="http://schemas.openxmlformats.org/drawingml/2006/main">
            <a:pPr>
              <a:lnSpc>
                <a:spcPct val="150000"/>
              </a:lnSpc>
              <a:buNone/>
            </a:pPr>
          </a:p>
        </p:txBody>
      </p:sp>
    </p:spTree>
    <p:extLst>
      <p:ext uri="{BB962C8B-B14F-4D97-AF65-F5344CB8AC3E}">
        <p14:creationId xmlns:p14="http://schemas.microsoft.com/office/powerpoint/2010/main" val="429083324"/>
      </p:ext>
    </p:extLst>
  </p:cSld>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2026-07-16T03:44:39.4080000Z</dcterms:created>
  <dcterms:modified xsi:type="dcterms:W3CDTF">2026-07-16T03:44:39.4080000Z</dcterms:modified>
</coreProperties>
</file>