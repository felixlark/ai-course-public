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ff2ab96eb941bb" /><Relationship Type="http://schemas.openxmlformats.org/officeDocument/2006/relationships/extended-properties" Target="/docProps/app.xml" Id="Rf97b5f32a7fc4cdf" /><Relationship Type="http://schemas.openxmlformats.org/officeDocument/2006/relationships/officeDocument" Target="/ppt/presentation.xml" Id="Rfe1cb99131a845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1fd32d3ab4347"/>
    <p:sldMasterId xmlns:r="http://schemas.openxmlformats.org/officeDocument/2006/relationships" id="2147483654" r:id="R4dcf1f45ddcf446c"/>
    <p:sldMasterId xmlns:r="http://schemas.openxmlformats.org/officeDocument/2006/relationships" id="2147483660" r:id="R046688d745404f84"/>
    <p:sldMasterId xmlns:r="http://schemas.openxmlformats.org/officeDocument/2006/relationships" id="2147483667" r:id="R0e2868add7cf4134"/>
  </p:sldMasterIdLst>
  <p:notesMasterIdLst>
    <p:notesMasterId xmlns:r="http://schemas.openxmlformats.org/officeDocument/2006/relationships" r:id="Rdbf1c9f850d549fa"/>
  </p:notesMasterIdLst>
  <p:sldIdLst>
    <p:sldId xmlns:r="http://schemas.openxmlformats.org/officeDocument/2006/relationships" id="256" r:id="Ra6ceddff2e3c4787"/>
    <p:sldId xmlns:r="http://schemas.openxmlformats.org/officeDocument/2006/relationships" id="257" r:id="R48459430ef2d48ae"/>
    <p:sldId xmlns:r="http://schemas.openxmlformats.org/officeDocument/2006/relationships" id="258" r:id="Re78410e209784a5c"/>
    <p:sldId xmlns:r="http://schemas.openxmlformats.org/officeDocument/2006/relationships" id="259" r:id="Ra1fa0c81720248df"/>
    <p:sldId xmlns:r="http://schemas.openxmlformats.org/officeDocument/2006/relationships" id="260" r:id="R8ed3f21684dd4b2c"/>
    <p:sldId xmlns:r="http://schemas.openxmlformats.org/officeDocument/2006/relationships" id="261" r:id="Ra637212504d8455e"/>
    <p:sldId xmlns:r="http://schemas.openxmlformats.org/officeDocument/2006/relationships" id="262" r:id="R38232479a1214b49"/>
    <p:sldId xmlns:r="http://schemas.openxmlformats.org/officeDocument/2006/relationships" id="263" r:id="R8e5904d4ee104e3d"/>
    <p:sldId xmlns:r="http://schemas.openxmlformats.org/officeDocument/2006/relationships" id="264" r:id="R5f7d8c2a4c604fd4"/>
    <p:sldId xmlns:r="http://schemas.openxmlformats.org/officeDocument/2006/relationships" id="265" r:id="R204b5dd570e0410c"/>
    <p:sldId xmlns:r="http://schemas.openxmlformats.org/officeDocument/2006/relationships" id="266" r:id="Rdcab7206e4f44573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cc647d3cd40f1" /><Relationship Type="http://schemas.openxmlformats.org/officeDocument/2006/relationships/slideMaster" Target="/ppt/slideMasters/slideMaster1.xml" Id="R16d1fd32d3ab4347" /><Relationship Type="http://schemas.openxmlformats.org/officeDocument/2006/relationships/slideMaster" Target="/ppt/slideMasters/slideMaster2.xml" Id="R4dcf1f45ddcf446c" /><Relationship Type="http://schemas.openxmlformats.org/officeDocument/2006/relationships/slideMaster" Target="/ppt/slideMasters/slideMaster3.xml" Id="R046688d745404f84" /><Relationship Type="http://schemas.openxmlformats.org/officeDocument/2006/relationships/slideMaster" Target="/ppt/slideMasters/slideMaster4.xml" Id="R0e2868add7cf4134" /><Relationship Type="http://schemas.openxmlformats.org/officeDocument/2006/relationships/notesMaster" Target="/ppt/notesMasters/notesMaster1.xml" Id="Rdbf1c9f850d549fa" /><Relationship Type="http://schemas.openxmlformats.org/officeDocument/2006/relationships/presProps" Target="/ppt/presProps.xml" Id="Ref929e6b9fd544ca" /><Relationship Type="http://schemas.openxmlformats.org/officeDocument/2006/relationships/viewProps" Target="/ppt/viewProps.xml" Id="R958bb1639d3141a2" /><Relationship Type="http://schemas.openxmlformats.org/officeDocument/2006/relationships/tableStyles" Target="/ppt/tableStyles.xml" Id="R05aefc2a92ad47c5" /><Relationship Type="http://schemas.openxmlformats.org/officeDocument/2006/relationships/slide" Target="/ppt/slides/slide1.xml" Id="Ra6ceddff2e3c4787" /><Relationship Type="http://schemas.openxmlformats.org/officeDocument/2006/relationships/slide" Target="/ppt/slides/slide2.xml" Id="R48459430ef2d48ae" /><Relationship Type="http://schemas.openxmlformats.org/officeDocument/2006/relationships/slide" Target="/ppt/slides/slide3.xml" Id="Re78410e209784a5c" /><Relationship Type="http://schemas.openxmlformats.org/officeDocument/2006/relationships/slide" Target="/ppt/slides/slide4.xml" Id="Ra1fa0c81720248df" /><Relationship Type="http://schemas.openxmlformats.org/officeDocument/2006/relationships/slide" Target="/ppt/slides/slide5.xml" Id="R8ed3f21684dd4b2c" /><Relationship Type="http://schemas.openxmlformats.org/officeDocument/2006/relationships/slide" Target="/ppt/slides/slide6.xml" Id="Ra637212504d8455e" /><Relationship Type="http://schemas.openxmlformats.org/officeDocument/2006/relationships/slide" Target="/ppt/slides/slide7.xml" Id="R38232479a1214b49" /><Relationship Type="http://schemas.openxmlformats.org/officeDocument/2006/relationships/slide" Target="/ppt/slides/slide8.xml" Id="R8e5904d4ee104e3d" /><Relationship Type="http://schemas.openxmlformats.org/officeDocument/2006/relationships/slide" Target="/ppt/slides/slide9.xml" Id="R5f7d8c2a4c604fd4" /><Relationship Type="http://schemas.openxmlformats.org/officeDocument/2006/relationships/slide" Target="/ppt/slides/slide10.xml" Id="R204b5dd570e0410c" /><Relationship Type="http://schemas.openxmlformats.org/officeDocument/2006/relationships/slide" Target="/ppt/slides/slide11.xml" Id="Rdcab7206e4f445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41f1d265af6a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bf4eec0e7d4d1f" /><Relationship Type="http://schemas.openxmlformats.org/officeDocument/2006/relationships/notesMaster" Target="/ppt/notesMasters/notesMaster1.xml" Id="R48079fb4e73a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dd027ac2448bf" /><Relationship Type="http://schemas.openxmlformats.org/officeDocument/2006/relationships/notesMaster" Target="/ppt/notesMasters/notesMaster1.xml" Id="Ra9823f56c406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a27eb4fc84cb6" /><Relationship Type="http://schemas.openxmlformats.org/officeDocument/2006/relationships/notesMaster" Target="/ppt/notesMasters/notesMaster1.xml" Id="Rb57dbb68d6654a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4402abb67a485d" /><Relationship Type="http://schemas.openxmlformats.org/officeDocument/2006/relationships/notesMaster" Target="/ppt/notesMasters/notesMaster1.xml" Id="R5f5b3dd786c746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3f08186df467a" /><Relationship Type="http://schemas.openxmlformats.org/officeDocument/2006/relationships/notesMaster" Target="/ppt/notesMasters/notesMaster1.xml" Id="R374f047ca49c45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742323114b4901" /><Relationship Type="http://schemas.openxmlformats.org/officeDocument/2006/relationships/notesMaster" Target="/ppt/notesMasters/notesMaster1.xml" Id="Rabbf811ef69148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7e0689fe8641b6" /><Relationship Type="http://schemas.openxmlformats.org/officeDocument/2006/relationships/notesMaster" Target="/ppt/notesMasters/notesMaster1.xml" Id="Ra8d13f47817d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859cc4984441c2" /><Relationship Type="http://schemas.openxmlformats.org/officeDocument/2006/relationships/notesMaster" Target="/ppt/notesMasters/notesMaster1.xml" Id="R598132c6a47c46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cdc58ae89548b8" /><Relationship Type="http://schemas.openxmlformats.org/officeDocument/2006/relationships/notesMaster" Target="/ppt/notesMasters/notesMaster1.xml" Id="Rb5b8099cb7434a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653fb3de14dad" /><Relationship Type="http://schemas.openxmlformats.org/officeDocument/2006/relationships/notesMaster" Target="/ppt/notesMasters/notesMaster1.xml" Id="Rbf0e766895ad48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f12861ca2e441a" /><Relationship Type="http://schemas.openxmlformats.org/officeDocument/2006/relationships/notesMaster" Target="/ppt/notesMasters/notesMaster1.xml" Id="R5fffeb5e2a69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42e95105446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590e057f14c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efeee08b348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cdead161441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73473797143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871293eff24c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9b4ab0b6d14c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ecf8d616a4478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87c43a377b40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7ca5cf45d8417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cd9131d80d4b4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f9ffc033e44fa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8c87c5e6fc4cc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ed6c86ef1c41d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a6eddf19ed4ca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f867c190fc044b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3e1b9f219ea404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9ced30d267f4c4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5274eb4e8ac49f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dfd678b9048469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1d6713253284eb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952c369ee6349f1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DF33CA1-7217-4D31-AA84-7A75296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8BF0920-1D65-487E-A396-CF6A941243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5CB7F3-6AD6-446D-9977-7C29909EE0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10D97C07-009A-4C26-ADB3-5022A6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C72D90B0-03F4-4A05-9D3F-26CAFF8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BF0981-D151-4F08-8A01-5F5E73A08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0A2571-D66F-4E55-B680-0C2B11B138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F4425E-B232-46F7-BE48-F8051B079F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8AFFEA6-E6AF-40D4-9241-25C4E4B75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E12F6A-74D5-46DF-AC72-D5BF0040CE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A2A2C35-932C-433C-83F1-AF75C729DA1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50F733D-5C9F-4660-95A0-325B89CD33C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BE10381-79CA-43A0-9FAB-07DF74F4C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C9D543FB-25E4-4DE6-8608-9A08AB6120D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4EA28DB-E05A-4DAC-B4E0-CD93C9064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4718D65-0424-4415-ABF4-B36C701ADD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BA4CF12-6A9D-4694-85EF-2F0DCADB7C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CFBAF1F-3D6A-453B-BFC7-7947BFF7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2BBE6A-B566-4D47-B62E-0DDECBC70C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314ADA-6089-4242-8B19-D7843C2931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A68B582A-D5DC-40B9-969D-6140E1B6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6FBA50F9-0D23-4BE0-AEA1-662D30E2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B7484C-8ACA-443F-A7A4-C7EB74D2E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39E5549-8D5B-4BF7-A0B9-6815A30813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7E37736-3668-4567-8F48-F81A02639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4194690-3A4B-4072-8217-4CC0C5D2E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651C5FC-CE22-4A46-9C84-454CD07885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91E691D-47DE-49DD-8368-7BD3C0D695F9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6AEA69A-102B-4A3E-BD65-888A15DC338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B98EEA9-588A-46B6-9306-491B05B03F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61BB42AE-59C7-4663-A943-4BAC91A89D7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14F9136-E0AE-4E9C-AC3F-AE8B60DA8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D148617-FE23-42D1-85D7-F4155C8334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F2D6A8A-897D-4326-89E6-4AC1FD38E0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7305F97-6441-4657-AF20-4974FFFB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3A7EA8-F119-44C2-8DC0-F64A5A05C7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8B51AE-A33A-4C7A-951F-0E94C3627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53896D70-5CC4-4153-ACF3-F093EEA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1CDE125-4830-420D-8173-1C7DFBD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48995D-ACCE-4349-8506-E126ED8AF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D69C7C-3C90-479B-A6A4-9F818B89A3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3EED8F-A43C-420F-B3E3-8846126A1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0A89539-02E0-4EB1-9CBE-03A50A982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7F3A7CB-D1E9-48B7-B90A-480B93E648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74C3F8F-9C20-4C91-9581-FABD6E4CB6E1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8D61689-F3E7-4098-A3A9-ADEA4CE52A7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39D55A2-37AE-4349-9A71-CF86EFF22F6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C5497C58-17FC-4E9B-9A33-878E586790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8FCB7D-97B3-4A0D-8C97-32555B6BCD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DE2A25F-567E-4F30-85F3-9E63C0D479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A58CF00-C086-4827-AB6C-71B2B6CA07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6EC0DBC-29E2-4687-BBFE-250AC02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9AB1933-C814-44E0-8179-28C1003F3FA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65B393-F5B9-441C-8CD5-E3DEC3A916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48F83352-BDF0-4569-8FC3-7A8C418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8C2329A4-3AC1-4DC5-BFAD-B09ECE3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69B008-6D7C-4B29-9ECC-B7C748B29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752406-4703-4A3F-9EEF-00670D1F33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1E09B7-9D38-4CBF-B18F-A891714F3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F1EDDBC-9172-4284-95C6-CAF80FD8F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DBCAAAA-7F2F-4BBC-ADBA-DA7A989320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E1C59DC-E024-4DC9-A598-AB3E0033DDBF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90DA45E-4629-482E-ACC5-9A3D949279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201D7F73-C272-4A20-B42C-24C969F5C7B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9DFDB7D3-AE52-4D1D-961F-EF38B00D364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5868AE9-BC8F-4553-A7F0-277BF1878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EA1D756-EF15-46C2-9DE7-8653562DEE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FD2BDA6-CB48-4DAC-A460-7D0923977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f7cd423d14b11" /><Relationship Type="http://schemas.openxmlformats.org/officeDocument/2006/relationships/slideLayout" Target="/ppt/slideLayouts/slideLayout1.xml" Id="Rce0e5d781ddb4c38" /><Relationship Type="http://schemas.openxmlformats.org/officeDocument/2006/relationships/slideLayout" Target="/ppt/slideLayouts/slideLayout2.xml" Id="R1d49571b85d64ece" /><Relationship Type="http://schemas.openxmlformats.org/officeDocument/2006/relationships/slideLayout" Target="/ppt/slideLayouts/slideLayout3.xml" Id="R1de82befd6d540e8" /><Relationship Type="http://schemas.openxmlformats.org/officeDocument/2006/relationships/slideLayout" Target="/ppt/slideLayouts/slideLayout4.xml" Id="R16963db708d54a48" /><Relationship Type="http://schemas.openxmlformats.org/officeDocument/2006/relationships/slideLayout" Target="/ppt/slideLayouts/slideLayout5.xml" Id="R54a7b36a9b23488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0d540740cdd4ca6" /><Relationship Type="http://schemas.openxmlformats.org/officeDocument/2006/relationships/slideLayout" Target="/ppt/slideLayouts/slideLayout6.xml" Id="R027aa81fded14640" /><Relationship Type="http://schemas.openxmlformats.org/officeDocument/2006/relationships/slideLayout" Target="/ppt/slideLayouts/slideLayout7.xml" Id="Rb1f7486a42ca49f4" /><Relationship Type="http://schemas.openxmlformats.org/officeDocument/2006/relationships/slideLayout" Target="/ppt/slideLayouts/slideLayout8.xml" Id="R356aab699987426a" /><Relationship Type="http://schemas.openxmlformats.org/officeDocument/2006/relationships/slideLayout" Target="/ppt/slideLayouts/slideLayout9.xml" Id="Rd26ca5dfcfd248ad" /><Relationship Type="http://schemas.openxmlformats.org/officeDocument/2006/relationships/slideLayout" Target="/ppt/slideLayouts/slideLayout10.xml" Id="R332ca2c12c8a430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c6c3e1cf04344ee" /><Relationship Type="http://schemas.openxmlformats.org/officeDocument/2006/relationships/slideLayout" Target="/ppt/slideLayouts/slideLayout11.xml" Id="R345cfd92f0ca4a3f" /><Relationship Type="http://schemas.openxmlformats.org/officeDocument/2006/relationships/slideLayout" Target="/ppt/slideLayouts/slideLayout12.xml" Id="Re9f9f2f06ad04dd7" /><Relationship Type="http://schemas.openxmlformats.org/officeDocument/2006/relationships/slideLayout" Target="/ppt/slideLayouts/slideLayout13.xml" Id="R57366efd113f4229" /><Relationship Type="http://schemas.openxmlformats.org/officeDocument/2006/relationships/slideLayout" Target="/ppt/slideLayouts/slideLayout14.xml" Id="R2eab23c5120e40f5" /><Relationship Type="http://schemas.openxmlformats.org/officeDocument/2006/relationships/slideLayout" Target="/ppt/slideLayouts/slideLayout15.xml" Id="R6323e2b5c51944eb" /><Relationship Type="http://schemas.openxmlformats.org/officeDocument/2006/relationships/slideLayout" Target="/ppt/slideLayouts/slideLayout16.xml" Id="R682bd48f3d124114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a99acbe8047f4750" /><Relationship Type="http://schemas.openxmlformats.org/officeDocument/2006/relationships/slideLayout" Target="/ppt/slideLayouts/slideLayout17.xml" Id="R27b849420e6f42c2" /><Relationship Type="http://schemas.openxmlformats.org/officeDocument/2006/relationships/slideLayout" Target="/ppt/slideLayouts/slideLayout18.xml" Id="R842d118f3b034faf" /><Relationship Type="http://schemas.openxmlformats.org/officeDocument/2006/relationships/slideLayout" Target="/ppt/slideLayouts/slideLayout19.xml" Id="Rac3824dc303445f3" /><Relationship Type="http://schemas.openxmlformats.org/officeDocument/2006/relationships/slideLayout" Target="/ppt/slideLayouts/slideLayout20.xml" Id="Rf6c100f74f714473" /><Relationship Type="http://schemas.openxmlformats.org/officeDocument/2006/relationships/slideLayout" Target="/ppt/slideLayouts/slideLayout21.xml" Id="R68a2285d81d947b2" /><Relationship Type="http://schemas.openxmlformats.org/officeDocument/2006/relationships/slideLayout" Target="/ppt/slideLayouts/slideLayout22.xml" Id="R36ab93c08c90497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3AE058-46FA-47FB-8AD7-C77204DB6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501776-4E63-4098-9732-8E238BE0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67A626D-77D8-4CA7-8A7B-81096F6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609C0241-BCFA-4D11-AE38-2E4E3F8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e5d781ddb4c38"/>
    <p:sldLayoutId xmlns:r="http://schemas.openxmlformats.org/officeDocument/2006/relationships" id="2147483650" r:id="R1d49571b85d64ece"/>
    <p:sldLayoutId xmlns:r="http://schemas.openxmlformats.org/officeDocument/2006/relationships" id="2147483651" r:id="R1de82befd6d540e8"/>
    <p:sldLayoutId xmlns:r="http://schemas.openxmlformats.org/officeDocument/2006/relationships" id="2147483652" r:id="R16963db708d54a48"/>
    <p:sldLayoutId xmlns:r="http://schemas.openxmlformats.org/officeDocument/2006/relationships" id="2147483653" r:id="R54a7b36a9b234881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D36B2B-0A90-4ADD-AF8B-72362C6FF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833A62-33CB-43CD-B2AD-0B711623AB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3AEE9F-DF7F-4268-BA37-E1C6A2D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49856BC-C9F1-4272-9BFD-2E5A952B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027aa81fded14640"/>
    <p:sldLayoutId xmlns:r="http://schemas.openxmlformats.org/officeDocument/2006/relationships" id="2147483656" r:id="Rb1f7486a42ca49f4"/>
    <p:sldLayoutId xmlns:r="http://schemas.openxmlformats.org/officeDocument/2006/relationships" id="2147483657" r:id="R356aab699987426a"/>
    <p:sldLayoutId xmlns:r="http://schemas.openxmlformats.org/officeDocument/2006/relationships" id="2147483658" r:id="Rd26ca5dfcfd248ad"/>
    <p:sldLayoutId xmlns:r="http://schemas.openxmlformats.org/officeDocument/2006/relationships" id="2147483659" r:id="R332ca2c12c8a430e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42A8EA-68C8-4967-B02F-E7F4488C89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D74A594-0661-4488-AAC2-16DF0583DF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C4AEBBC-4C89-440D-96B5-32474E1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E25B863E-76D5-4140-A388-47BB1D4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45cfd92f0ca4a3f"/>
    <p:sldLayoutId xmlns:r="http://schemas.openxmlformats.org/officeDocument/2006/relationships" id="2147483662" r:id="Re9f9f2f06ad04dd7"/>
    <p:sldLayoutId xmlns:r="http://schemas.openxmlformats.org/officeDocument/2006/relationships" id="2147483663" r:id="R57366efd113f4229"/>
    <p:sldLayoutId xmlns:r="http://schemas.openxmlformats.org/officeDocument/2006/relationships" id="2147483664" r:id="R2eab23c5120e40f5"/>
    <p:sldLayoutId xmlns:r="http://schemas.openxmlformats.org/officeDocument/2006/relationships" id="2147483665" r:id="R6323e2b5c51944eb"/>
    <p:sldLayoutId xmlns:r="http://schemas.openxmlformats.org/officeDocument/2006/relationships" id="2147483666" r:id="R682bd48f3d124114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AFE10C-E95A-4DE3-95C7-07ACFC10A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303E44-C114-4382-9094-03A2AD280C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433B39B-0100-473E-A071-D964DA8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891F8FA9-AEE7-4FD7-AE0D-D1EA293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27b849420e6f42c2"/>
    <p:sldLayoutId xmlns:r="http://schemas.openxmlformats.org/officeDocument/2006/relationships" id="2147483669" r:id="R842d118f3b034faf"/>
    <p:sldLayoutId xmlns:r="http://schemas.openxmlformats.org/officeDocument/2006/relationships" id="2147483670" r:id="Rac3824dc303445f3"/>
    <p:sldLayoutId xmlns:r="http://schemas.openxmlformats.org/officeDocument/2006/relationships" id="2147483671" r:id="Rf6c100f74f714473"/>
    <p:sldLayoutId xmlns:r="http://schemas.openxmlformats.org/officeDocument/2006/relationships" id="2147483672" r:id="R68a2285d81d947b2"/>
    <p:sldLayoutId xmlns:r="http://schemas.openxmlformats.org/officeDocument/2006/relationships" id="2147483673" r:id="R36ab93c08c90497f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3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a856cd26df48da" /><Relationship Type="http://schemas.openxmlformats.org/officeDocument/2006/relationships/notesSlide" Target="/ppt/notesSlides/notesSlide1.xml" Id="R2cd2742370c7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a472dd404b426e" /><Relationship Type="http://schemas.openxmlformats.org/officeDocument/2006/relationships/image" Target="/ppt/media/image.png" Id="R4c98d7c9d5174136" /><Relationship Type="http://schemas.openxmlformats.org/officeDocument/2006/relationships/notesSlide" Target="/ppt/notesSlides/notesSlide2.xml" Id="Rbf4441f079bd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93a656f27e47b4" /><Relationship Type="http://schemas.openxmlformats.org/officeDocument/2006/relationships/image" Target="/ppt/media/image2.png" Id="R610f18e1723f4bcb" /><Relationship Type="http://schemas.openxmlformats.org/officeDocument/2006/relationships/notesSlide" Target="/ppt/notesSlides/notesSlide3.xml" Id="R96abd2afcb2840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34feaf671b41a6" /><Relationship Type="http://schemas.openxmlformats.org/officeDocument/2006/relationships/image" Target="/ppt/media/image3.png" Id="R13de09c456874f28" /><Relationship Type="http://schemas.openxmlformats.org/officeDocument/2006/relationships/notesSlide" Target="/ppt/notesSlides/notesSlide4.xml" Id="R92ba1b45d3ed46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c404f076294e5d" /><Relationship Type="http://schemas.openxmlformats.org/officeDocument/2006/relationships/image" Target="/ppt/media/image4.png" Id="R5e9e4f07837948cf" /><Relationship Type="http://schemas.openxmlformats.org/officeDocument/2006/relationships/notesSlide" Target="/ppt/notesSlides/notesSlide5.xml" Id="R6b93e36a305848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91f76a13954dcd" /><Relationship Type="http://schemas.openxmlformats.org/officeDocument/2006/relationships/image" Target="/ppt/media/image5.png" Id="R2686fe5dbf3c4d44" /><Relationship Type="http://schemas.openxmlformats.org/officeDocument/2006/relationships/notesSlide" Target="/ppt/notesSlides/notesSlide6.xml" Id="Ra78780cc4eb44b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218656bd9746fa" /><Relationship Type="http://schemas.openxmlformats.org/officeDocument/2006/relationships/image" Target="/ppt/media/image6.png" Id="R66930fc125524efb" /><Relationship Type="http://schemas.openxmlformats.org/officeDocument/2006/relationships/notesSlide" Target="/ppt/notesSlides/notesSlide7.xml" Id="R81bfa97f4ff7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308c6f15484ad9" /><Relationship Type="http://schemas.openxmlformats.org/officeDocument/2006/relationships/image" Target="/ppt/media/image7.png" Id="Rd2422a675d50423f" /><Relationship Type="http://schemas.openxmlformats.org/officeDocument/2006/relationships/notesSlide" Target="/ppt/notesSlides/notesSlide8.xml" Id="R0db263e64e5c4c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ead939be204e6c" /><Relationship Type="http://schemas.openxmlformats.org/officeDocument/2006/relationships/image" Target="/ppt/media/image8.png" Id="Rb8487803bcb7477b" /><Relationship Type="http://schemas.openxmlformats.org/officeDocument/2006/relationships/notesSlide" Target="/ppt/notesSlides/notesSlide9.xml" Id="R72df3daf40484b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cca0af1af74396" /><Relationship Type="http://schemas.openxmlformats.org/officeDocument/2006/relationships/notesSlide" Target="/ppt/notesSlides/notesSlide10.xml" Id="Re131d8204b514a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b3e697c5fe4672" /><Relationship Type="http://schemas.openxmlformats.org/officeDocument/2006/relationships/notesSlide" Target="/ppt/notesSlides/notesSlide11.xml" Id="R1e9bd19268c043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57A17C-D256-4FAE-8566-E37F4913B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评估（多）智能体系统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6A207EB4-A2D1-4712-9DD3-FC5DB45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383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6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驱动的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智能体带来了丰富的能力，但同时也放大了潜在风险：</a:t>
            </a:r>
          </a:p>
          <a:p xmlns:a="http://schemas.openxmlformats.org/drawingml/2006/main">
            <a:pPr indent="457200" algn="l">
              <a:lnSpc>
                <a:spcPct val="13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如何评估智能体的性能以及对安全风险的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意识？</a:t>
            </a:r>
          </a:p>
          <a:p xmlns:a="http://schemas.openxmlformats.org/drawingml/2006/main">
            <a:pPr algn="l">
              <a:lnSpc>
                <a:spcPct val="16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潜在风险：泄露私人数据或造成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经济损失</a:t>
            </a:r>
          </a:p>
          <a:p xmlns:a="http://schemas.openxmlformats.org/drawingml/2006/main">
            <a:pPr algn="l">
              <a:lnSpc>
                <a:spcPct val="16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识别这些风险属于劳动密集型工作： 随着智能体复杂度的增加，测试变得愈发困难</a:t>
            </a:r>
          </a:p>
          <a:p xmlns:a="http://schemas.openxmlformats.org/drawingml/2006/main">
            <a:pPr marL="285750" indent="-285750" algn="l">
              <a:lnSpc>
                <a:spcPct val="16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智能体的基准测试需要涵盖广泛领域，包括：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工具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外部资源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正确的行为痕迹或标签</a:t>
            </a:r>
          </a:p>
        </p:txBody>
      </p:sp>
    </p:spTree>
    <p:extLst>
      <p:ext uri="{BB962C8B-B14F-4D97-AF65-F5344CB8AC3E}">
        <p14:creationId xmlns:p14="http://schemas.microsoft.com/office/powerpoint/2010/main" val="77413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12B567-E19C-4EFE-9A58-92FAC5081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风险</a:t>
            </a:r>
          </a:p>
        </p:txBody>
      </p:sp>
      <p:pic>
        <p:nvPicPr>
          <p:cNvPr id="1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8d7c9d5174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52600" y="1219200"/>
            <a:ext cx="5360035" cy="5360035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AA86949-5B29-48C2-8D8E-A2344CA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0600" y="1828800"/>
            <a:ext cx="4343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p"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57AA6C9-0A63-4A79-961A-F6272A3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80" y="1870075"/>
            <a:ext cx="4231640" cy="527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chemeClr val="bg1"/>
                </a:solidFill>
              </a:rPr>
              <a:t>没有什么比这更让人感到无力的了：你告诉你的 </a:t>
            </a:r>
            <a:r>
              <a:rPr sz="900">
                <a:solidFill>
                  <a:schemeClr val="bg1"/>
                </a:solidFill>
              </a:rPr>
              <a:t>OpenClaw </a:t>
            </a:r>
            <a:r>
              <a:rPr sz="900">
                <a:solidFill>
                  <a:schemeClr val="bg1"/>
                </a:solidFill>
              </a:rPr>
              <a:t>智能体</a:t>
            </a:r>
            <a:r>
              <a:rPr sz="900">
                <a:solidFill>
                  <a:schemeClr val="bg1"/>
                </a:solidFill>
              </a:rPr>
              <a:t>“</a:t>
            </a:r>
            <a:r>
              <a:rPr sz="900">
                <a:solidFill>
                  <a:schemeClr val="bg1"/>
                </a:solidFill>
              </a:rPr>
              <a:t>执行前先和我确认”，结果却眼睁睁看着它飞速删光你的收件箱。我甚至无法从手机上阻止它，只能像去拆除炸弹一样火速</a:t>
            </a:r>
            <a:r>
              <a:rPr sz="900">
                <a:solidFill>
                  <a:schemeClr val="bg1"/>
                </a:solidFill>
              </a:rPr>
              <a:t>冲向我的 </a:t>
            </a:r>
            <a:r>
              <a:rPr sz="900">
                <a:solidFill>
                  <a:schemeClr val="bg1"/>
                </a:solidFill>
              </a:rPr>
              <a:t>Mac mini。</a:t>
            </a:r>
          </a:p>
        </p:txBody>
      </p:sp>
    </p:spTree>
    <p:extLst>
      <p:ext uri="{BB962C8B-B14F-4D97-AF65-F5344CB8AC3E}">
        <p14:creationId xmlns:p14="http://schemas.microsoft.com/office/powerpoint/2010/main" val="17829430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FE41A1-224F-4F0D-8A12-37E4981E1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812A9F17-70E2-435C-AFBE-9EE3A5E6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1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为大语言模型模拟交互式环境， 使其能够作为自主智能体运行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共有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种不同的环境， 分为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3种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类型 （编程 、 游戏 、 网络）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评估智能体的核心能力，例如逻辑推理能力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f18e1723f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38400"/>
            <a:ext cx="7568565" cy="34251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430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67A27D-9FAA-4679-8B46-0E625541F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ToolEMU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158A5770-BB0B-4DB9-A51C-DA56727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目标：识别智能体的风险行为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模拟工具执行过程， 实现智能体的可扩展测试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e09c45687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745" y="2233295"/>
            <a:ext cx="8905875" cy="2390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15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4E1A909-FCAB-437D-BD35-C6806CE63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WebShop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3D053AB2-9918-4DCB-9660-8A781EDA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 基于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116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万件亚马逊商品的大规模复杂环境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 这些挑战涉及语言理解 、视觉理解以及决策能力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e4f078379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2015490"/>
            <a:ext cx="6163310" cy="41986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190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56F233-54A0-4BB4-BB45-E9BDEAB3F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WebM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D9BCE773-2EA9-4E02-918E-DD885FD3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600190" cy="431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评估智能体从多家商店寻找并对比优惠信息能力的基准测试：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模拟了一个由四家异构网店组成的在线购物环境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定义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了基础任务与高级任务：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基本任务： 根据具体需求比较报价， 将报价添加到购物车中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高级任务： 针对模糊需求进行搜索，或搜索兼容及替代产品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这些商店提供不同的交互接口：</a:t>
            </a:r>
          </a:p>
          <a:p xmlns:a="http://schemas.openxmlformats.org/drawingml/2006/main">
            <a:pPr marL="742950" indent="-285750" algn="l">
              <a:lnSpc>
                <a:spcPct val="15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HTML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页面 、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MCP APIs（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模型上下文协议接口）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、 NLWeb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（自然语言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接口。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6fe5dbf3c4d44"/>
          <a:srcRect xmlns:a="http://schemas.openxmlformats.org/drawingml/2006/main" l="0" t="1512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8180" y="1143000"/>
            <a:ext cx="2115820" cy="36429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08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36371E-9C8D-482E-9377-7E926022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WebArena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E9E457B1-7707-4C42-937E-10326A6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086475" cy="144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模拟与真实世界热门网站高度相似的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环境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将工具和知识资源嵌入为独立的网站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针对具体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交互动作的基准测试 (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Benchmark)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30fc12552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743200"/>
            <a:ext cx="8218805" cy="2788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320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E8C21A-25FB-4CCF-83ED-8C0E4C19B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更多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Benchmark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……</a:t>
            </a:r>
          </a:p>
        </p:txBody>
      </p:sp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22a675d50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6665" y="1295400"/>
            <a:ext cx="6631305" cy="48558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856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F532A3-A7B8-4F2E-88A0-9C067B16A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示例：基于结果的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LLM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智能体评估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7BFA6B4A-B691-437A-BA7A-18F19E86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0864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WebArena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基准测试：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87803bcb7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28800"/>
            <a:ext cx="7962900" cy="3781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618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E19DB0-A84E-45E1-846D-21E14AF5C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示例：基于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检查点的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LLM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智能体评估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541EAA8D-6E3B-4F17-902A-7B43438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365490" cy="445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基于结果的评估： 仅检查最终目标是否达成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基于检查点的评估： 在任务执行过程中验证中间状态， 并对执行错误进行惩罚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WorkArena benchmark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一个面向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评估的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benchmark，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使用真实的企业级应用场景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为每个任务定义预期的中间状态（检查点）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评估智能体是否通过了任务要求的检查点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关键指标：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进展速率（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Progress Rate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）：达到预期检查点的比例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步骤成功率（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Step Success Rate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）：计划步骤中成功执行的比例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优势： 不仅诊断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是否失败，还能诊断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在哪里失败</a:t>
            </a:r>
          </a:p>
        </p:txBody>
      </p:sp>
    </p:spTree>
    <p:extLst>
      <p:ext uri="{BB962C8B-B14F-4D97-AF65-F5344CB8AC3E}">
        <p14:creationId xmlns:p14="http://schemas.microsoft.com/office/powerpoint/2010/main" val="7323088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B92C7-F3B3-45AC-8613-57B8F5C25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605" y="367030"/>
            <a:ext cx="8172450" cy="6013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如何针对你自己的用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例评估一个 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A6592E71-6967-4F26-BCA7-B923F7C4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10525" cy="4756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1： 定义成功标准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什么样才算“足够好”？最适合评估它的指标是什么？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例如：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accuracy、latency、cost、safety</a:t>
            </a:r>
          </a:p>
          <a:p xmlns:a="http://schemas.openxmlformats.org/drawingml/2006/main">
            <a:pPr marL="457200" indent="0"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参考指南：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platform.claude.com/docs/en/test-and-evaluate/define-success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2： 选择评估方法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基于代码：基于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outcome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或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checkpoints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做自动化检查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LLM-as-Judge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：使用另一个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LLM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来评估输出结果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人工评估：由专家人工评审主观质量，例如有用性、可读性、专业性等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3： 使用评估工具</a:t>
            </a:r>
          </a:p>
          <a:p xmlns:a="http://schemas.openxmlformats.org/drawingml/2006/main">
            <a:pPr indent="457200"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例如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LangSmith：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用于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执行轨迹追踪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+ 评估 + 数据集管理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4： 迭代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根据结果持续评估并改进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实用指南：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hamel.dev/blog/posts/evals/</a:t>
            </a:r>
          </a:p>
        </p:txBody>
      </p:sp>
    </p:spTree>
    <p:extLst>
      <p:ext uri="{BB962C8B-B14F-4D97-AF65-F5344CB8AC3E}">
        <p14:creationId xmlns:p14="http://schemas.microsoft.com/office/powerpoint/2010/main" val="938451316"/>
      </p:ext>
    </p:extLst>
  </p:cSld>
</p:sld>
</file>

<file path=ppt/theme/theme1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2026-07-16T03:40:17.0150000Z</dcterms:created>
  <dcterms:modified xsi:type="dcterms:W3CDTF">2026-07-16T03:40:17.0150000Z</dcterms:modified>
</coreProperties>
</file>