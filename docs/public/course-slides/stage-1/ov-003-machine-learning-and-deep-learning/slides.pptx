
<file path=[Content_Types].xml><?xml version="1.0" encoding="utf-8"?>
<Types xmlns="http://schemas.openxmlformats.org/package/2006/content-types">
  <Default Extension="xml" ContentType="application/vnd.openxmlformats-package.core-properties+xml"/>
  <Default Extension="tiff" ContentType="image/tiff"/>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dc2111f4d7462b" /><Relationship Type="http://schemas.openxmlformats.org/officeDocument/2006/relationships/extended-properties" Target="/docProps/app.xml" Id="Re5edad348e694b5f" /><Relationship Type="http://schemas.openxmlformats.org/officeDocument/2006/relationships/officeDocument" Target="/ppt/presentation.xml" Id="Rf0c1d4fa04404b45" /></Relationships>
</file>

<file path=ppt/presentation.xml><?xml version="1.0" encoding="utf-8"?>
<p:presentation xmlns:p="http://schemas.openxmlformats.org/presentationml/2006/main">
  <p:sldMasterIdLst>
    <p:sldMasterId xmlns:r="http://schemas.openxmlformats.org/officeDocument/2006/relationships" id="2147483648" r:id="R843e7226d20644f6"/>
  </p:sldMasterIdLst>
  <p:notesMasterIdLst>
    <p:notesMasterId xmlns:r="http://schemas.openxmlformats.org/officeDocument/2006/relationships" r:id="Ra7dc23552a3b41c9"/>
  </p:notesMasterIdLst>
  <p:sldIdLst>
    <p:sldId xmlns:r="http://schemas.openxmlformats.org/officeDocument/2006/relationships" id="256" r:id="R2477ffed47f246d7"/>
    <p:sldId xmlns:r="http://schemas.openxmlformats.org/officeDocument/2006/relationships" id="257" r:id="Rfb7528b980d14b32"/>
    <p:sldId xmlns:r="http://schemas.openxmlformats.org/officeDocument/2006/relationships" id="258" r:id="R6dbeb8feac8b4cdf"/>
    <p:sldId xmlns:r="http://schemas.openxmlformats.org/officeDocument/2006/relationships" id="259" r:id="R8720a4de92b140fd"/>
    <p:sldId xmlns:r="http://schemas.openxmlformats.org/officeDocument/2006/relationships" id="260" r:id="R883f95580649461c"/>
    <p:sldId xmlns:r="http://schemas.openxmlformats.org/officeDocument/2006/relationships" id="261" r:id="R54da86c919a24695"/>
    <p:sldId xmlns:r="http://schemas.openxmlformats.org/officeDocument/2006/relationships" id="262" r:id="R44ee5b6d4d5a4d87"/>
    <p:sldId xmlns:r="http://schemas.openxmlformats.org/officeDocument/2006/relationships" id="263" r:id="R2b60e24254a34bdd"/>
    <p:sldId xmlns:r="http://schemas.openxmlformats.org/officeDocument/2006/relationships" id="264" r:id="R42686bd8a9cd499d"/>
    <p:sldId xmlns:r="http://schemas.openxmlformats.org/officeDocument/2006/relationships" id="265" r:id="R7a77925887084607"/>
    <p:sldId xmlns:r="http://schemas.openxmlformats.org/officeDocument/2006/relationships" id="266" r:id="R29478a77cb544f95"/>
  </p:sldIdLst>
  <p:sldSz cx="9144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ä¸­åº¦æ ·å¼ 2 - å¼ºè°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2d8538e56074437" /><Relationship Type="http://schemas.openxmlformats.org/officeDocument/2006/relationships/slideMaster" Target="/ppt/slideMasters/slideMaster1.xml" Id="R843e7226d20644f6" /><Relationship Type="http://schemas.openxmlformats.org/officeDocument/2006/relationships/notesMaster" Target="/ppt/notesMasters/notesMaster1.xml" Id="Ra7dc23552a3b41c9" /><Relationship Type="http://schemas.openxmlformats.org/officeDocument/2006/relationships/presProps" Target="/ppt/presProps.xml" Id="Rea73dcdc616e4c73" /><Relationship Type="http://schemas.openxmlformats.org/officeDocument/2006/relationships/viewProps" Target="/ppt/viewProps.xml" Id="Recfd568142d44473" /><Relationship Type="http://schemas.openxmlformats.org/officeDocument/2006/relationships/tableStyles" Target="/ppt/tableStyles.xml" Id="R01d9e3fbfc1943c7" /><Relationship Type="http://schemas.openxmlformats.org/officeDocument/2006/relationships/slide" Target="/ppt/slides/slide1.xml" Id="R2477ffed47f246d7" /><Relationship Type="http://schemas.openxmlformats.org/officeDocument/2006/relationships/slide" Target="/ppt/slides/slide2.xml" Id="Rfb7528b980d14b32" /><Relationship Type="http://schemas.openxmlformats.org/officeDocument/2006/relationships/slide" Target="/ppt/slides/slide3.xml" Id="R6dbeb8feac8b4cdf" /><Relationship Type="http://schemas.openxmlformats.org/officeDocument/2006/relationships/slide" Target="/ppt/slides/slide4.xml" Id="R8720a4de92b140fd" /><Relationship Type="http://schemas.openxmlformats.org/officeDocument/2006/relationships/slide" Target="/ppt/slides/slide5.xml" Id="R883f95580649461c" /><Relationship Type="http://schemas.openxmlformats.org/officeDocument/2006/relationships/slide" Target="/ppt/slides/slide6.xml" Id="R54da86c919a24695" /><Relationship Type="http://schemas.openxmlformats.org/officeDocument/2006/relationships/slide" Target="/ppt/slides/slide7.xml" Id="R44ee5b6d4d5a4d87" /><Relationship Type="http://schemas.openxmlformats.org/officeDocument/2006/relationships/slide" Target="/ppt/slides/slide8.xml" Id="R2b60e24254a34bdd" /><Relationship Type="http://schemas.openxmlformats.org/officeDocument/2006/relationships/slide" Target="/ppt/slides/slide9.xml" Id="R42686bd8a9cd499d" /><Relationship Type="http://schemas.openxmlformats.org/officeDocument/2006/relationships/slide" Target="/ppt/slides/slide10.xml" Id="R7a77925887084607" /><Relationship Type="http://schemas.openxmlformats.org/officeDocument/2006/relationships/slide" Target="/ppt/slides/slide11.xml" Id="R29478a77cb544f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ed3556b8da42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红白模板">
  <a:themeElements>
    <a:clrScheme name="Custom 6">
      <a:dk1>
        <a:srgbClr val="000000"/>
      </a:dk1>
      <a:lt1>
        <a:srgbClr val="FFFFFF"/>
      </a:lt1>
      <a:dk2>
        <a:srgbClr val="000000"/>
      </a:dk2>
      <a:lt2>
        <a:srgbClr val="F8F8F8"/>
      </a:lt2>
      <a:accent1>
        <a:srgbClr val="DDDDDD"/>
      </a:accent1>
      <a:accent2>
        <a:srgbClr val="005392"/>
      </a:accent2>
      <a:accent3>
        <a:srgbClr val="969696"/>
      </a:accent3>
      <a:accent4>
        <a:srgbClr val="808080"/>
      </a:accent4>
      <a:accent5>
        <a:srgbClr val="5F5F5F"/>
      </a:accent5>
      <a:accent6>
        <a:srgbClr val="4D4D4D"/>
      </a:accent6>
      <a:hlink>
        <a:srgbClr val="5F5F5F"/>
      </a:hlink>
      <a:folHlink>
        <a:srgbClr val="919191"/>
      </a:folHlink>
    </a:clrScheme>
    <a:fontScheme name="Profile">
      <a:majorFont>
        <a:latin typeface="Verdana"/>
        <a:ea typeface="黑体"/>
        <a:cs typeface=""/>
      </a:majorFont>
      <a:minorFont>
        <a:latin typeface="Verdana"/>
        <a:ea typeface="黑体"/>
        <a:cs typeface=""/>
      </a:minorFont>
    </a:fontScheme>
    <a:fmtScheme name="Custom 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9a81b2953c4034" /><Relationship Type="http://schemas.openxmlformats.org/officeDocument/2006/relationships/notesMaster" Target="/ppt/notesMasters/notesMaster1.xml" Id="R616952cbeef248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7b57485527420b" /><Relationship Type="http://schemas.openxmlformats.org/officeDocument/2006/relationships/notesMaster" Target="/ppt/notesMasters/notesMaster1.xml" Id="Re2b8aed48e784e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4ce0fa97a14df2" /><Relationship Type="http://schemas.openxmlformats.org/officeDocument/2006/relationships/notesMaster" Target="/ppt/notesMasters/notesMaster1.xml" Id="Rf71ae8b337094d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e05588200d4a5d" /><Relationship Type="http://schemas.openxmlformats.org/officeDocument/2006/relationships/notesMaster" Target="/ppt/notesMasters/notesMaster1.xml" Id="R741abf839b4f46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7c89c5cb4f45a0" /><Relationship Type="http://schemas.openxmlformats.org/officeDocument/2006/relationships/notesMaster" Target="/ppt/notesMasters/notesMaster1.xml" Id="Rb8463499c19748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edd9be8c1048fb" /><Relationship Type="http://schemas.openxmlformats.org/officeDocument/2006/relationships/notesMaster" Target="/ppt/notesMasters/notesMaster1.xml" Id="R49efead7b3f94c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35f56537074adb" /><Relationship Type="http://schemas.openxmlformats.org/officeDocument/2006/relationships/notesMaster" Target="/ppt/notesMasters/notesMaster1.xml" Id="R75e8ac5b08ec42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79bb3fc8394d53" /><Relationship Type="http://schemas.openxmlformats.org/officeDocument/2006/relationships/notesMaster" Target="/ppt/notesMasters/notesMaster1.xml" Id="R44edb2c71f034e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d7394aadae457c" /><Relationship Type="http://schemas.openxmlformats.org/officeDocument/2006/relationships/notesMaster" Target="/ppt/notesMasters/notesMaster1.xml" Id="R3d55492363054b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6393bac9fb4d44" /><Relationship Type="http://schemas.openxmlformats.org/officeDocument/2006/relationships/notesMaster" Target="/ppt/notesMasters/notesMaster1.xml" Id="R4d1f734947d74c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ee5eb9e6954d50" /><Relationship Type="http://schemas.openxmlformats.org/officeDocument/2006/relationships/notesMaster" Target="/ppt/notesMasters/notesMaster1.xml" Id="Rd87a8bd0a36148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77ecc389784c54" /><Relationship Type="http://schemas.openxmlformats.org/officeDocument/2006/relationships/image" Target="/ppt/media/image.tiff" Id="Rdff11e90782e40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d416197a4f4c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7637c46bb84c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2b2528566a42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0e783854324f4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0619e88319476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84ee097d6414a8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db40d2380854a7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a10bb6d1f9641b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83cfd017aab49c8" /></Relationships>
</file>

<file path=ppt/slideLayouts/slideLayout1.xml><?xml version="1.0" encoding="utf-8"?>
<p:sldLayout xmlns:p="http://schemas.openxmlformats.org/presentationml/2006/main" showMasterSp="0" type="title" preserve="1">
  <p:cSld name="标题幻灯片">
    <p:spTree>
      <p:nvGrpSpPr>
        <p:cNvPr id="1" name=""/>
        <p:cNvGrpSpPr/>
        <p:nvPr/>
      </p:nvGrpSpPr>
      <p:grpSpPr>
        <a:xfrm xmlns:a="http://schemas.openxmlformats.org/drawingml/2006/main"/>
      </p:grpSpPr>
      <p:sp>
        <p:nvSpPr>
          <p:cNvPr id="4" name="AutoShape 7">
            <a:extLst xmlns:a="http://schemas.openxmlformats.org/drawingml/2006/main">
              <a:ext uri="{FF2B5EF4-FFF2-40B4-BE49-F238E27FC236}">
                <a16:creationId xmlns:a16="http://schemas.microsoft.com/office/drawing/2014/main" id="{7BBBCD6A-31FF-4A2C-A5B1-B6F744AC6941}"/>
              </a:ext>
            </a:extLst>
          </p:cNvPr>
          <p:cNvSpPr>
            <a:spLocks xmlns:a="http://schemas.openxmlformats.org/drawingml/2006/main" noGrp="1"/>
          </p:cNvSpPr>
          <p:nvPr/>
        </p:nvSpPr>
        <p:spPr>
          <a:xfrm xmlns:a="http://schemas.openxmlformats.org/drawingml/2006/main">
            <a:off x="685800" y="2167334"/>
            <a:ext cx="7772400" cy="109538"/>
          </a:xfrm>
          <a:custGeom xmlns:a="http://schemas.openxmlformats.org/drawingml/2006/main">
            <a:rect l="0" t="0" r="r" b="b"/>
            <a:pathLst>
              <a:path w="1000" h="1000">
                <a:moveTo>
                  <a:pt x="0" y="0"/>
                </a:moveTo>
                <a:lnTo>
                  <a:pt x="618" y="0"/>
                </a:lnTo>
                <a:lnTo>
                  <a:pt x="618" y="1000"/>
                </a:lnTo>
                <a:lnTo>
                  <a:pt x="0" y="1000"/>
                </a:lnTo>
                <a:close/>
              </a:path>
              <a:path w="1000" h="1000">
                <a:moveTo>
                  <a:pt x="0" y="0"/>
                </a:moveTo>
                <a:lnTo>
                  <a:pt x="1000" y="0"/>
                </a:lnTo>
              </a:path>
            </a:pathLst>
          </a:custGeom>
          <a:solidFill xmlns:a="http://schemas.openxmlformats.org/drawingml/2006/main">
            <a:schemeClr val="accent2"/>
          </a:solidFill>
          <a:ln xmlns:a="http://schemas.openxmlformats.org/drawingml/2006/main" w="9525">
            <a:solidFill>
              <a:schemeClr val="accent2"/>
            </a:solidFill>
          </a:ln>
        </p:spPr>
        <p:txBody>
          <a:bodyPr xmlns:a="http://schemas.openxmlformats.org/drawingml/2006/main"/>
          <a:lstStyle xmlns:a="http://schemas.openxmlformats.org/drawingml/2006/main"/>
          <a:p xmlns:a="http://schemas.openxmlformats.org/drawingml/2006/main">
            <a:pPr>
              <a:spcBef>
                <a:spcPts val="0"/>
              </a:spcBef>
              <a:spcAft>
                <a:spcPts val="0"/>
              </a:spcAft>
              <a:buNone/>
            </a:pPr>
          </a:p>
        </p:txBody>
      </p:sp>
      <p:sp>
        <p:nvSpPr>
          <p:cNvPr id="4566018" name="Rectangle 2">
            <a:extLst xmlns:a="http://schemas.openxmlformats.org/drawingml/2006/main">
              <a:ext uri="{FF2B5EF4-FFF2-40B4-BE49-F238E27FC236}">
                <a16:creationId xmlns:a16="http://schemas.microsoft.com/office/drawing/2014/main" id="{1F69BAF8-4986-41C7-9A1C-FE22C7F1D04A}"/>
              </a:ext>
            </a:extLst>
          </p:cNvPr>
          <p:cNvSpPr>
            <a:spLocks xmlns:a="http://schemas.openxmlformats.org/drawingml/2006/main" noGrp="1"/>
          </p:cNvSpPr>
          <p:nvPr>
            <p:ph type="ctrTitle" idx="0"/>
          </p:nvPr>
        </p:nvSpPr>
        <p:spPr>
          <a:xfrm xmlns:a="http://schemas.openxmlformats.org/drawingml/2006/main">
            <a:off x="685800" y="476672"/>
            <a:ext cx="7772400" cy="1371600"/>
          </a:xfrm>
        </p:spPr>
        <p:txBody>
          <a:bodyPr xmlns:a="http://schemas.openxmlformats.org/drawingml/2006/main"/>
          <a:lstStyle xmlns:a="http://schemas.openxmlformats.org/drawingml/2006/main">
            <a:lvl1pPr>
              <a:buNone/>
              <a:defRPr sz="4000" b="0" i="0">
                <a:latin typeface="Microsoft YaHei"/>
                <a:ea typeface="Microsoft YaHei"/>
                <a:cs typeface="Microsoft YaHei"/>
              </a:defRPr>
            </a:lvl1pPr>
          </a:lstStyle>
          <a:p xmlns:a="http://schemas.openxmlformats.org/drawingml/2006/main"/>
        </p:txBody>
      </p:sp>
      <p:sp>
        <p:nvSpPr>
          <p:cNvPr id="4566019" name="Rectangle 3">
            <a:extLst xmlns:a="http://schemas.openxmlformats.org/drawingml/2006/main">
              <a:ext uri="{FF2B5EF4-FFF2-40B4-BE49-F238E27FC236}">
                <a16:creationId xmlns:a16="http://schemas.microsoft.com/office/drawing/2014/main" id="{92927447-0123-4F8B-91BF-B48BCB2AA114}"/>
              </a:ext>
            </a:extLst>
          </p:cNvPr>
          <p:cNvSpPr>
            <a:spLocks xmlns:a="http://schemas.openxmlformats.org/drawingml/2006/main" noGrp="1"/>
          </p:cNvSpPr>
          <p:nvPr>
            <p:ph type="subTitle" idx="1" hasCustomPrompt="1"/>
          </p:nvPr>
        </p:nvSpPr>
        <p:spPr>
          <a:xfrm xmlns:a="http://schemas.openxmlformats.org/drawingml/2006/main">
            <a:off x="1447800" y="3429000"/>
            <a:ext cx="7010400" cy="1600200"/>
          </a:xfrm>
        </p:spPr>
        <p:txBody>
          <a:bodyPr xmlns:a="http://schemas.openxmlformats.org/drawingml/2006/main"/>
          <a:lstStyle xmlns:a="http://schemas.openxmlformats.org/drawingml/2006/main">
            <a:lvl1pPr marL="0" indent="0">
              <a:buNone/>
              <a:defRPr sz="2200" b="0" i="0">
                <a:latin typeface="Microsoft YaHei"/>
                <a:ea typeface="Microsoft YaHei"/>
                <a:cs typeface="Microsoft YaHei"/>
              </a:defRPr>
            </a:lvl1pPr>
          </a:lstStyle>
          <a:p xmlns:a="http://schemas.openxmlformats.org/drawingml/2006/main">
            <a:r>
              <a:t>单击此处编辑母版副标题样式</a:t>
            </a:r>
          </a:p>
        </p:txBody>
      </p:sp>
      <p:pic>
        <p:nvPicPr>
          <p:cNvPr id="4566020"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dff11e90782e4094">
            <a:alphaModFix amt="30000"/>
          </a:blip>
          <a:srcRect xmlns:a="http://schemas.openxmlformats.org/drawingml/2006/main" l="0" t="0" r="0" b="26529"/>
          <a:stretch xmlns:a="http://schemas.openxmlformats.org/drawingml/2006/main"/>
        </p:blipFill>
        <p:spPr>
          <a:xfrm xmlns:a="http://schemas.openxmlformats.org/drawingml/2006/main">
            <a:off x="7973864" y="7058"/>
            <a:ext cx="1170856" cy="1067612"/>
          </a:xfrm>
          <a:prstGeom xmlns:a="http://schemas.openxmlformats.org/drawingml/2006/main" prst="rect">
            <a:avLst/>
          </a:prstGeom>
        </p:spPr>
      </p:pic>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3B7AE5D-C53E-4171-8AD8-360AAFDA1A8B}"/>
              </a:ext>
            </a:extLst>
          </p:cNvPr>
          <p:cNvSpPr>
            <a:spLocks xmlns:a="http://schemas.openxmlformats.org/drawingml/2006/main" noGrp="1"/>
          </p:cNvSpPr>
          <p:nvPr>
            <p:ph type="title" idx="0" hasCustomPrompt="1"/>
          </p:nvPr>
        </p:nvSpPr>
        <p:spPr>
          <a:xfrm xmlns:a="http://schemas.openxmlformats.org/drawingml/2006/main">
            <a:off x="395536" y="260648"/>
            <a:ext cx="7992888" cy="663575"/>
          </a:xfrm>
        </p:spPr>
        <p:txBody>
          <a:bodyPr xmlns:a="http://schemas.openxmlformats.org/drawingml/2006/main"/>
          <a:lstStyle xmlns:a="http://schemas.openxmlformats.org/drawingml/2006/main">
            <a:lvl1pPr>
              <a:buNone/>
              <a:defRPr sz="3200" b="0" i="0">
                <a:latin typeface="Microsoft YaHei"/>
                <a:ea typeface="Microsoft YaHei"/>
                <a:cs typeface="Microsoft YaHei"/>
              </a:defRPr>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68103519-FED6-43DA-A949-450857D8A916}"/>
              </a:ext>
            </a:extLst>
          </p:cNvPr>
          <p:cNvSpPr>
            <a:spLocks xmlns:a="http://schemas.openxmlformats.org/drawingml/2006/main" noGrp="1"/>
          </p:cNvSpPr>
          <p:nvPr>
            <p:ph idx="1" hasCustomPrompt="1"/>
          </p:nvPr>
        </p:nvSpPr>
        <p:spPr>
          <a:xfrm xmlns:a="http://schemas.openxmlformats.org/drawingml/2006/main">
            <a:off x="387424" y="1285860"/>
            <a:ext cx="8001000" cy="5286412"/>
          </a:xfrm>
        </p:spPr>
        <p:txBody>
          <a:bodyPr xmlns:a="http://schemas.openxmlformats.org/drawingml/2006/main"/>
          <a:lstStyle xmlns:a="http://schemas.openxmlformats.org/drawingml/2006/main">
            <a:lvl1pPr>
              <a:lnSpc>
                <a:spcPct val="120000"/>
              </a:lnSpc>
              <a:buChar char="p"/>
              <a:defRPr sz="2400" b="0" i="0">
                <a:latin typeface="Microsoft YaHei"/>
                <a:ea typeface="Microsoft YaHei"/>
                <a:cs typeface="Microsoft YaHei"/>
              </a:defRPr>
            </a:lvl1pPr>
            <a:lvl2pPr>
              <a:lnSpc>
                <a:spcPct val="120000"/>
              </a:lnSpc>
              <a:buNone/>
              <a:defRPr sz="2000" b="0" i="0">
                <a:latin typeface="Microsoft YaHei"/>
                <a:ea typeface="Microsoft YaHei"/>
                <a:cs typeface="Microsoft YaHei"/>
              </a:defRPr>
            </a:lvl2pPr>
            <a:lvl3pPr marL="1252220" indent="-342900">
              <a:lnSpc>
                <a:spcPct val="120000"/>
              </a:lnSpc>
              <a:buChar char="p"/>
              <a:defRPr sz="1800" b="0" i="0">
                <a:latin typeface="Microsoft YaHei"/>
                <a:ea typeface="Microsoft YaHei"/>
                <a:cs typeface="Microsoft YaHei"/>
              </a:defRPr>
            </a:lvl3pPr>
            <a:lvl4pPr>
              <a:lnSpc>
                <a:spcPct val="120000"/>
              </a:lnSpc>
              <a:buNone/>
              <a:defRPr b="0" i="0">
                <a:latin typeface="Microsoft YaHei"/>
                <a:ea typeface="Microsoft YaHei"/>
                <a:cs typeface="Microsoft YaHei"/>
              </a:defRPr>
            </a:lvl4pPr>
            <a:lvl5pPr>
              <a:buNone/>
              <a:defRPr>
                <a:latin typeface="微软雅黑"/>
                <a:ea typeface="微软雅黑"/>
                <a:cs typeface="微软雅黑"/>
              </a:defRPr>
            </a:lvl5pPr>
          </a:lstStyle>
          <a:p xmlns:a="http://schemas.openxmlformats.org/drawingml/2006/main">
            <a:pPr>
              <a:buNone/>
            </a:pPr>
            <a:r>
              <a:t>单击此处编辑母版文本样式</a:t>
            </a:r>
          </a:p>
          <a:p xmlns:a="http://schemas.openxmlformats.org/drawingml/2006/main">
            <a:pPr>
              <a:buNone/>
            </a:pPr>
            <a:r>
              <a:t>第二级</a:t>
            </a:r>
          </a:p>
          <a:p xmlns:a="http://schemas.openxmlformats.org/drawingml/2006/main">
            <a:pPr>
              <a:buNone/>
            </a:pPr>
            <a:r>
              <a:t>第三级</a:t>
            </a:r>
          </a:p>
          <a:p xmlns:a="http://schemas.openxmlformats.org/drawingml/2006/main">
            <a:pPr>
              <a:buNone/>
            </a:pPr>
          </a:p>
        </p:txBody>
      </p:sp>
      <p:sp>
        <p:nvSpPr>
          <p:cNvPr id="6" name="标题 1">
            <a:extLst xmlns:a="http://schemas.openxmlformats.org/drawingml/2006/main">
              <a:ext uri="{FF2B5EF4-FFF2-40B4-BE49-F238E27FC236}">
                <a16:creationId xmlns:a16="http://schemas.microsoft.com/office/drawing/2014/main" id="{164BD9CE-5EF1-4ED6-902A-A421C952018F}"/>
              </a:ext>
            </a:extLst>
          </p:cNvPr>
          <p:cNvSpPr>
            <a:spLocks xmlns:a="http://schemas.openxmlformats.org/drawingml/2006/main" noGrp="1"/>
          </p:cNvSpPr>
          <p:nvPr/>
        </p:nvSpPr>
        <p:spPr>
          <a:xfrm xmlns:a="http://schemas.openxmlformats.org/drawingml/2006/main">
            <a:off x="3491880" y="6319437"/>
            <a:ext cx="1908212" cy="44755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b"/>
          <a:lstStyle xmlns:a="http://schemas.openxmlformats.org/drawingml/2006/main">
            <a:lvl1pPr algn="l">
              <a:buNone/>
              <a:defRPr sz="3600" b="1">
                <a:solidFill>
                  <a:schemeClr val="accent2"/>
                </a:solidFill>
                <a:latin typeface="Times New Roman"/>
                <a:ea typeface="Times New Roman"/>
                <a:cs typeface="Times New Roman"/>
              </a:defRPr>
            </a:lvl1pPr>
            <a:lvl2pPr algn="l">
              <a:buNone/>
              <a:defRPr sz="3800" b="1">
                <a:solidFill>
                  <a:schemeClr val="accent2"/>
                </a:solidFill>
                <a:latin typeface="微软雅黑"/>
                <a:ea typeface="微软雅黑"/>
                <a:cs typeface="微软雅黑"/>
              </a:defRPr>
            </a:lvl2pPr>
            <a:lvl3pPr algn="l">
              <a:buNone/>
              <a:defRPr sz="3800" b="1">
                <a:solidFill>
                  <a:schemeClr val="accent2"/>
                </a:solidFill>
                <a:latin typeface="微软雅黑"/>
                <a:ea typeface="微软雅黑"/>
                <a:cs typeface="微软雅黑"/>
              </a:defRPr>
            </a:lvl3pPr>
            <a:lvl4pPr algn="l">
              <a:buNone/>
              <a:defRPr sz="3800" b="1">
                <a:solidFill>
                  <a:schemeClr val="accent2"/>
                </a:solidFill>
                <a:latin typeface="微软雅黑"/>
                <a:ea typeface="微软雅黑"/>
                <a:cs typeface="微软雅黑"/>
              </a:defRPr>
            </a:lvl4pPr>
            <a:lvl5pPr algn="l">
              <a:buNone/>
              <a:defRPr sz="3800" b="1">
                <a:solidFill>
                  <a:schemeClr val="accent2"/>
                </a:solidFill>
                <a:latin typeface="微软雅黑"/>
                <a:ea typeface="微软雅黑"/>
                <a:cs typeface="微软雅黑"/>
              </a:defRPr>
            </a:lvl5pPr>
            <a:lvl6pPr marL="457200" algn="l">
              <a:buNone/>
              <a:defRPr sz="3800" b="1">
                <a:solidFill>
                  <a:schemeClr val="accent2"/>
                </a:solidFill>
                <a:latin typeface="Verdana"/>
                <a:ea typeface="Verdana"/>
                <a:cs typeface="Verdana"/>
              </a:defRPr>
            </a:lvl6pPr>
            <a:lvl7pPr marL="914400" algn="l">
              <a:buNone/>
              <a:defRPr sz="3800" b="1">
                <a:solidFill>
                  <a:schemeClr val="accent2"/>
                </a:solidFill>
                <a:latin typeface="Verdana"/>
                <a:ea typeface="Verdana"/>
                <a:cs typeface="Verdana"/>
              </a:defRPr>
            </a:lvl7pPr>
            <a:lvl8pPr marL="1371600" algn="l">
              <a:buNone/>
              <a:defRPr sz="3800" b="1">
                <a:solidFill>
                  <a:schemeClr val="accent2"/>
                </a:solidFill>
                <a:latin typeface="Verdana"/>
                <a:ea typeface="Verdana"/>
                <a:cs typeface="Verdana"/>
              </a:defRPr>
            </a:lvl8pPr>
            <a:lvl9pPr marL="1828800" algn="l">
              <a:buNone/>
              <a:defRPr sz="3800" b="1">
                <a:solidFill>
                  <a:schemeClr val="accent2"/>
                </a:solidFill>
                <a:latin typeface="Verdana"/>
                <a:ea typeface="Verdana"/>
                <a:cs typeface="Verdana"/>
              </a:defRPr>
            </a:lvl9pPr>
          </a:lstStyle>
          <a:p xmlns:a="http://schemas.openxmlformats.org/drawingml/2006/main"/>
        </p:txBody>
      </p:sp>
    </p:spTree>
  </p:cSld>
</p:sldLayout>
</file>

<file path=ppt/slideLayouts/slideLayout3.xml><?xml version="1.0" encoding="utf-8"?>
<p:sldLayout xmlns:p="http://schemas.openxmlformats.org/presentationml/2006/main" showMasterSp="0" preserve="1" userDrawn="1">
  <p:cSld name="Custom Layout">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p:cSld>
    <p:spTree>
      <p:nvGrpSpPr>
        <p:cNvPr id="1" name=""/>
        <p:cNvGrpSpPr/>
        <p:nvPr/>
      </p:nvGrpSpPr>
      <p:grpSpPr>
        <a:xfrm xmlns:a="http://schemas.openxmlformats.org/drawingml/2006/main"/>
      </p:grpSpPr>
    </p:spTree>
  </p:cSld>
</p:sldLayout>
</file>

<file path=ppt/slideLayouts/slideLayout5.xml><?xml version="1.0" encoding="utf-8"?>
<p:sldLayout xmlns:p="http://schemas.openxmlformats.org/presentationml/2006/main" userDrawn="1">
  <p:cSld name="自定义版式">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E1CD7A4-C1E3-40C6-9ADD-9305EFCDAFE0}"/>
              </a:ext>
            </a:extLst>
          </p:cNvPr>
          <p:cNvSpPr>
            <a:spLocks xmlns:a="http://schemas.openxmlformats.org/drawingml/2006/main" noGrp="1"/>
          </p:cNvSpPr>
          <p:nvPr>
            <p:ph type="title" idx="0"/>
          </p:nvPr>
        </p:nvSpPr>
        <p:spPr>
          <a:xfrm xmlns:a="http://schemas.openxmlformats.org/drawingml/2006/main">
            <a:off x="468313" y="260352"/>
            <a:ext cx="8229600" cy="576263"/>
          </a:xfrm>
        </p:spPr>
        <p:txBody>
          <a:bodyPr xmlns:a="http://schemas.openxmlformats.org/drawingml/2006/main"/>
          <a:lstStyle xmlns:a="http://schemas.openxmlformats.org/drawingml/2006/main">
            <a:lvl1pPr>
              <a:buNone/>
              <a:defRPr>
                <a:solidFill>
                  <a:srgbClr val="C00000"/>
                </a:solidFill>
              </a:defRPr>
            </a:lvl1pPr>
          </a:lstStyle>
          <a:p xmlns:a="http://schemas.openxmlformats.org/drawingml/2006/main">
            <a:r>
              <a:t>单击此处编辑母版标题样式</a:t>
            </a:r>
          </a:p>
        </p:txBody>
      </p:sp>
      <p:sp>
        <p:nvSpPr>
          <p:cNvPr id="8" name="Content Placeholder 2">
            <a:extLst xmlns:a="http://schemas.openxmlformats.org/drawingml/2006/main">
              <a:ext uri="{FF2B5EF4-FFF2-40B4-BE49-F238E27FC236}">
                <a16:creationId xmlns:a16="http://schemas.microsoft.com/office/drawing/2014/main" id="{EC1EED8D-99D4-FC45-8689-0A9330949889}"/>
              </a:ext>
            </a:extLst>
          </p:cNvPr>
          <p:cNvSpPr>
            <a:spLocks xmlns:a="http://schemas.openxmlformats.org/drawingml/2006/main" noGrp="1"/>
          </p:cNvSpPr>
          <p:nvPr>
            <p:ph idx="1"/>
          </p:nvPr>
        </p:nvSpPr>
        <p:spPr>
          <a:xfrm xmlns:a="http://schemas.openxmlformats.org/drawingml/2006/main">
            <a:off x="395536" y="1268760"/>
            <a:ext cx="8032502" cy="5551140"/>
          </a:xfrm>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Tree>
  </p:cSld>
</p:sldLayout>
</file>

<file path=ppt/slideLayouts/slideLayout6.xml><?xml version="1.0" encoding="utf-8"?>
<p:sldLayout xmlns:p="http://schemas.openxmlformats.org/presentationml/2006/main" type="blank">
  <p:cSld name="空白">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userDrawn="1">
  <p:cSld name="节标题">
    <p:spTree>
      <p:nvGrpSpPr>
        <p:cNvPr id="1" name=""/>
        <p:cNvGrpSpPr/>
        <p:nvPr/>
      </p:nvGrpSpPr>
      <p:grpSpPr>
        <a:xfrm xmlns:a="http://schemas.openxmlformats.org/drawingml/2006/main"/>
      </p:grpSpPr>
      <p:sp>
        <p:nvSpPr>
          <p:cNvPr id="3" name="文本占位符 2">
            <a:extLst xmlns:a="http://schemas.openxmlformats.org/drawingml/2006/main">
              <a:ext uri="{FF2B5EF4-FFF2-40B4-BE49-F238E27FC236}">
                <a16:creationId xmlns:a16="http://schemas.microsoft.com/office/drawing/2014/main" id="{08BBDFEB-9E76-4D56-BFEB-9F10298E1BDE}"/>
              </a:ext>
            </a:extLst>
          </p:cNvPr>
          <p:cNvSpPr>
            <a:spLocks xmlns:a="http://schemas.openxmlformats.org/drawingml/2006/main" noGrp="1"/>
          </p:cNvSpPr>
          <p:nvPr>
            <p:ph type="body" idx="1" hasCustomPrompt="1"/>
          </p:nvPr>
        </p:nvSpPr>
        <p:spPr>
          <a:xfrm xmlns:a="http://schemas.openxmlformats.org/drawingml/2006/main">
            <a:off x="1493100" y="4615200"/>
            <a:ext cx="5826600" cy="867600"/>
          </a:xfrm>
        </p:spPr>
        <p:txBody>
          <a:bodyPr xmlns:a="http://schemas.openxmlformats.org/drawingml/2006/main" lIns="90000" tIns="46800" rIns="90000" bIns="46800">
            <a:normAutofit/>
          </a:bodyPr>
          <a:lstStyle xmlns:a="http://schemas.openxmlformats.org/drawingml/2006/main">
            <a:lvl1pPr marL="0" indent="0">
              <a:buNone/>
              <a:defRPr sz="1350">
                <a:solidFill>
                  <a:schemeClr val="tx1">
                    <a:lumMod val="65000"/>
                    <a:lumOff val="35000"/>
                  </a:schemeClr>
                </a:solidFill>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a:buNone/>
            </a:pPr>
            <a:r>
              <a:t>单击此处编辑文本</a:t>
            </a:r>
          </a:p>
        </p:txBody>
      </p:sp>
      <p:sp>
        <p:nvSpPr>
          <p:cNvPr id="7" name="Title 6">
            <a:extLst xmlns:a="http://schemas.openxmlformats.org/drawingml/2006/main">
              <a:ext uri="{FF2B5EF4-FFF2-40B4-BE49-F238E27FC236}">
                <a16:creationId xmlns:a16="http://schemas.microsoft.com/office/drawing/2014/main" id="{9268041E-8231-3601-0551-1ADF1DEC12A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8.xml><?xml version="1.0" encoding="utf-8"?>
<p:sldLayout xmlns:p="http://schemas.openxmlformats.org/presentationml/2006/main" preserve="1" userDrawn="1">
  <p:cSld name="图片与标题">
    <p:spTree>
      <p:nvGrpSpPr>
        <p:cNvPr id="1" name=""/>
        <p:cNvGrpSpPr/>
        <p:nvPr/>
      </p:nvGrpSpPr>
      <p:grpSpPr>
        <a:xfrm xmlns:a="http://schemas.openxmlformats.org/drawingml/2006/main"/>
      </p:grpSpPr>
      <p:sp>
        <p:nvSpPr>
          <p:cNvPr id="3" name="图片占位符 2">
            <a:extLst xmlns:a="http://schemas.openxmlformats.org/drawingml/2006/main">
              <a:ext uri="{FF2B5EF4-FFF2-40B4-BE49-F238E27FC236}">
                <a16:creationId xmlns:a16="http://schemas.microsoft.com/office/drawing/2014/main" id="{36C0B03C-6AB3-4867-AC56-A66696B7E9FF}"/>
              </a:ext>
            </a:extLst>
          </p:cNvPr>
          <p:cNvSpPr>
            <a:spLocks xmlns:a="http://schemas.openxmlformats.org/drawingml/2006/main" noGrp="1"/>
          </p:cNvSpPr>
          <p:nvPr>
            <p:ph type="pic" idx="1"/>
          </p:nvPr>
        </p:nvSpPr>
        <p:spPr>
          <a:xfrm xmlns:a="http://schemas.openxmlformats.org/drawingml/2006/main">
            <a:off x="456248" y="1555115"/>
            <a:ext cx="3924776" cy="4608195"/>
          </a:xfrm>
        </p:spPr>
        <p:txBody>
          <a:bodyPr xmlns:a="http://schemas.openxmlformats.org/drawingml/2006/main" vert="horz" lIns="90000" tIns="46800" rIns="90000" bIns="46800">
            <a:normAutofit/>
          </a:bodyPr>
          <a:lstStyle xmlns:a="http://schemas.openxmlformats.org/drawingml/2006/main">
            <a:lvl1pPr>
              <a:buNone/>
              <a:defRPr sz="1200"/>
            </a:lvl1pPr>
          </a:lstStyle>
          <a:p xmlns:a="http://schemas.openxmlformats.org/drawingml/2006/main">
            <a:pPr>
              <a:buNone/>
            </a:pPr>
          </a:p>
        </p:txBody>
      </p:sp>
      <p:sp>
        <p:nvSpPr>
          <p:cNvPr id="4" name="文本占位符 3">
            <a:extLst xmlns:a="http://schemas.openxmlformats.org/drawingml/2006/main">
              <a:ext uri="{FF2B5EF4-FFF2-40B4-BE49-F238E27FC236}">
                <a16:creationId xmlns:a16="http://schemas.microsoft.com/office/drawing/2014/main" id="{188B4743-48E2-4CAF-A17A-59A575B3DEE8}"/>
              </a:ext>
            </a:extLst>
          </p:cNvPr>
          <p:cNvSpPr>
            <a:spLocks xmlns:a="http://schemas.openxmlformats.org/drawingml/2006/main" noGrp="1"/>
          </p:cNvSpPr>
          <p:nvPr>
            <p:ph type="body" idx="2"/>
          </p:nvPr>
        </p:nvSpPr>
        <p:spPr>
          <a:xfrm xmlns:a="http://schemas.openxmlformats.org/drawingml/2006/main">
            <a:off x="4762800" y="1555200"/>
            <a:ext cx="3920400" cy="4608000"/>
          </a:xfrm>
        </p:spPr>
        <p:txBody>
          <a:bodyPr xmlns:a="http://schemas.openxmlformats.org/drawingml/2006/main" vert="horz" lIns="90000" tIns="46800" rIns="90000" bIns="46800">
            <a:normAutofit/>
          </a:bodyPr>
          <a:lstStyle xmlns:a="http://schemas.openxmlformats.org/drawingml/2006/main">
            <a:lvl1pPr>
              <a:buNone/>
              <a:defRPr sz="1200"/>
            </a:lvl1pPr>
          </a:lstStyle>
          <a:p xmlns:a="http://schemas.openxmlformats.org/drawingml/2006/main">
            <a:pPr>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5088B0B5-4D4F-4632-9E8B-D8DF9A66AE8A}"/>
              </a:ext>
            </a:extLst>
          </p:cNvPr>
          <p:cNvSpPr>
            <a:spLocks xmlns:a="http://schemas.openxmlformats.org/drawingml/2006/main" noGrp="1"/>
          </p:cNvSpPr>
          <p:nvPr>
            <p:ph type="dt" idx="10"/>
          </p:nvPr>
        </p:nvSpPr>
        <p:spPr>
          <a:xfrm xmlns:a="http://schemas.openxmlformats.org/drawingml/2006/main">
            <a:off x="459000" y="6314400"/>
            <a:ext cx="2025000" cy="316800"/>
          </a:xfrm>
          <a:prstGeom xmlns:a="http://schemas.openxmlformats.org/drawingml/2006/main" prst="rect">
            <a:avLst/>
          </a:prstGeom>
        </p:spPr>
        <p:txBody>
          <a:bodyPr xmlns:a="http://schemas.openxmlformats.org/drawingml/2006/main"/>
          <a:lstStyle xmlns:a="http://schemas.openxmlformats.org/drawingml/2006/main">
            <a:lvl1pPr>
              <a:buNone/>
              <a:defRPr b="0" i="0"/>
            </a:lvl1pPr>
          </a:lstStyle>
          <a:p xmlns:a="http://schemas.openxmlformats.org/drawingml/2006/main"/>
        </p:txBody>
      </p:sp>
      <p:sp>
        <p:nvSpPr>
          <p:cNvPr id="6" name="页脚占位符 5">
            <a:extLst xmlns:a="http://schemas.openxmlformats.org/drawingml/2006/main">
              <a:ext uri="{FF2B5EF4-FFF2-40B4-BE49-F238E27FC236}">
                <a16:creationId xmlns:a16="http://schemas.microsoft.com/office/drawing/2014/main" id="{C75F3B96-A9A7-42FE-BF95-8F9699DAFFE1}"/>
              </a:ext>
            </a:extLst>
          </p:cNvPr>
          <p:cNvSpPr>
            <a:spLocks xmlns:a="http://schemas.openxmlformats.org/drawingml/2006/main" noGrp="1"/>
          </p:cNvSpPr>
          <p:nvPr>
            <p:ph type="ftr" idx="11"/>
          </p:nvPr>
        </p:nvSpPr>
        <p:spPr>
          <a:xfrm xmlns:a="http://schemas.openxmlformats.org/drawingml/2006/main">
            <a:off x="3087000" y="6314400"/>
            <a:ext cx="2970000" cy="316800"/>
          </a:xfrm>
          <a:prstGeom xmlns:a="http://schemas.openxmlformats.org/drawingml/2006/main" prst="rect">
            <a:avLst/>
          </a:prstGeom>
        </p:spPr>
        <p:txBody>
          <a:bodyPr xmlns:a="http://schemas.openxmlformats.org/drawingml/2006/main"/>
          <a:lstStyle xmlns:a="http://schemas.openxmlformats.org/drawingml/2006/main">
            <a:lvl1pPr>
              <a:buNone/>
              <a:defRPr b="0" i="0"/>
            </a:lvl1pPr>
          </a:lstStyle>
          <a:p xmlns:a="http://schemas.openxmlformats.org/drawingml/2006/main"/>
        </p:txBody>
      </p:sp>
      <p:sp>
        <p:nvSpPr>
          <p:cNvPr id="7" name="灯片编号占位符 6">
            <a:extLst xmlns:a="http://schemas.openxmlformats.org/drawingml/2006/main">
              <a:ext uri="{FF2B5EF4-FFF2-40B4-BE49-F238E27FC236}">
                <a16:creationId xmlns:a16="http://schemas.microsoft.com/office/drawing/2014/main" id="{7CAB417A-6777-4BB7-919B-B1A68E481078}"/>
              </a:ext>
            </a:extLst>
          </p:cNvPr>
          <p:cNvSpPr>
            <a:spLocks xmlns:a="http://schemas.openxmlformats.org/drawingml/2006/main" noGrp="1"/>
          </p:cNvSpPr>
          <p:nvPr>
            <p:ph type="sldNum" idx="12"/>
          </p:nvPr>
        </p:nvSpPr>
        <p:spPr>
          <a:xfrm xmlns:a="http://schemas.openxmlformats.org/drawingml/2006/main">
            <a:off x="6658200" y="6314400"/>
            <a:ext cx="2025000" cy="316800"/>
          </a:xfrm>
          <a:prstGeom xmlns:a="http://schemas.openxmlformats.org/drawingml/2006/main" prst="rect">
            <a:avLst/>
          </a:prstGeom>
        </p:spPr>
        <p:txBody>
          <a:bodyPr xmlns:a="http://schemas.openxmlformats.org/drawingml/2006/main"/>
          <a:lstStyle xmlns:a="http://schemas.openxmlformats.org/drawingml/2006/main">
            <a:lvl1pPr>
              <a:buNone/>
              <a:defRPr b="0" i="0"/>
            </a:lvl1pPr>
          </a:lstStyle>
          <a:p xmlns:a="http://schemas.openxmlformats.org/drawingml/2006/main">
            <a:fld id="{FABC47A4-756D-490B-A52F-7D9E2C9FC05F}" type="slidenum">
              <a:t>‹#›</a:t>
            </a:fld>
          </a:p>
        </p:txBody>
      </p:sp>
      <p:sp>
        <p:nvSpPr>
          <p:cNvPr id="9" name="标题 8">
            <a:extLst xmlns:a="http://schemas.openxmlformats.org/drawingml/2006/main">
              <a:ext uri="{FF2B5EF4-FFF2-40B4-BE49-F238E27FC236}">
                <a16:creationId xmlns:a16="http://schemas.microsoft.com/office/drawing/2014/main" id="{A275BD95-CA0E-44AB-A969-6EC786247D8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Tree>
  </p:cSld>
</p:sldLayout>
</file>

<file path=ppt/slideLayouts/slideLayout9.xml><?xml version="1.0" encoding="utf-8"?>
<p:sldLayout xmlns:p="http://schemas.openxmlformats.org/presentationml/2006/main" preserve="1" userDrawn="1">
  <p:cSld name="内容">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D215CE86-386F-4860-A756-36E6821C17F4}"/>
              </a:ext>
            </a:extLst>
          </p:cNvPr>
          <p:cNvSpPr>
            <a:spLocks xmlns:a="http://schemas.openxmlformats.org/drawingml/2006/main" noGrp="1"/>
          </p:cNvSpPr>
          <p:nvPr>
            <p:ph type="dt" idx="10"/>
          </p:nvPr>
        </p:nvSpPr>
        <p:spPr>
          <a:xfrm xmlns:a="http://schemas.openxmlformats.org/drawingml/2006/main">
            <a:off x="459000" y="6314400"/>
            <a:ext cx="2025000" cy="316800"/>
          </a:xfrm>
          <a:prstGeom xmlns:a="http://schemas.openxmlformats.org/drawingml/2006/main" prst="rect">
            <a:avLst/>
          </a:prstGeom>
        </p:spPr>
        <p:txBody>
          <a:bodyPr xmlns:a="http://schemas.openxmlformats.org/drawingml/2006/main"/>
          <a:lstStyle xmlns:a="http://schemas.openxmlformats.org/drawingml/2006/main">
            <a:lvl1pPr>
              <a:buNone/>
              <a:defRPr b="0" i="0"/>
            </a:lvl1pPr>
          </a:lstStyle>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F2C7B50F-0BF2-44E3-AADB-38374A9DEC0F}"/>
              </a:ext>
            </a:extLst>
          </p:cNvPr>
          <p:cNvSpPr>
            <a:spLocks xmlns:a="http://schemas.openxmlformats.org/drawingml/2006/main" noGrp="1"/>
          </p:cNvSpPr>
          <p:nvPr>
            <p:ph type="ftr" idx="11"/>
          </p:nvPr>
        </p:nvSpPr>
        <p:spPr>
          <a:xfrm xmlns:a="http://schemas.openxmlformats.org/drawingml/2006/main">
            <a:off x="3087000" y="6314400"/>
            <a:ext cx="2970000" cy="316800"/>
          </a:xfrm>
          <a:prstGeom xmlns:a="http://schemas.openxmlformats.org/drawingml/2006/main" prst="rect">
            <a:avLst/>
          </a:prstGeom>
        </p:spPr>
        <p:txBody>
          <a:bodyPr xmlns:a="http://schemas.openxmlformats.org/drawingml/2006/main"/>
          <a:lstStyle xmlns:a="http://schemas.openxmlformats.org/drawingml/2006/main">
            <a:lvl1pPr>
              <a:buNone/>
              <a:defRPr b="0" i="0"/>
            </a:lvl1pPr>
          </a:lstStyle>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91196F9A-7CF0-4001-8675-422991AF5CC2}"/>
              </a:ext>
            </a:extLst>
          </p:cNvPr>
          <p:cNvSpPr>
            <a:spLocks xmlns:a="http://schemas.openxmlformats.org/drawingml/2006/main" noGrp="1"/>
          </p:cNvSpPr>
          <p:nvPr>
            <p:ph type="sldNum" idx="12"/>
          </p:nvPr>
        </p:nvSpPr>
        <p:spPr>
          <a:xfrm xmlns:a="http://schemas.openxmlformats.org/drawingml/2006/main">
            <a:off x="6658200" y="6314400"/>
            <a:ext cx="2025000" cy="316800"/>
          </a:xfrm>
          <a:prstGeom xmlns:a="http://schemas.openxmlformats.org/drawingml/2006/main" prst="rect">
            <a:avLst/>
          </a:prstGeom>
        </p:spPr>
        <p:txBody>
          <a:bodyPr xmlns:a="http://schemas.openxmlformats.org/drawingml/2006/main"/>
          <a:lstStyle xmlns:a="http://schemas.openxmlformats.org/drawingml/2006/main">
            <a:lvl1pPr>
              <a:buNone/>
              <a:defRPr b="0" i="0"/>
            </a:lvl1pPr>
          </a:lstStyle>
          <a:p xmlns:a="http://schemas.openxmlformats.org/drawingml/2006/main">
            <a:fld id="{49AE70B2-8BF9-45C0-BB95-33D1B9D3A854}" type="slidenum">
              <a:t>‹#›</a:t>
            </a:fld>
          </a:p>
        </p:txBody>
      </p:sp>
      <p:sp>
        <p:nvSpPr>
          <p:cNvPr id="7" name="内容占位符 6">
            <a:extLst xmlns:a="http://schemas.openxmlformats.org/drawingml/2006/main">
              <a:ext uri="{FF2B5EF4-FFF2-40B4-BE49-F238E27FC236}">
                <a16:creationId xmlns:a16="http://schemas.microsoft.com/office/drawing/2014/main" id="{62D055A5-DB5F-49B8-BDF0-C7ABDA66BEC3}"/>
              </a:ext>
            </a:extLst>
          </p:cNvPr>
          <p:cNvSpPr>
            <a:spLocks xmlns:a="http://schemas.openxmlformats.org/drawingml/2006/main" noGrp="1"/>
          </p:cNvSpPr>
          <p:nvPr>
            <p:ph idx="13"/>
          </p:nvPr>
        </p:nvSpPr>
        <p:spPr>
          <a:xfrm xmlns:a="http://schemas.openxmlformats.org/drawingml/2006/main">
            <a:off x="456300" y="774000"/>
            <a:ext cx="8229600" cy="5482800"/>
          </a:xfrm>
        </p:spPr>
        <p:txBody>
          <a:bodyPr xmlns:a="http://schemas.openxmlformats.org/drawingml/2006/main"/>
          <a:lstStyle xmlns:a="http://schemas.openxmlformats.org/drawingml/2006/main"/>
          <a:p xmlns:a="http://schemas.openxmlformats.org/drawingml/2006/main">
            <a:pPr>
              <a:buNone/>
            </a:pPr>
            <a:r>
              <a:t>单击此处编辑母版文本样式</a:t>
            </a:r>
          </a:p>
          <a:p xmlns:a="http://schemas.openxmlformats.org/drawingml/2006/main">
            <a:pPr>
              <a:buNone/>
            </a:pPr>
            <a:r>
              <a:t>第二级</a:t>
            </a:r>
          </a:p>
          <a:p xmlns:a="http://schemas.openxmlformats.org/drawingml/2006/main">
            <a:pPr>
              <a:buNone/>
            </a:pPr>
            <a:r>
              <a:t>第三级</a:t>
            </a:r>
          </a:p>
          <a:p xmlns:a="http://schemas.openxmlformats.org/drawingml/2006/main">
            <a:pPr>
              <a:buNone/>
            </a:pPr>
            <a:r>
              <a:t>第四级</a:t>
            </a:r>
          </a:p>
          <a:p xmlns:a="http://schemas.openxmlformats.org/drawingml/2006/main">
            <a:pPr>
              <a:buNone/>
            </a:pPr>
            <a:r>
              <a:t>第五级</a:t>
            </a:r>
          </a:p>
        </p:txBody>
      </p:sp>
    </p:spTree>
  </p:cSld>
</p:sldLayout>
</file>

<file path=ppt/slideLayouts/slideLayout10.xml><?xml version="1.0" encoding="utf-8"?>
<p:sldLayout xmlns:p="http://schemas.openxmlformats.org/presentationml/2006/main" preserve="1" userDrawn="1">
  <p:cSld name="末尾幻灯片">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F2FCA17C-0C0F-4D31-AFB0-8858E862AAD7}"/>
              </a:ext>
            </a:extLst>
          </p:cNvPr>
          <p:cNvSpPr>
            <a:spLocks xmlns:a="http://schemas.openxmlformats.org/drawingml/2006/main" noGrp="1"/>
          </p:cNvSpPr>
          <p:nvPr>
            <p:ph type="dt" idx="10"/>
          </p:nvPr>
        </p:nvSpPr>
        <p:spPr>
          <a:xfrm xmlns:a="http://schemas.openxmlformats.org/drawingml/2006/main">
            <a:off x="459000" y="6314400"/>
            <a:ext cx="2025000" cy="316800"/>
          </a:xfrm>
          <a:prstGeom xmlns:a="http://schemas.openxmlformats.org/drawingml/2006/main" prst="rect">
            <a:avLst/>
          </a:prstGeom>
        </p:spPr>
        <p:txBody>
          <a:bodyPr xmlns:a="http://schemas.openxmlformats.org/drawingml/2006/main"/>
          <a:lstStyle xmlns:a="http://schemas.openxmlformats.org/drawingml/2006/main">
            <a:lvl1pPr>
              <a:buNone/>
              <a:defRPr b="0" i="0"/>
            </a:lvl1pPr>
          </a:lstStyle>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1CA16E6C-3D86-487C-BA2E-492802985637}"/>
              </a:ext>
            </a:extLst>
          </p:cNvPr>
          <p:cNvSpPr>
            <a:spLocks xmlns:a="http://schemas.openxmlformats.org/drawingml/2006/main" noGrp="1"/>
          </p:cNvSpPr>
          <p:nvPr>
            <p:ph type="ftr" idx="11"/>
          </p:nvPr>
        </p:nvSpPr>
        <p:spPr>
          <a:xfrm xmlns:a="http://schemas.openxmlformats.org/drawingml/2006/main">
            <a:off x="3087000" y="6314400"/>
            <a:ext cx="2970000" cy="316800"/>
          </a:xfrm>
          <a:prstGeom xmlns:a="http://schemas.openxmlformats.org/drawingml/2006/main" prst="rect">
            <a:avLst/>
          </a:prstGeom>
        </p:spPr>
        <p:txBody>
          <a:bodyPr xmlns:a="http://schemas.openxmlformats.org/drawingml/2006/main"/>
          <a:lstStyle xmlns:a="http://schemas.openxmlformats.org/drawingml/2006/main">
            <a:lvl1pPr>
              <a:buNone/>
              <a:defRPr b="0" i="0"/>
            </a:lvl1pPr>
          </a:lstStyle>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ACDED37C-2EDB-4131-9BBE-DC0D0CC98CA6}"/>
              </a:ext>
            </a:extLst>
          </p:cNvPr>
          <p:cNvSpPr>
            <a:spLocks xmlns:a="http://schemas.openxmlformats.org/drawingml/2006/main" noGrp="1"/>
          </p:cNvSpPr>
          <p:nvPr>
            <p:ph type="sldNum" idx="12"/>
          </p:nvPr>
        </p:nvSpPr>
        <p:spPr>
          <a:xfrm xmlns:a="http://schemas.openxmlformats.org/drawingml/2006/main">
            <a:off x="6658200" y="6314400"/>
            <a:ext cx="2025000" cy="316800"/>
          </a:xfrm>
          <a:prstGeom xmlns:a="http://schemas.openxmlformats.org/drawingml/2006/main" prst="rect">
            <a:avLst/>
          </a:prstGeom>
        </p:spPr>
        <p:txBody>
          <a:bodyPr xmlns:a="http://schemas.openxmlformats.org/drawingml/2006/main"/>
          <a:lstStyle xmlns:a="http://schemas.openxmlformats.org/drawingml/2006/main">
            <a:lvl1pPr>
              <a:buNone/>
              <a:defRPr b="0" i="0"/>
            </a:lvl1pPr>
          </a:lstStyle>
          <a:p xmlns:a="http://schemas.openxmlformats.org/drawingml/2006/main">
            <a:fld id="{49AE70B2-8BF9-45C0-BB95-33D1B9D3A854}" type="slidenum">
              <a:t>‹#›</a:t>
            </a:fld>
          </a:p>
        </p:txBody>
      </p:sp>
      <p:sp>
        <p:nvSpPr>
          <p:cNvPr id="2" name="标题 1">
            <a:extLst xmlns:a="http://schemas.openxmlformats.org/drawingml/2006/main">
              <a:ext uri="{FF2B5EF4-FFF2-40B4-BE49-F238E27FC236}">
                <a16:creationId xmlns:a16="http://schemas.microsoft.com/office/drawing/2014/main" id="{E39A4FF2-A526-492E-A4F1-FF25C11FE823}"/>
              </a:ext>
            </a:extLst>
          </p:cNvPr>
          <p:cNvSpPr>
            <a:spLocks xmlns:a="http://schemas.openxmlformats.org/drawingml/2006/main" noGrp="1"/>
          </p:cNvSpPr>
          <p:nvPr>
            <p:ph type="title" idx="0" hasCustomPrompt="1"/>
          </p:nvPr>
        </p:nvSpPr>
        <p:spPr>
          <a:xfrm xmlns:a="http://schemas.openxmlformats.org/drawingml/2006/main">
            <a:off x="899100" y="2484000"/>
            <a:ext cx="7349400" cy="1018800"/>
          </a:xfrm>
        </p:spPr>
        <p:txBody>
          <a:bodyPr xmlns:a="http://schemas.openxmlformats.org/drawingml/2006/main" vert="horz" lIns="90000" tIns="46800" rIns="90000" bIns="46800" anchor="t">
            <a:normAutofit/>
          </a:bodyPr>
          <a:lstStyle xmlns:a="http://schemas.openxmlformats.org/drawingml/2006/main">
            <a:lvl1pPr algn="ctr">
              <a:buNone/>
              <a:defRPr sz="4500"/>
            </a:lvl1pPr>
          </a:lstStyle>
          <a:p xmlns:a="http://schemas.openxmlformats.org/drawingml/2006/main">
            <a:pPr>
              <a:buNone/>
            </a:pPr>
            <a:r>
              <a:t>单击此处编辑标题</a:t>
            </a:r>
          </a:p>
        </p:txBody>
      </p:sp>
      <p:sp>
        <p:nvSpPr>
          <p:cNvPr id="7" name="文本占位符 6">
            <a:extLst xmlns:a="http://schemas.openxmlformats.org/drawingml/2006/main">
              <a:ext uri="{FF2B5EF4-FFF2-40B4-BE49-F238E27FC236}">
                <a16:creationId xmlns:a16="http://schemas.microsoft.com/office/drawing/2014/main" id="{08B80FD0-EC23-4DE0-BF58-E0E313C25162}"/>
              </a:ext>
            </a:extLst>
          </p:cNvPr>
          <p:cNvSpPr>
            <a:spLocks xmlns:a="http://schemas.openxmlformats.org/drawingml/2006/main" noGrp="1"/>
          </p:cNvSpPr>
          <p:nvPr>
            <p:ph type="body" idx="13"/>
          </p:nvPr>
        </p:nvSpPr>
        <p:spPr>
          <a:xfrm xmlns:a="http://schemas.openxmlformats.org/drawingml/2006/main">
            <a:off x="899100" y="3560400"/>
            <a:ext cx="7349400" cy="471600"/>
          </a:xfrm>
        </p:spPr>
        <p:txBody>
          <a:bodyPr xmlns:a="http://schemas.openxmlformats.org/drawingml/2006/main" lIns="90000" tIns="46800" rIns="90000" bIns="46800">
            <a:normAutofit/>
          </a:bodyPr>
          <a:lstStyle xmlns:a="http://schemas.openxmlformats.org/drawingml/2006/main">
            <a:lvl1pPr algn="ctr">
              <a:lnSpc>
                <a:spcPct val="110000"/>
              </a:lnSpc>
              <a:buNone/>
              <a:defRPr sz="1800" spc="150"/>
            </a:lvl1pPr>
          </a:lstStyle>
          <a:p xmlns:a="http://schemas.openxmlformats.org/drawingml/2006/main">
            <a:pPr>
              <a:buNone/>
            </a:pPr>
            <a:r>
              <a:t>单击此处编辑母版文本样式</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6fce88124042ae" /><Relationship Type="http://schemas.openxmlformats.org/officeDocument/2006/relationships/slideLayout" Target="/ppt/slideLayouts/slideLayout1.xml" Id="R441dd42be48e4bad" /><Relationship Type="http://schemas.openxmlformats.org/officeDocument/2006/relationships/slideLayout" Target="/ppt/slideLayouts/slideLayout2.xml" Id="R1012fbc688e94437" /><Relationship Type="http://schemas.openxmlformats.org/officeDocument/2006/relationships/slideLayout" Target="/ppt/slideLayouts/slideLayout3.xml" Id="R7b1a414cb50e41da" /><Relationship Type="http://schemas.openxmlformats.org/officeDocument/2006/relationships/slideLayout" Target="/ppt/slideLayouts/slideLayout4.xml" Id="Rd4f674951ef4428c" /><Relationship Type="http://schemas.openxmlformats.org/officeDocument/2006/relationships/slideLayout" Target="/ppt/slideLayouts/slideLayout5.xml" Id="R1a5475c4f0074100" /><Relationship Type="http://schemas.openxmlformats.org/officeDocument/2006/relationships/slideLayout" Target="/ppt/slideLayouts/slideLayout6.xml" Id="R91891e639f56481a" /><Relationship Type="http://schemas.openxmlformats.org/officeDocument/2006/relationships/slideLayout" Target="/ppt/slideLayouts/slideLayout7.xml" Id="R806038ffd2b04ca4" /><Relationship Type="http://schemas.openxmlformats.org/officeDocument/2006/relationships/slideLayout" Target="/ppt/slideLayouts/slideLayout8.xml" Id="R3eef699d5ee342c1" /><Relationship Type="http://schemas.openxmlformats.org/officeDocument/2006/relationships/slideLayout" Target="/ppt/slideLayouts/slideLayout9.xml" Id="R42b366b8de2d4c45" /><Relationship Type="http://schemas.openxmlformats.org/officeDocument/2006/relationships/slideLayout" Target="/ppt/slideLayouts/slideLayout10.xml" Id="Rdb0e0160a060498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Rectangle 2">
            <a:extLst xmlns:a="http://schemas.openxmlformats.org/drawingml/2006/main">
              <a:ext uri="{FF2B5EF4-FFF2-40B4-BE49-F238E27FC236}">
                <a16:creationId xmlns:a16="http://schemas.microsoft.com/office/drawing/2014/main" id="{82FC07DE-B227-4ECE-BDBF-2A5A6C8DCA5E}"/>
              </a:ext>
            </a:extLst>
          </p:cNvPr>
          <p:cNvSpPr>
            <a:spLocks xmlns:a="http://schemas.openxmlformats.org/drawingml/2006/main" noGrp="1"/>
          </p:cNvSpPr>
          <p:nvPr>
            <p:ph type="title" idx="0"/>
          </p:nvPr>
        </p:nvSpPr>
        <p:spPr>
          <a:xfrm xmlns:a="http://schemas.openxmlformats.org/drawingml/2006/main">
            <a:off x="395536" y="304800"/>
            <a:ext cx="8032502" cy="663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b"/>
          <a:lstStyle xmlns:a="http://schemas.openxmlformats.org/drawingml/2006/main"/>
          <a:p xmlns:a="http://schemas.openxmlformats.org/drawingml/2006/main">
            <a:pPr>
              <a:buNone/>
            </a:pPr>
            <a:r>
              <a:t>单击此处编辑母版标题样式</a:t>
            </a:r>
          </a:p>
        </p:txBody>
      </p:sp>
      <p:sp>
        <p:nvSpPr>
          <p:cNvPr id="1027" name="Rectangle 3">
            <a:extLst xmlns:a="http://schemas.openxmlformats.org/drawingml/2006/main">
              <a:ext uri="{FF2B5EF4-FFF2-40B4-BE49-F238E27FC236}">
                <a16:creationId xmlns:a16="http://schemas.microsoft.com/office/drawing/2014/main" id="{7307C401-C3BF-4D89-BF56-34A8913C9AA3}"/>
              </a:ext>
            </a:extLst>
          </p:cNvPr>
          <p:cNvSpPr>
            <a:spLocks xmlns:a="http://schemas.openxmlformats.org/drawingml/2006/main" noGrp="1"/>
          </p:cNvSpPr>
          <p:nvPr>
            <p:ph type="body" idx="1"/>
          </p:nvPr>
        </p:nvSpPr>
        <p:spPr>
          <a:xfrm xmlns:a="http://schemas.openxmlformats.org/drawingml/2006/main">
            <a:off x="395536" y="1077913"/>
            <a:ext cx="8032502" cy="57419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pPr>
              <a:buNone/>
            </a:pPr>
            <a:r>
              <a:t>单击此处编辑母版文本样式</a:t>
            </a:r>
          </a:p>
          <a:p xmlns:a="http://schemas.openxmlformats.org/drawingml/2006/main">
            <a:pPr>
              <a:buNone/>
            </a:pPr>
            <a:r>
              <a:t>第二级</a:t>
            </a:r>
          </a:p>
        </p:txBody>
      </p:sp>
      <p:sp>
        <p:nvSpPr>
          <p:cNvPr id="4564996" name="AutoShape 4">
            <a:extLst xmlns:a="http://schemas.openxmlformats.org/drawingml/2006/main">
              <a:ext uri="{FF2B5EF4-FFF2-40B4-BE49-F238E27FC236}">
                <a16:creationId xmlns:a16="http://schemas.microsoft.com/office/drawing/2014/main" id="{44E8EC35-1D3B-4E34-9EDE-7297A9F31247}"/>
              </a:ext>
            </a:extLst>
          </p:cNvPr>
          <p:cNvSpPr>
            <a:spLocks xmlns:a="http://schemas.openxmlformats.org/drawingml/2006/main" noGrp="1"/>
          </p:cNvSpPr>
          <p:nvPr/>
        </p:nvSpPr>
        <p:spPr>
          <a:xfrm xmlns:a="http://schemas.openxmlformats.org/drawingml/2006/main">
            <a:off x="469900" y="968375"/>
            <a:ext cx="7958138" cy="109538"/>
          </a:xfrm>
          <a:custGeom xmlns:a="http://schemas.openxmlformats.org/drawingml/2006/main">
            <a:rect l="0" t="0" r="r" b="b"/>
            <a:pathLst>
              <a:path w="1000" h="1000">
                <a:moveTo>
                  <a:pt x="0" y="0"/>
                </a:moveTo>
                <a:lnTo>
                  <a:pt x="585" y="0"/>
                </a:lnTo>
                <a:lnTo>
                  <a:pt x="585" y="1000"/>
                </a:lnTo>
                <a:lnTo>
                  <a:pt x="0" y="1000"/>
                </a:lnTo>
                <a:close/>
              </a:path>
              <a:path w="1000" h="1000">
                <a:moveTo>
                  <a:pt x="0" y="0"/>
                </a:moveTo>
                <a:lnTo>
                  <a:pt x="1000" y="0"/>
                </a:lnTo>
              </a:path>
            </a:pathLst>
          </a:custGeom>
          <a:solidFill xmlns:a="http://schemas.openxmlformats.org/drawingml/2006/main">
            <a:schemeClr val="accent2"/>
          </a:solidFill>
          <a:ln xmlns:a="http://schemas.openxmlformats.org/drawingml/2006/main" w="9525">
            <a:solidFill>
              <a:schemeClr val="accent2"/>
            </a:solidFill>
          </a:ln>
        </p:spPr>
        <p:txBody>
          <a:bodyPr xmlns:a="http://schemas.openxmlformats.org/drawingml/2006/main"/>
          <a:lstStyle xmlns:a="http://schemas.openxmlformats.org/drawingml/2006/main"/>
          <a:p xmlns:a="http://schemas.openxmlformats.org/drawingml/2006/main">
            <a:pPr>
              <a:spcBef>
                <a:spcPts val="0"/>
              </a:spcBef>
              <a:spcAft>
                <a:spcPts val="0"/>
              </a:spcAft>
              <a:buNone/>
            </a:pPr>
          </a:p>
        </p:txBody>
      </p:sp>
      <p:sp>
        <p:nvSpPr>
          <p:cNvPr id="2" name="标题 1">
            <a:extLst xmlns:a="http://schemas.openxmlformats.org/drawingml/2006/main">
              <a:ext uri="{FF2B5EF4-FFF2-40B4-BE49-F238E27FC236}">
                <a16:creationId xmlns:a16="http://schemas.microsoft.com/office/drawing/2014/main" id="{B27F4B93-5C1C-BD7C-CE8E-CCE23A3410FC}"/>
              </a:ext>
            </a:extLst>
          </p:cNvPr>
          <p:cNvSpPr>
            <a:spLocks xmlns:a="http://schemas.openxmlformats.org/drawingml/2006/main" noGrp="1"/>
          </p:cNvSpPr>
          <p:nvPr/>
        </p:nvSpPr>
        <p:spPr>
          <a:xfrm xmlns:a="http://schemas.openxmlformats.org/drawingml/2006/main">
            <a:off x="8676456" y="6437833"/>
            <a:ext cx="1080120" cy="44755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b"/>
          <a:lstStyle xmlns:a="http://schemas.openxmlformats.org/drawingml/2006/main">
            <a:lvl1pPr algn="l">
              <a:buNone/>
              <a:defRPr sz="3600" b="1">
                <a:solidFill>
                  <a:schemeClr val="accent2"/>
                </a:solidFill>
                <a:latin typeface="Times New Roman"/>
                <a:ea typeface="Times New Roman"/>
                <a:cs typeface="Times New Roman"/>
              </a:defRPr>
            </a:lvl1pPr>
            <a:lvl2pPr algn="l">
              <a:buNone/>
              <a:defRPr sz="3800" b="1">
                <a:solidFill>
                  <a:schemeClr val="accent2"/>
                </a:solidFill>
                <a:latin typeface="微软雅黑"/>
                <a:ea typeface="微软雅黑"/>
                <a:cs typeface="微软雅黑"/>
              </a:defRPr>
            </a:lvl2pPr>
            <a:lvl3pPr algn="l">
              <a:buNone/>
              <a:defRPr sz="3800" b="1">
                <a:solidFill>
                  <a:schemeClr val="accent2"/>
                </a:solidFill>
                <a:latin typeface="微软雅黑"/>
                <a:ea typeface="微软雅黑"/>
                <a:cs typeface="微软雅黑"/>
              </a:defRPr>
            </a:lvl3pPr>
            <a:lvl4pPr algn="l">
              <a:buNone/>
              <a:defRPr sz="3800" b="1">
                <a:solidFill>
                  <a:schemeClr val="accent2"/>
                </a:solidFill>
                <a:latin typeface="微软雅黑"/>
                <a:ea typeface="微软雅黑"/>
                <a:cs typeface="微软雅黑"/>
              </a:defRPr>
            </a:lvl4pPr>
            <a:lvl5pPr algn="l">
              <a:buNone/>
              <a:defRPr sz="3800" b="1">
                <a:solidFill>
                  <a:schemeClr val="accent2"/>
                </a:solidFill>
                <a:latin typeface="微软雅黑"/>
                <a:ea typeface="微软雅黑"/>
                <a:cs typeface="微软雅黑"/>
              </a:defRPr>
            </a:lvl5pPr>
            <a:lvl6pPr marL="457200" algn="l">
              <a:buNone/>
              <a:defRPr sz="3800" b="1">
                <a:solidFill>
                  <a:schemeClr val="accent2"/>
                </a:solidFill>
                <a:latin typeface="Verdana"/>
                <a:ea typeface="Verdana"/>
                <a:cs typeface="Verdana"/>
              </a:defRPr>
            </a:lvl6pPr>
            <a:lvl7pPr marL="914400" algn="l">
              <a:buNone/>
              <a:defRPr sz="3800" b="1">
                <a:solidFill>
                  <a:schemeClr val="accent2"/>
                </a:solidFill>
                <a:latin typeface="Verdana"/>
                <a:ea typeface="Verdana"/>
                <a:cs typeface="Verdana"/>
              </a:defRPr>
            </a:lvl7pPr>
            <a:lvl8pPr marL="1371600" algn="l">
              <a:buNone/>
              <a:defRPr sz="3800" b="1">
                <a:solidFill>
                  <a:schemeClr val="accent2"/>
                </a:solidFill>
                <a:latin typeface="Verdana"/>
                <a:ea typeface="Verdana"/>
                <a:cs typeface="Verdana"/>
              </a:defRPr>
            </a:lvl8pPr>
            <a:lvl9pPr marL="1828800" algn="l">
              <a:buNone/>
              <a:defRPr sz="3800" b="1">
                <a:solidFill>
                  <a:schemeClr val="accent2"/>
                </a:solidFill>
                <a:latin typeface="Verdana"/>
                <a:ea typeface="Verdana"/>
                <a:cs typeface="Verdana"/>
              </a:defRPr>
            </a:lvl9pPr>
          </a:lstStyle>
          <a:p xmlns:a="http://schemas.openxmlformats.org/drawingml/2006/main">
            <a:fld id="{51C9ED30-E685-45AF-A8F6-A69D03C55800}" type="slidenum">
              <a:rPr sz="1600" b="0" i="0">
                <a:solidFill>
                  <a:schemeClr val="tx1"/>
                </a:solidFill>
                <a:latin typeface="Microsoft YaHei"/>
                <a:ea typeface="Microsoft YaHei"/>
                <a:cs typeface="Microsoft YaHei"/>
              </a:rPr>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1dd42be48e4bad"/>
    <p:sldLayoutId xmlns:r="http://schemas.openxmlformats.org/officeDocument/2006/relationships" id="2147483650" r:id="R1012fbc688e94437"/>
    <p:sldLayoutId xmlns:r="http://schemas.openxmlformats.org/officeDocument/2006/relationships" id="2147483651" r:id="R7b1a414cb50e41da"/>
    <p:sldLayoutId xmlns:r="http://schemas.openxmlformats.org/officeDocument/2006/relationships" id="2147483652" r:id="Rd4f674951ef4428c"/>
    <p:sldLayoutId xmlns:r="http://schemas.openxmlformats.org/officeDocument/2006/relationships" id="2147483653" r:id="R1a5475c4f0074100"/>
    <p:sldLayoutId xmlns:r="http://schemas.openxmlformats.org/officeDocument/2006/relationships" id="2147483654" r:id="R91891e639f56481a"/>
    <p:sldLayoutId xmlns:r="http://schemas.openxmlformats.org/officeDocument/2006/relationships" id="2147483655" r:id="R806038ffd2b04ca4"/>
    <p:sldLayoutId xmlns:r="http://schemas.openxmlformats.org/officeDocument/2006/relationships" id="2147483656" r:id="R3eef699d5ee342c1"/>
    <p:sldLayoutId xmlns:r="http://schemas.openxmlformats.org/officeDocument/2006/relationships" id="2147483657" r:id="R42b366b8de2d4c45"/>
    <p:sldLayoutId xmlns:r="http://schemas.openxmlformats.org/officeDocument/2006/relationships" id="2147483658" r:id="Rdb0e0160a0604983"/>
  </p:sldLayoutIdLst>
  <p:hf sldNum="0" hdr="0" ftr="0" dt="0"/>
  <p:txStyles>
    <p:titleStyle>
      <a:lvl1pPr xmlns:a="http://schemas.openxmlformats.org/drawingml/2006/main" algn="l">
        <a:buNone/>
        <a:defRPr sz="3600" b="0" i="0">
          <a:solidFill>
            <a:schemeClr val="tx1">
              <a:lumMod val="75000"/>
              <a:lumOff val="25000"/>
            </a:schemeClr>
          </a:solidFill>
          <a:latin typeface="Microsoft YaHei"/>
          <a:ea typeface="Microsoft YaHei"/>
          <a:cs typeface="Microsoft YaHei"/>
        </a:defRPr>
      </a:lvl1pPr>
      <a:lvl2pPr xmlns:a="http://schemas.openxmlformats.org/drawingml/2006/main" algn="l">
        <a:buNone/>
        <a:defRPr sz="3800" b="1">
          <a:solidFill>
            <a:schemeClr val="accent2"/>
          </a:solidFill>
          <a:latin typeface="微软雅黑"/>
          <a:ea typeface="微软雅黑"/>
          <a:cs typeface="微软雅黑"/>
        </a:defRPr>
      </a:lvl2pPr>
      <a:lvl3pPr xmlns:a="http://schemas.openxmlformats.org/drawingml/2006/main" algn="l">
        <a:buNone/>
        <a:defRPr sz="3800" b="1">
          <a:solidFill>
            <a:schemeClr val="accent2"/>
          </a:solidFill>
          <a:latin typeface="微软雅黑"/>
          <a:ea typeface="微软雅黑"/>
          <a:cs typeface="微软雅黑"/>
        </a:defRPr>
      </a:lvl3pPr>
      <a:lvl4pPr xmlns:a="http://schemas.openxmlformats.org/drawingml/2006/main" algn="l">
        <a:buNone/>
        <a:defRPr sz="3800" b="1">
          <a:solidFill>
            <a:schemeClr val="accent2"/>
          </a:solidFill>
          <a:latin typeface="微软雅黑"/>
          <a:ea typeface="微软雅黑"/>
          <a:cs typeface="微软雅黑"/>
        </a:defRPr>
      </a:lvl4pPr>
      <a:lvl5pPr xmlns:a="http://schemas.openxmlformats.org/drawingml/2006/main" algn="l">
        <a:buNone/>
        <a:defRPr sz="3800" b="1">
          <a:solidFill>
            <a:schemeClr val="accent2"/>
          </a:solidFill>
          <a:latin typeface="微软雅黑"/>
          <a:ea typeface="微软雅黑"/>
          <a:cs typeface="微软雅黑"/>
        </a:defRPr>
      </a:lvl5pPr>
      <a:lvl6pPr xmlns:a="http://schemas.openxmlformats.org/drawingml/2006/main" marL="457200" algn="l">
        <a:buNone/>
        <a:defRPr sz="3800" b="1">
          <a:solidFill>
            <a:schemeClr val="accent2"/>
          </a:solidFill>
          <a:latin typeface="Verdana"/>
          <a:ea typeface="Verdana"/>
          <a:cs typeface="Verdana"/>
        </a:defRPr>
      </a:lvl6pPr>
      <a:lvl7pPr xmlns:a="http://schemas.openxmlformats.org/drawingml/2006/main" marL="914400" algn="l">
        <a:buNone/>
        <a:defRPr sz="3800" b="1">
          <a:solidFill>
            <a:schemeClr val="accent2"/>
          </a:solidFill>
          <a:latin typeface="Verdana"/>
          <a:ea typeface="Verdana"/>
          <a:cs typeface="Verdana"/>
        </a:defRPr>
      </a:lvl7pPr>
      <a:lvl8pPr xmlns:a="http://schemas.openxmlformats.org/drawingml/2006/main" marL="1371600" algn="l">
        <a:buNone/>
        <a:defRPr sz="3800" b="1">
          <a:solidFill>
            <a:schemeClr val="accent2"/>
          </a:solidFill>
          <a:latin typeface="Verdana"/>
          <a:ea typeface="Verdana"/>
          <a:cs typeface="Verdana"/>
        </a:defRPr>
      </a:lvl8pPr>
      <a:lvl9pPr xmlns:a="http://schemas.openxmlformats.org/drawingml/2006/main" marL="1828800" algn="l">
        <a:buNone/>
        <a:defRPr sz="3800" b="1">
          <a:solidFill>
            <a:schemeClr val="accent2"/>
          </a:solidFill>
          <a:latin typeface="Verdana"/>
          <a:ea typeface="Verdana"/>
          <a:cs typeface="Verdana"/>
        </a:defRPr>
      </a:lvl9pPr>
    </p:titleStyle>
    <p:bodyStyle>
      <a:lvl1pPr xmlns:a="http://schemas.openxmlformats.org/drawingml/2006/main" marL="469900" indent="-469900" algn="l">
        <a:buChar char="o"/>
        <a:defRPr sz="3000" b="0" i="0">
          <a:solidFill>
            <a:schemeClr val="tx1">
              <a:lumMod val="75000"/>
              <a:lumOff val="25000"/>
            </a:schemeClr>
          </a:solidFill>
          <a:latin typeface="Microsoft YaHei"/>
          <a:ea typeface="Microsoft YaHei"/>
          <a:cs typeface="Microsoft YaHei"/>
        </a:defRPr>
      </a:lvl1pPr>
      <a:lvl2pPr xmlns:a="http://schemas.openxmlformats.org/drawingml/2006/main" marL="908050" indent="-436880" algn="l">
        <a:buChar char="n"/>
        <a:defRPr sz="2600" b="0" i="0">
          <a:solidFill>
            <a:schemeClr val="tx1">
              <a:lumMod val="75000"/>
              <a:lumOff val="25000"/>
            </a:schemeClr>
          </a:solidFill>
          <a:latin typeface="Microsoft YaHei"/>
          <a:ea typeface="Microsoft YaHei"/>
          <a:cs typeface="Microsoft YaHei"/>
        </a:defRPr>
      </a:lvl2pPr>
      <a:lvl3pPr xmlns:a="http://schemas.openxmlformats.org/drawingml/2006/main" marL="1304925" indent="-395605" algn="l">
        <a:buChar char="o"/>
        <a:defRPr sz="2400" b="1">
          <a:solidFill>
            <a:schemeClr val="tx1"/>
          </a:solidFill>
          <a:latin typeface="仿宋_GB2312"/>
          <a:ea typeface="仿宋_GB2312"/>
          <a:cs typeface="仿宋_GB2312"/>
        </a:defRPr>
      </a:lvl3pPr>
      <a:lvl4pPr xmlns:a="http://schemas.openxmlformats.org/drawingml/2006/main" marL="1694180" indent="-387350" algn="l">
        <a:buChar char="n"/>
        <a:defRPr sz="1600">
          <a:solidFill>
            <a:srgbClr val="0000FF"/>
          </a:solidFill>
          <a:latin typeface="仿宋_GB2312"/>
          <a:ea typeface="仿宋_GB2312"/>
          <a:cs typeface="仿宋_GB2312"/>
        </a:defRPr>
      </a:lvl4pPr>
      <a:lvl5pPr xmlns:a="http://schemas.openxmlformats.org/drawingml/2006/main" marL="2094230" indent="-398780" algn="l">
        <a:buChar char="§"/>
        <a:defRPr sz="1200">
          <a:solidFill>
            <a:schemeClr val="tx1"/>
          </a:solidFill>
          <a:latin typeface="仿宋_GB2312"/>
          <a:ea typeface="仿宋_GB2312"/>
          <a:cs typeface="仿宋_GB2312"/>
        </a:defRPr>
      </a:lvl5pPr>
      <a:lvl6pPr xmlns:a="http://schemas.openxmlformats.org/drawingml/2006/main" marL="2551430" indent="-398780" algn="l">
        <a:buChar char="§"/>
        <a:defRPr sz="1200">
          <a:solidFill>
            <a:schemeClr val="tx1"/>
          </a:solidFill>
          <a:latin typeface="+mn-lt"/>
          <a:ea typeface="+mn-lt"/>
          <a:cs typeface="+mn-lt"/>
        </a:defRPr>
      </a:lvl6pPr>
      <a:lvl7pPr xmlns:a="http://schemas.openxmlformats.org/drawingml/2006/main" marL="3008630" indent="-398780" algn="l">
        <a:buChar char="§"/>
        <a:defRPr sz="1200">
          <a:solidFill>
            <a:schemeClr val="tx1"/>
          </a:solidFill>
          <a:latin typeface="+mn-lt"/>
          <a:ea typeface="+mn-lt"/>
          <a:cs typeface="+mn-lt"/>
        </a:defRPr>
      </a:lvl7pPr>
      <a:lvl8pPr xmlns:a="http://schemas.openxmlformats.org/drawingml/2006/main" marL="3465830" indent="-398780" algn="l">
        <a:buChar char="§"/>
        <a:defRPr sz="1200">
          <a:solidFill>
            <a:schemeClr val="tx1"/>
          </a:solidFill>
          <a:latin typeface="+mn-lt"/>
          <a:ea typeface="+mn-lt"/>
          <a:cs typeface="+mn-lt"/>
        </a:defRPr>
      </a:lvl8pPr>
      <a:lvl9pPr xmlns:a="http://schemas.openxmlformats.org/drawingml/2006/main" marL="3923030" indent="-398780" algn="l">
        <a:buChar char="§"/>
        <a:defRPr sz="12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红白模板">
  <a:themeElements>
    <a:clrScheme name="Custom 6">
      <a:dk1>
        <a:srgbClr val="000000"/>
      </a:dk1>
      <a:lt1>
        <a:srgbClr val="FFFFFF"/>
      </a:lt1>
      <a:dk2>
        <a:srgbClr val="000000"/>
      </a:dk2>
      <a:lt2>
        <a:srgbClr val="F8F8F8"/>
      </a:lt2>
      <a:accent1>
        <a:srgbClr val="DDDDDD"/>
      </a:accent1>
      <a:accent2>
        <a:srgbClr val="005392"/>
      </a:accent2>
      <a:accent3>
        <a:srgbClr val="969696"/>
      </a:accent3>
      <a:accent4>
        <a:srgbClr val="808080"/>
      </a:accent4>
      <a:accent5>
        <a:srgbClr val="5F5F5F"/>
      </a:accent5>
      <a:accent6>
        <a:srgbClr val="4D4D4D"/>
      </a:accent6>
      <a:hlink>
        <a:srgbClr val="5F5F5F"/>
      </a:hlink>
      <a:folHlink>
        <a:srgbClr val="919191"/>
      </a:folHlink>
    </a:clrScheme>
    <a:fontScheme name="Profile">
      <a:majorFont>
        <a:latin typeface="Verdana"/>
        <a:ea typeface="黑体"/>
        <a:cs typeface=""/>
      </a:majorFont>
      <a:minorFont>
        <a:latin typeface="Verdana"/>
        <a:ea typeface="黑体"/>
        <a:cs typeface=""/>
      </a:minorFont>
    </a:fontScheme>
    <a:fmtScheme name="Custom 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5.xml" Id="R5ad02cdd4c434c19" /><Relationship Type="http://schemas.openxmlformats.org/officeDocument/2006/relationships/image" Target="/ppt/media/image.jpeg" Id="Re07091f1f4ed4280" /><Relationship Type="http://schemas.openxmlformats.org/officeDocument/2006/relationships/notesSlide" Target="/ppt/notesSlides/notesSlide1.xml" Id="Rd87f08767f6646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e88591ff2f3b4960" /><Relationship Type="http://schemas.openxmlformats.org/officeDocument/2006/relationships/image" Target="/ppt/media/image.png" Id="R887d9498796c40e7" /><Relationship Type="http://schemas.openxmlformats.org/officeDocument/2006/relationships/image" Target="/ppt/media/image2.png" Id="R0c94e16c7b504797" /><Relationship Type="http://schemas.openxmlformats.org/officeDocument/2006/relationships/image" Target="/ppt/media/image3.png" Id="R27398de3be394267" /><Relationship Type="http://schemas.openxmlformats.org/officeDocument/2006/relationships/notesSlide" Target="/ppt/notesSlides/notesSlide2.xml" Id="R088cdd93a5fd45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5.xml" Id="Rc8e3fec653bd47db" /><Relationship Type="http://schemas.openxmlformats.org/officeDocument/2006/relationships/image" Target="/ppt/media/image4.png" Id="R74882630cbf148cc" /><Relationship Type="http://schemas.openxmlformats.org/officeDocument/2006/relationships/notesSlide" Target="/ppt/notesSlides/notesSlide3.xml" Id="Rf351a31adfac44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31bfc9cac832471f" /><Relationship Type="http://schemas.openxmlformats.org/officeDocument/2006/relationships/image" Target="/ppt/media/image5.png" Id="R29c04fc5d0484e0f" /><Relationship Type="http://schemas.openxmlformats.org/officeDocument/2006/relationships/image" Target="/ppt/media/image6.png" Id="R77a9574d723a4074" /><Relationship Type="http://schemas.openxmlformats.org/officeDocument/2006/relationships/notesSlide" Target="/ppt/notesSlides/notesSlide4.xml" Id="R0de9818f367f4f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72d23576da4649e3" /><Relationship Type="http://schemas.openxmlformats.org/officeDocument/2006/relationships/notesSlide" Target="/ppt/notesSlides/notesSlide5.xml" Id="R97609fad54d542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4a03411a623e429d" /><Relationship Type="http://schemas.openxmlformats.org/officeDocument/2006/relationships/image" Target="/ppt/media/image7.png" Id="R89ea06265d914000" /><Relationship Type="http://schemas.openxmlformats.org/officeDocument/2006/relationships/image" Target="/ppt/media/image2.jpeg" Id="R2ac3ecd3f72a49d5" /><Relationship Type="http://schemas.openxmlformats.org/officeDocument/2006/relationships/notesSlide" Target="/ppt/notesSlides/notesSlide6.xml" Id="Rdfa11c15817540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78918772e7b14d1a" /><Relationship Type="http://schemas.openxmlformats.org/officeDocument/2006/relationships/image" Target="/ppt/media/image3.jpeg" Id="R4b0805971b3d4757" /><Relationship Type="http://schemas.openxmlformats.org/officeDocument/2006/relationships/notesSlide" Target="/ppt/notesSlides/notesSlide7.xml" Id="R7189bdff37c04e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ec375cb017cb4c2d" /><Relationship Type="http://schemas.openxmlformats.org/officeDocument/2006/relationships/image" Target="/ppt/media/image8.png" Id="R363e176d6f4c4cf8" /><Relationship Type="http://schemas.openxmlformats.org/officeDocument/2006/relationships/image" Target="/ppt/media/image9.png" Id="R430da3870dfe48b7" /><Relationship Type="http://schemas.openxmlformats.org/officeDocument/2006/relationships/notesSlide" Target="/ppt/notesSlides/notesSlide8.xml" Id="R440de519957c4e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5.xml" Id="R85ffaf719ccb4076" /><Relationship Type="http://schemas.openxmlformats.org/officeDocument/2006/relationships/image" Target="/ppt/media/image4.jpeg" Id="Rf7b0bac1b6f24d27" /><Relationship Type="http://schemas.openxmlformats.org/officeDocument/2006/relationships/image" Target="/ppt/media/image10.png" Id="R3eab42d4cd464a95" /><Relationship Type="http://schemas.openxmlformats.org/officeDocument/2006/relationships/notesSlide" Target="/ppt/notesSlides/notesSlide9.xml" Id="R0c0bf447cbf940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5.xml" Id="R0f08a5de18f24c3f" /><Relationship Type="http://schemas.openxmlformats.org/officeDocument/2006/relationships/image" Target="/ppt/media/image11.png" Id="Rf9492006c78c4798" /><Relationship Type="http://schemas.openxmlformats.org/officeDocument/2006/relationships/notesSlide" Target="/ppt/notesSlides/notesSlide10.xml" Id="R2aadee6b555b4d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5.xml" Id="R758683ed83374e7f" /><Relationship Type="http://schemas.openxmlformats.org/officeDocument/2006/relationships/image" Target="/ppt/media/image12.png" Id="Rccf572340be3420c" /><Relationship Type="http://schemas.openxmlformats.org/officeDocument/2006/relationships/notesSlide" Target="/ppt/notesSlides/notesSlide11.xml" Id="R432464300c394b5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2" name="图片 3"/>
          <p:cNvPicPr>
            <a:picLocks xmlns:a="http://schemas.openxmlformats.org/drawingml/2006/main" noChangeAspect="1"/>
          </p:cNvPicPr>
          <p:nvPr/>
        </p:nvPicPr>
        <p:blipFill>
          <a:blip xmlns:r="http://schemas.openxmlformats.org/officeDocument/2006/relationships" xmlns:a="http://schemas.openxmlformats.org/drawingml/2006/main" r:embed="Re07091f1f4ed4280"/>
          <a:srcRect xmlns:a="http://schemas.openxmlformats.org/drawingml/2006/main" l="0" t="0" r="0" b="0"/>
          <a:stretch xmlns:a="http://schemas.openxmlformats.org/drawingml/2006/main">
            <a:fillRect l="0" t="0" r="0" b="0"/>
          </a:stretch>
        </p:blipFill>
        <p:spPr>
          <a:xfrm xmlns:a="http://schemas.openxmlformats.org/drawingml/2006/main">
            <a:off x="90250" y="1478042"/>
            <a:ext cx="5968603" cy="2809875"/>
          </a:xfrm>
          <a:prstGeom xmlns:a="http://schemas.openxmlformats.org/drawingml/2006/main" prst="rect">
            <a:avLst/>
          </a:prstGeom>
          <a:ln xmlns:a="http://schemas.openxmlformats.org/drawingml/2006/main">
            <a:noFill/>
          </a:ln>
        </p:spPr>
      </p:pic>
      <p:sp>
        <p:nvSpPr>
          <p:cNvPr id="10" name="AutoShape 21">
            <a:extLst xmlns:a="http://schemas.openxmlformats.org/drawingml/2006/main">
              <a:ext uri="{FF2B5EF4-FFF2-40B4-BE49-F238E27FC236}">
                <a16:creationId xmlns:a16="http://schemas.microsoft.com/office/drawing/2014/main" id="{4F9291EF-35E7-4FF5-834C-1F83D11EDC74}"/>
              </a:ext>
            </a:extLst>
          </p:cNvPr>
          <p:cNvSpPr>
            <a:spLocks xmlns:a="http://schemas.openxmlformats.org/drawingml/2006/main" noGrp="1"/>
          </p:cNvSpPr>
          <p:nvPr/>
        </p:nvSpPr>
        <p:spPr>
          <a:xfrm xmlns:a="http://schemas.openxmlformats.org/drawingml/2006/main">
            <a:off x="5646421" y="1019651"/>
            <a:ext cx="3440429" cy="1863329"/>
          </a:xfrm>
          <a:prstGeom xmlns:a="http://schemas.openxmlformats.org/drawingml/2006/main" prst="flowChartAlternateProcess">
            <a:avLst/>
          </a:prstGeom>
          <a:gradFill xmlns:a="http://schemas.openxmlformats.org/drawingml/2006/main" rotWithShape="1">
            <a:gsLst>
              <a:gs pos="0">
                <a:srgbClr val="E3E3E3"/>
              </a:gs>
              <a:gs pos="50000">
                <a:srgbClr val="FFFFFF"/>
              </a:gs>
              <a:gs pos="100000">
                <a:srgbClr val="E3E3E3"/>
              </a:gs>
            </a:gsLst>
            <a:lin ang="5400000" scaled="1"/>
          </a:gradFill>
          <a:ln xmlns:a="http://schemas.openxmlformats.org/drawingml/2006/main">
            <a:noFill/>
          </a:ln>
        </p:spPr>
        <p:txBody>
          <a:bodyPr xmlns:a="http://schemas.openxmlformats.org/drawingml/2006/main" wrap="none" anchor="ct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buNone/>
              <a:defRPr>
                <a:solidFill>
                  <a:schemeClr val="tx1"/>
                </a:solidFill>
                <a:latin typeface="Arial"/>
                <a:ea typeface="Arial"/>
                <a:cs typeface="Arial"/>
              </a:defRPr>
            </a:lvl6pPr>
            <a:lvl7pPr marL="2971800" indent="-228600">
              <a:buNone/>
              <a:defRPr>
                <a:solidFill>
                  <a:schemeClr val="tx1"/>
                </a:solidFill>
                <a:latin typeface="Arial"/>
                <a:ea typeface="Arial"/>
                <a:cs typeface="Arial"/>
              </a:defRPr>
            </a:lvl7pPr>
            <a:lvl8pPr marL="3429000" indent="-228600">
              <a:buNone/>
              <a:defRPr>
                <a:solidFill>
                  <a:schemeClr val="tx1"/>
                </a:solidFill>
                <a:latin typeface="Arial"/>
                <a:ea typeface="Arial"/>
                <a:cs typeface="Arial"/>
              </a:defRPr>
            </a:lvl8pPr>
            <a:lvl9pPr marL="3886200" indent="-228600">
              <a:buNone/>
              <a:defRPr>
                <a:solidFill>
                  <a:schemeClr val="tx1"/>
                </a:solidFill>
                <a:latin typeface="Arial"/>
                <a:ea typeface="Arial"/>
                <a:cs typeface="Arial"/>
              </a:defRPr>
            </a:lvl9pPr>
          </a:lstStyle>
          <a:p xmlns:a="http://schemas.openxmlformats.org/drawingml/2006/main">
            <a:pPr>
              <a:buNone/>
            </a:pPr>
          </a:p>
        </p:txBody>
      </p:sp>
      <p:sp>
        <p:nvSpPr>
          <p:cNvPr id="5" name="内容占位符 2">
            <a:extLst xmlns:a="http://schemas.openxmlformats.org/drawingml/2006/main">
              <a:ext uri="{FF2B5EF4-FFF2-40B4-BE49-F238E27FC236}">
                <a16:creationId xmlns:a16="http://schemas.microsoft.com/office/drawing/2014/main" id="{2F714CFD-5442-413F-838D-D094B29BCEF9}"/>
              </a:ext>
            </a:extLst>
          </p:cNvPr>
          <p:cNvSpPr>
            <a:spLocks xmlns:a="http://schemas.openxmlformats.org/drawingml/2006/main" noGrp="1"/>
          </p:cNvSpPr>
          <p:nvPr/>
        </p:nvSpPr>
        <p:spPr>
          <a:xfrm xmlns:a="http://schemas.openxmlformats.org/drawingml/2006/main">
            <a:off x="193120" y="4554379"/>
            <a:ext cx="8565356" cy="1494235"/>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2000">
                <a:solidFill>
                  <a:schemeClr val="tx1"/>
                </a:solidFill>
                <a:latin typeface="+mn-lt"/>
                <a:ea typeface="+mn-lt"/>
                <a:cs typeface="+mn-lt"/>
              </a:defRPr>
            </a:lvl4pPr>
            <a:lvl5pPr marL="2057400" indent="-228600" algn="l">
              <a:lnSpc>
                <a:spcPct val="90000"/>
              </a:lnSpc>
              <a:spcBef>
                <a:spcPts val="500"/>
              </a:spcBef>
              <a:buChar char="•"/>
              <a:defRPr sz="2000">
                <a:solidFill>
                  <a:schemeClr val="tx1"/>
                </a:solidFill>
                <a:latin typeface="+mn-lt"/>
                <a:ea typeface="+mn-lt"/>
                <a:cs typeface="+mn-lt"/>
              </a:defRPr>
            </a:lvl5pPr>
            <a:lvl6pPr marL="2514600" indent="-228600" algn="l">
              <a:lnSpc>
                <a:spcPct val="90000"/>
              </a:lnSpc>
              <a:spcBef>
                <a:spcPts val="500"/>
              </a:spcBef>
              <a:buChar char="•"/>
              <a:defRPr>
                <a:solidFill>
                  <a:schemeClr val="tx1"/>
                </a:solidFill>
                <a:latin typeface="+mn-lt"/>
                <a:ea typeface="+mn-lt"/>
                <a:cs typeface="+mn-lt"/>
              </a:defRPr>
            </a:lvl6pPr>
            <a:lvl7pPr marL="2971800" indent="-228600" algn="l">
              <a:lnSpc>
                <a:spcPct val="90000"/>
              </a:lnSpc>
              <a:spcBef>
                <a:spcPts val="500"/>
              </a:spcBef>
              <a:buChar char="•"/>
              <a:defRPr>
                <a:solidFill>
                  <a:schemeClr val="tx1"/>
                </a:solidFill>
                <a:latin typeface="+mn-lt"/>
                <a:ea typeface="+mn-lt"/>
                <a:cs typeface="+mn-lt"/>
              </a:defRPr>
            </a:lvl7pPr>
            <a:lvl8pPr marL="3429000" indent="-228600" algn="l">
              <a:lnSpc>
                <a:spcPct val="90000"/>
              </a:lnSpc>
              <a:spcBef>
                <a:spcPts val="500"/>
              </a:spcBef>
              <a:buChar char="•"/>
              <a:defRPr>
                <a:solidFill>
                  <a:schemeClr val="tx1"/>
                </a:solidFill>
                <a:latin typeface="+mn-lt"/>
                <a:ea typeface="+mn-lt"/>
                <a:cs typeface="+mn-lt"/>
              </a:defRPr>
            </a:lvl8pPr>
            <a:lvl9pPr marL="3886200" indent="-228600" algn="l">
              <a:lnSpc>
                <a:spcPct val="90000"/>
              </a:lnSpc>
              <a:spcBef>
                <a:spcPts val="500"/>
              </a:spcBef>
              <a:buChar char="•"/>
              <a:defRPr>
                <a:solidFill>
                  <a:schemeClr val="tx1"/>
                </a:solidFill>
                <a:latin typeface="+mn-lt"/>
                <a:ea typeface="+mn-lt"/>
                <a:cs typeface="+mn-lt"/>
              </a:defRPr>
            </a:lvl9pPr>
          </a:lstStyle>
          <a:p xmlns:a="http://schemas.openxmlformats.org/drawingml/2006/main">
            <a:pPr>
              <a:buNone/>
            </a:pPr>
            <a:r>
              <a:rPr sz="1500">
                <a:latin typeface="Microsoft YaHei"/>
                <a:ea typeface="Microsoft YaHei"/>
                <a:cs typeface="Microsoft YaHei"/>
              </a:rPr>
              <a:t>深度学习是使用包含</a:t>
            </a:r>
            <a:r>
              <a:rPr sz="1500">
                <a:solidFill>
                  <a:srgbClr val="CC0000"/>
                </a:solidFill>
                <a:latin typeface="Microsoft YaHei"/>
                <a:ea typeface="Microsoft YaHei"/>
                <a:cs typeface="Microsoft YaHei"/>
              </a:rPr>
              <a:t>复杂结构或由多重非线性变换</a:t>
            </a:r>
            <a:r>
              <a:rPr sz="1500">
                <a:latin typeface="Microsoft YaHei"/>
                <a:ea typeface="Microsoft YaHei"/>
                <a:cs typeface="Microsoft YaHei"/>
              </a:rPr>
              <a:t>构成的多个处理层对数据进行高层抽象的算法</a:t>
            </a:r>
          </a:p>
          <a:p xmlns:a="http://schemas.openxmlformats.org/drawingml/2006/main">
            <a:pPr>
              <a:buNone/>
            </a:pPr>
            <a:r>
              <a:rPr sz="1500">
                <a:latin typeface="Microsoft YaHei"/>
                <a:ea typeface="Microsoft YaHei"/>
                <a:cs typeface="Microsoft YaHei"/>
              </a:rPr>
              <a:t>深度学习是一种基于对数据进行表征学习的方法。观测值（例如一幅图像）可以使用多种方式来表示，如每个像素强度值的向量，或者更抽象地表示成一系列边、特定形状的区域等。而使用某些特定的表示方法更容易从实例中学习任务（例如，人脸识别或面部表情识别）。深度学习的好处是用</a:t>
            </a:r>
            <a:r>
              <a:rPr sz="1500">
                <a:solidFill>
                  <a:srgbClr val="CC0000"/>
                </a:solidFill>
                <a:latin typeface="Microsoft YaHei"/>
                <a:ea typeface="Microsoft YaHei"/>
                <a:cs typeface="Microsoft YaHei"/>
              </a:rPr>
              <a:t>非监督式或半监督式的特征学习和分层特征提取</a:t>
            </a:r>
            <a:r>
              <a:rPr sz="1500">
                <a:latin typeface="Microsoft YaHei"/>
                <a:ea typeface="Microsoft YaHei"/>
                <a:cs typeface="Microsoft YaHei"/>
              </a:rPr>
              <a:t>高效算法来替代手工获取特征</a:t>
            </a:r>
          </a:p>
        </p:txBody>
      </p:sp>
      <p:sp>
        <p:nvSpPr>
          <p:cNvPr id="6" name="内容占位符 2">
            <a:extLst xmlns:a="http://schemas.openxmlformats.org/drawingml/2006/main">
              <a:ext uri="{FF2B5EF4-FFF2-40B4-BE49-F238E27FC236}">
                <a16:creationId xmlns:a16="http://schemas.microsoft.com/office/drawing/2014/main" id="{5A6E3AE2-6C2B-4B81-A03A-E56C4FD199A3}"/>
              </a:ext>
            </a:extLst>
          </p:cNvPr>
          <p:cNvSpPr>
            <a:spLocks xmlns:a="http://schemas.openxmlformats.org/drawingml/2006/main" noGrp="1"/>
          </p:cNvSpPr>
          <p:nvPr/>
        </p:nvSpPr>
        <p:spPr>
          <a:xfrm xmlns:a="http://schemas.openxmlformats.org/drawingml/2006/main">
            <a:off x="-22860" y="2099549"/>
            <a:ext cx="1091804" cy="1494234"/>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2000">
                <a:solidFill>
                  <a:schemeClr val="tx1"/>
                </a:solidFill>
                <a:latin typeface="+mn-lt"/>
                <a:ea typeface="+mn-lt"/>
                <a:cs typeface="+mn-lt"/>
              </a:defRPr>
            </a:lvl4pPr>
            <a:lvl5pPr marL="2057400" indent="-228600" algn="l">
              <a:lnSpc>
                <a:spcPct val="90000"/>
              </a:lnSpc>
              <a:spcBef>
                <a:spcPts val="500"/>
              </a:spcBef>
              <a:buChar char="•"/>
              <a:defRPr sz="2000">
                <a:solidFill>
                  <a:schemeClr val="tx1"/>
                </a:solidFill>
                <a:latin typeface="+mn-lt"/>
                <a:ea typeface="+mn-lt"/>
                <a:cs typeface="+mn-lt"/>
              </a:defRPr>
            </a:lvl5pPr>
            <a:lvl6pPr marL="2514600" indent="-228600" algn="l">
              <a:lnSpc>
                <a:spcPct val="90000"/>
              </a:lnSpc>
              <a:spcBef>
                <a:spcPts val="500"/>
              </a:spcBef>
              <a:buChar char="•"/>
              <a:defRPr>
                <a:solidFill>
                  <a:schemeClr val="tx1"/>
                </a:solidFill>
                <a:latin typeface="+mn-lt"/>
                <a:ea typeface="+mn-lt"/>
                <a:cs typeface="+mn-lt"/>
              </a:defRPr>
            </a:lvl6pPr>
            <a:lvl7pPr marL="2971800" indent="-228600" algn="l">
              <a:lnSpc>
                <a:spcPct val="90000"/>
              </a:lnSpc>
              <a:spcBef>
                <a:spcPts val="500"/>
              </a:spcBef>
              <a:buChar char="•"/>
              <a:defRPr>
                <a:solidFill>
                  <a:schemeClr val="tx1"/>
                </a:solidFill>
                <a:latin typeface="+mn-lt"/>
                <a:ea typeface="+mn-lt"/>
                <a:cs typeface="+mn-lt"/>
              </a:defRPr>
            </a:lvl7pPr>
            <a:lvl8pPr marL="3429000" indent="-228600" algn="l">
              <a:lnSpc>
                <a:spcPct val="90000"/>
              </a:lnSpc>
              <a:spcBef>
                <a:spcPts val="500"/>
              </a:spcBef>
              <a:buChar char="•"/>
              <a:defRPr>
                <a:solidFill>
                  <a:schemeClr val="tx1"/>
                </a:solidFill>
                <a:latin typeface="+mn-lt"/>
                <a:ea typeface="+mn-lt"/>
                <a:cs typeface="+mn-lt"/>
              </a:defRPr>
            </a:lvl8pPr>
            <a:lvl9pPr marL="3886200" indent="-228600" algn="l">
              <a:lnSpc>
                <a:spcPct val="90000"/>
              </a:lnSpc>
              <a:spcBef>
                <a:spcPts val="500"/>
              </a:spcBef>
              <a:buChar char="•"/>
              <a:defRPr>
                <a:solidFill>
                  <a:schemeClr val="tx1"/>
                </a:solidFill>
                <a:latin typeface="+mn-lt"/>
                <a:ea typeface="+mn-lt"/>
                <a:cs typeface="+mn-lt"/>
              </a:defRPr>
            </a:lvl9pPr>
          </a:lstStyle>
          <a:p xmlns:a="http://schemas.openxmlformats.org/drawingml/2006/main">
            <a:pPr marL="0" indent="0">
              <a:buNone/>
            </a:pPr>
            <a:r>
              <a:rPr sz="1350">
                <a:latin typeface="Microsoft YaHei"/>
                <a:ea typeface="Microsoft YaHei"/>
                <a:cs typeface="Microsoft YaHei"/>
              </a:rPr>
              <a:t>用数据优化计算机程序的模型参数</a:t>
            </a:r>
          </a:p>
        </p:txBody>
      </p:sp>
      <p:sp>
        <p:nvSpPr>
          <p:cNvPr id="7" name="内容占位符 2">
            <a:extLst xmlns:a="http://schemas.openxmlformats.org/drawingml/2006/main">
              <a:ext uri="{FF2B5EF4-FFF2-40B4-BE49-F238E27FC236}">
                <a16:creationId xmlns:a16="http://schemas.microsoft.com/office/drawing/2014/main" id="{6E1B93ED-249B-4E6F-9D63-F88F88BBCE8B}"/>
              </a:ext>
            </a:extLst>
          </p:cNvPr>
          <p:cNvSpPr>
            <a:spLocks xmlns:a="http://schemas.openxmlformats.org/drawingml/2006/main" noGrp="1"/>
          </p:cNvSpPr>
          <p:nvPr/>
        </p:nvSpPr>
        <p:spPr>
          <a:xfrm xmlns:a="http://schemas.openxmlformats.org/drawingml/2006/main">
            <a:off x="3230166" y="2075736"/>
            <a:ext cx="1062752" cy="1493044"/>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2000">
                <a:solidFill>
                  <a:schemeClr val="tx1"/>
                </a:solidFill>
                <a:latin typeface="+mn-lt"/>
                <a:ea typeface="+mn-lt"/>
                <a:cs typeface="+mn-lt"/>
              </a:defRPr>
            </a:lvl4pPr>
            <a:lvl5pPr marL="2057400" indent="-228600" algn="l">
              <a:lnSpc>
                <a:spcPct val="90000"/>
              </a:lnSpc>
              <a:spcBef>
                <a:spcPts val="500"/>
              </a:spcBef>
              <a:buChar char="•"/>
              <a:defRPr sz="2000">
                <a:solidFill>
                  <a:schemeClr val="tx1"/>
                </a:solidFill>
                <a:latin typeface="+mn-lt"/>
                <a:ea typeface="+mn-lt"/>
                <a:cs typeface="+mn-lt"/>
              </a:defRPr>
            </a:lvl5pPr>
            <a:lvl6pPr marL="2514600" indent="-228600" algn="l">
              <a:lnSpc>
                <a:spcPct val="90000"/>
              </a:lnSpc>
              <a:spcBef>
                <a:spcPts val="500"/>
              </a:spcBef>
              <a:buChar char="•"/>
              <a:defRPr>
                <a:solidFill>
                  <a:schemeClr val="tx1"/>
                </a:solidFill>
                <a:latin typeface="+mn-lt"/>
                <a:ea typeface="+mn-lt"/>
                <a:cs typeface="+mn-lt"/>
              </a:defRPr>
            </a:lvl6pPr>
            <a:lvl7pPr marL="2971800" indent="-228600" algn="l">
              <a:lnSpc>
                <a:spcPct val="90000"/>
              </a:lnSpc>
              <a:spcBef>
                <a:spcPts val="500"/>
              </a:spcBef>
              <a:buChar char="•"/>
              <a:defRPr>
                <a:solidFill>
                  <a:schemeClr val="tx1"/>
                </a:solidFill>
                <a:latin typeface="+mn-lt"/>
                <a:ea typeface="+mn-lt"/>
                <a:cs typeface="+mn-lt"/>
              </a:defRPr>
            </a:lvl7pPr>
            <a:lvl8pPr marL="3429000" indent="-228600" algn="l">
              <a:lnSpc>
                <a:spcPct val="90000"/>
              </a:lnSpc>
              <a:spcBef>
                <a:spcPts val="500"/>
              </a:spcBef>
              <a:buChar char="•"/>
              <a:defRPr>
                <a:solidFill>
                  <a:schemeClr val="tx1"/>
                </a:solidFill>
                <a:latin typeface="+mn-lt"/>
                <a:ea typeface="+mn-lt"/>
                <a:cs typeface="+mn-lt"/>
              </a:defRPr>
            </a:lvl8pPr>
            <a:lvl9pPr marL="3886200" indent="-228600" algn="l">
              <a:lnSpc>
                <a:spcPct val="90000"/>
              </a:lnSpc>
              <a:spcBef>
                <a:spcPts val="500"/>
              </a:spcBef>
              <a:buChar char="•"/>
              <a:defRPr>
                <a:solidFill>
                  <a:schemeClr val="tx1"/>
                </a:solidFill>
                <a:latin typeface="+mn-lt"/>
                <a:ea typeface="+mn-lt"/>
                <a:cs typeface="+mn-lt"/>
              </a:defRPr>
            </a:lvl9pPr>
          </a:lstStyle>
          <a:p xmlns:a="http://schemas.openxmlformats.org/drawingml/2006/main">
            <a:pPr marL="0" indent="0">
              <a:buNone/>
            </a:pPr>
            <a:r>
              <a:rPr sz="1350">
                <a:latin typeface="Microsoft YaHei"/>
                <a:ea typeface="Microsoft YaHei"/>
                <a:cs typeface="Microsoft YaHei"/>
              </a:rPr>
              <a:t>通过经验自动改进的计算机算法</a:t>
            </a:r>
          </a:p>
        </p:txBody>
      </p:sp>
      <p:sp>
        <p:nvSpPr>
          <p:cNvPr id="2" name="标题 1">
            <a:extLst xmlns:a="http://schemas.openxmlformats.org/drawingml/2006/main">
              <a:ext uri="{FF2B5EF4-FFF2-40B4-BE49-F238E27FC236}">
                <a16:creationId xmlns:a16="http://schemas.microsoft.com/office/drawing/2014/main" id="{5353DB9A-A0EB-45F3-B4B7-580C8DDCD76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深度学习简介：机器学习</a:t>
            </a:r>
          </a:p>
        </p:txBody>
      </p:sp>
      <p:sp>
        <p:nvSpPr>
          <p:cNvPr id="8" name="内容占位符 5">
            <a:extLst xmlns:a="http://schemas.openxmlformats.org/drawingml/2006/main">
              <a:ext uri="{FF2B5EF4-FFF2-40B4-BE49-F238E27FC236}">
                <a16:creationId xmlns:a16="http://schemas.microsoft.com/office/drawing/2014/main" id="{271C9C18-7A58-43BA-91D9-AD2DB6A43135}"/>
              </a:ext>
            </a:extLst>
          </p:cNvPr>
          <p:cNvSpPr>
            <a:spLocks xmlns:a="http://schemas.openxmlformats.org/drawingml/2006/main" noGrp="1"/>
          </p:cNvSpPr>
          <p:nvPr/>
        </p:nvSpPr>
        <p:spPr>
          <a:xfrm xmlns:a="http://schemas.openxmlformats.org/drawingml/2006/main">
            <a:off x="5646421" y="1249443"/>
            <a:ext cx="3440429" cy="1965007"/>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r>
              <a:rPr sz="1650">
                <a:latin typeface="Microsoft YaHei"/>
                <a:ea typeface="Microsoft YaHei"/>
                <a:cs typeface="Microsoft YaHei"/>
              </a:rPr>
              <a:t>机器学习的基本定理</a:t>
            </a:r>
          </a:p>
          <a:p xmlns:a="http://schemas.openxmlformats.org/drawingml/2006/main">
            <a:pPr marL="342900" indent="0">
              <a:buNone/>
            </a:pPr>
            <a:r>
              <a:rPr sz="1650">
                <a:latin typeface="Microsoft YaHei"/>
                <a:ea typeface="Microsoft YaHei"/>
                <a:cs typeface="Microsoft YaHei"/>
              </a:rPr>
              <a:t> 模型的出错率 ∝</a:t>
            </a:r>
          </a:p>
          <a:p xmlns:a="http://schemas.openxmlformats.org/drawingml/2006/main">
            <a:pPr marL="342900" indent="0">
              <a:buNone/>
            </a:pPr>
          </a:p>
          <a:p xmlns:a="http://schemas.openxmlformats.org/drawingml/2006/main">
            <a:pPr marL="342900" indent="0">
              <a:buNone/>
            </a:pPr>
            <a:r>
              <a:rPr sz="1650">
                <a:latin typeface="Microsoft YaHei"/>
                <a:ea typeface="Microsoft YaHei"/>
                <a:cs typeface="Microsoft YaHei"/>
              </a:rPr>
              <a:t> </a:t>
            </a:r>
            <a:r>
              <a:rPr sz="1650">
                <a:solidFill>
                  <a:srgbClr val="CC0000"/>
                </a:solidFill>
                <a:latin typeface="Microsoft YaHei"/>
                <a:ea typeface="Microsoft YaHei"/>
                <a:cs typeface="Microsoft YaHei"/>
              </a:rPr>
              <a:t>模型复杂</a:t>
            </a:r>
            <a:r>
              <a:rPr sz="1650">
                <a:solidFill>
                  <a:srgbClr val="CC0000"/>
                </a:solidFill>
                <a:latin typeface="Microsoft YaHei"/>
                <a:ea typeface="Microsoft YaHei"/>
                <a:cs typeface="Microsoft YaHei"/>
              </a:rPr>
              <a:t> → </a:t>
            </a:r>
            <a:r>
              <a:rPr sz="1650">
                <a:solidFill>
                  <a:srgbClr val="CC0000"/>
                </a:solidFill>
                <a:latin typeface="Microsoft YaHei"/>
                <a:ea typeface="Microsoft YaHei"/>
                <a:cs typeface="Microsoft YaHei"/>
              </a:rPr>
              <a:t>大样本</a:t>
            </a:r>
          </a:p>
          <a:p xmlns:a="http://schemas.openxmlformats.org/drawingml/2006/main">
            <a:pPr marL="342900" indent="0">
              <a:buNone/>
            </a:pPr>
            <a:r>
              <a:rPr sz="1650">
                <a:solidFill>
                  <a:srgbClr val="CC0000"/>
                </a:solidFill>
                <a:latin typeface="Microsoft YaHei"/>
                <a:ea typeface="Microsoft YaHei"/>
                <a:cs typeface="Microsoft YaHei"/>
              </a:rPr>
              <a:t> </a:t>
            </a:r>
            <a:r>
              <a:rPr sz="1650">
                <a:solidFill>
                  <a:srgbClr val="CC0000"/>
                </a:solidFill>
                <a:latin typeface="Microsoft YaHei"/>
                <a:ea typeface="Microsoft YaHei"/>
                <a:cs typeface="Microsoft YaHei"/>
              </a:rPr>
              <a:t>样本小</a:t>
            </a:r>
            <a:r>
              <a:rPr sz="1650">
                <a:solidFill>
                  <a:srgbClr val="CC0000"/>
                </a:solidFill>
                <a:latin typeface="Microsoft YaHei"/>
                <a:ea typeface="Microsoft YaHei"/>
                <a:cs typeface="Microsoft YaHei"/>
              </a:rPr>
              <a:t> → </a:t>
            </a:r>
            <a:r>
              <a:rPr sz="1650">
                <a:solidFill>
                  <a:srgbClr val="CC0000"/>
                </a:solidFill>
                <a:latin typeface="Microsoft YaHei"/>
                <a:ea typeface="Microsoft YaHei"/>
                <a:cs typeface="Microsoft YaHei"/>
              </a:rPr>
              <a:t>简化模型</a:t>
            </a:r>
          </a:p>
        </p:txBody>
      </p:sp>
      <p:sp>
        <p:nvSpPr>
          <p:cNvPr id="9" name="TextBox 8">
            <a:extLst xmlns:a="http://schemas.openxmlformats.org/drawingml/2006/main">
              <a:ext uri="{FF2B5EF4-FFF2-40B4-BE49-F238E27FC236}">
                <a16:creationId xmlns:a16="http://schemas.microsoft.com/office/drawing/2014/main" id="{6F1C40AC-0FDF-4BDD-9FD7-EB76D0D83F55}"/>
              </a:ext>
            </a:extLst>
          </p:cNvPr>
          <p:cNvSpPr>
            <a:spLocks xmlns:a="http://schemas.openxmlformats.org/drawingml/2006/main" noGrp="1"/>
          </p:cNvSpPr>
          <p:nvPr/>
        </p:nvSpPr>
        <p:spPr>
          <a:xfrm xmlns:a="http://schemas.openxmlformats.org/drawingml/2006/main">
            <a:off x="7718499" y="1390207"/>
            <a:ext cx="1483098" cy="540789"/>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f>
                    <m:num>
                      <m:r>
                        <a:rPr xmlns:a="http://schemas.openxmlformats.org/drawingml/2006/main" lang="zh-CN" sz="1350">
                          <a:latin typeface="Microsoft YaHei"/>
                          <a:ea typeface="Microsoft YaHei"/>
                          <a:cs typeface="Microsoft YaHei"/>
                        </a:rPr>
                        <m:t>模型的复杂程度</m:t>
                      </m:r>
                    </m:num>
                    <m:den>
                      <m:r>
                        <a:rPr xmlns:a="http://schemas.openxmlformats.org/drawingml/2006/main" lang="zh-CN" sz="1350">
                          <a:latin typeface="Microsoft YaHei"/>
                          <a:ea typeface="Microsoft YaHei"/>
                          <a:cs typeface="Microsoft YaHei"/>
                        </a:rPr>
                        <m:t xml:space="preserve">样本的大小 </m:t>
                      </m:r>
                    </m:den>
                  </m:f>
                </m:oMath>
              </m:oMathPara>
            </a14:m>
          </a:p>
        </p:txBody>
      </p:sp>
      <p:sp>
        <p:nvSpPr>
          <p:cNvPr id="11" name="AutoShape 21">
            <a:extLst xmlns:a="http://schemas.openxmlformats.org/drawingml/2006/main">
              <a:ext uri="{FF2B5EF4-FFF2-40B4-BE49-F238E27FC236}">
                <a16:creationId xmlns:a16="http://schemas.microsoft.com/office/drawing/2014/main" id="{5335C12C-95E8-47A7-9005-4E5950977390}"/>
              </a:ext>
            </a:extLst>
          </p:cNvPr>
          <p:cNvSpPr>
            <a:spLocks xmlns:a="http://schemas.openxmlformats.org/drawingml/2006/main" noGrp="1"/>
          </p:cNvSpPr>
          <p:nvPr/>
        </p:nvSpPr>
        <p:spPr>
          <a:xfrm xmlns:a="http://schemas.openxmlformats.org/drawingml/2006/main">
            <a:off x="6058853" y="2962990"/>
            <a:ext cx="3016568" cy="1460420"/>
          </a:xfrm>
          <a:prstGeom xmlns:a="http://schemas.openxmlformats.org/drawingml/2006/main" prst="flowChartAlternateProcess">
            <a:avLst/>
          </a:prstGeom>
          <a:gradFill xmlns:a="http://schemas.openxmlformats.org/drawingml/2006/main" rotWithShape="1">
            <a:gsLst>
              <a:gs pos="0">
                <a:srgbClr val="E3E3E3"/>
              </a:gs>
              <a:gs pos="50000">
                <a:srgbClr val="FFFFFF"/>
              </a:gs>
              <a:gs pos="100000">
                <a:srgbClr val="E3E3E3"/>
              </a:gs>
            </a:gsLst>
            <a:lin ang="5400000" scaled="1"/>
          </a:gradFill>
          <a:ln xmlns:a="http://schemas.openxmlformats.org/drawingml/2006/main">
            <a:noFill/>
          </a:ln>
        </p:spPr>
        <p:txBody>
          <a:bodyPr xmlns:a="http://schemas.openxmlformats.org/drawingml/2006/main" wrap="none" anchor="ctr"/>
          <a:lstStyle xmlns:a="http://schemas.openxmlformats.org/drawingml/2006/main">
            <a:lvl1pPr>
              <a:buNone/>
              <a:defRPr>
                <a:solidFill>
                  <a:schemeClr val="tx1"/>
                </a:solidFill>
                <a:latin typeface="Arial"/>
                <a:ea typeface="Arial"/>
                <a:cs typeface="Arial"/>
              </a:defRPr>
            </a:lvl1pPr>
            <a:lvl2pPr marL="742950" indent="-285750">
              <a:buNone/>
              <a:defRPr>
                <a:solidFill>
                  <a:schemeClr val="tx1"/>
                </a:solidFill>
                <a:latin typeface="Arial"/>
                <a:ea typeface="Arial"/>
                <a:cs typeface="Arial"/>
              </a:defRPr>
            </a:lvl2pPr>
            <a:lvl3pPr marL="1143000" indent="-228600">
              <a:buNone/>
              <a:defRPr>
                <a:solidFill>
                  <a:schemeClr val="tx1"/>
                </a:solidFill>
                <a:latin typeface="Arial"/>
                <a:ea typeface="Arial"/>
                <a:cs typeface="Arial"/>
              </a:defRPr>
            </a:lvl3pPr>
            <a:lvl4pPr marL="1600200" indent="-228600">
              <a:buNone/>
              <a:defRPr>
                <a:solidFill>
                  <a:schemeClr val="tx1"/>
                </a:solidFill>
                <a:latin typeface="Arial"/>
                <a:ea typeface="Arial"/>
                <a:cs typeface="Arial"/>
              </a:defRPr>
            </a:lvl4pPr>
            <a:lvl5pPr marL="2057400" indent="-228600">
              <a:buNone/>
              <a:defRPr>
                <a:solidFill>
                  <a:schemeClr val="tx1"/>
                </a:solidFill>
                <a:latin typeface="Arial"/>
                <a:ea typeface="Arial"/>
                <a:cs typeface="Arial"/>
              </a:defRPr>
            </a:lvl5pPr>
            <a:lvl6pPr marL="2514600" indent="-228600">
              <a:buNone/>
              <a:defRPr>
                <a:solidFill>
                  <a:schemeClr val="tx1"/>
                </a:solidFill>
                <a:latin typeface="Arial"/>
                <a:ea typeface="Arial"/>
                <a:cs typeface="Arial"/>
              </a:defRPr>
            </a:lvl6pPr>
            <a:lvl7pPr marL="2971800" indent="-228600">
              <a:buNone/>
              <a:defRPr>
                <a:solidFill>
                  <a:schemeClr val="tx1"/>
                </a:solidFill>
                <a:latin typeface="Arial"/>
                <a:ea typeface="Arial"/>
                <a:cs typeface="Arial"/>
              </a:defRPr>
            </a:lvl7pPr>
            <a:lvl8pPr marL="3429000" indent="-228600">
              <a:buNone/>
              <a:defRPr>
                <a:solidFill>
                  <a:schemeClr val="tx1"/>
                </a:solidFill>
                <a:latin typeface="Arial"/>
                <a:ea typeface="Arial"/>
                <a:cs typeface="Arial"/>
              </a:defRPr>
            </a:lvl8pPr>
            <a:lvl9pPr marL="3886200" indent="-228600">
              <a:buNone/>
              <a:defRPr>
                <a:solidFill>
                  <a:schemeClr val="tx1"/>
                </a:solidFill>
                <a:latin typeface="Arial"/>
                <a:ea typeface="Arial"/>
                <a:cs typeface="Arial"/>
              </a:defRPr>
            </a:lvl9pPr>
          </a:lstStyle>
          <a:p xmlns:a="http://schemas.openxmlformats.org/drawingml/2006/main">
            <a:pPr>
              <a:buNone/>
            </a:pPr>
          </a:p>
        </p:txBody>
      </p:sp>
      <p:sp>
        <p:nvSpPr>
          <p:cNvPr id="12" name="Rectangle 7">
            <a:extLst xmlns:a="http://schemas.openxmlformats.org/drawingml/2006/main">
              <a:ext uri="{FF2B5EF4-FFF2-40B4-BE49-F238E27FC236}">
                <a16:creationId xmlns:a16="http://schemas.microsoft.com/office/drawing/2014/main" id="{2FE22788-BDDD-4133-B381-5D111770FD63}"/>
              </a:ext>
            </a:extLst>
          </p:cNvPr>
          <p:cNvSpPr>
            <a:spLocks xmlns:a="http://schemas.openxmlformats.org/drawingml/2006/main" noGrp="1"/>
          </p:cNvSpPr>
          <p:nvPr/>
        </p:nvSpPr>
        <p:spPr>
          <a:xfrm xmlns:a="http://schemas.openxmlformats.org/drawingml/2006/main">
            <a:off x="6675719" y="3441694"/>
            <a:ext cx="495551" cy="486012"/>
          </a:xfrm>
          <a:prstGeom xmlns:a="http://schemas.openxmlformats.org/drawingml/2006/main" prst="rect">
            <a:avLst/>
          </a:prstGeom>
          <a:noFill xmlns:a="http://schemas.openxmlformats.org/drawingml/2006/main"/>
          <a:ln xmlns:a="http://schemas.openxmlformats.org/drawingml/2006/main" w="31750">
            <a:solidFill>
              <a:schemeClr val="tx1"/>
            </a:solidFill>
          </a:ln>
        </p:spPr>
        <p:txBody>
          <a:bodyPr xmlns:a="http://schemas.openxmlformats.org/drawingml/2006/main"/>
          <a:lstStyle xmlns:a="http://schemas.openxmlformats.org/drawingml/2006/main"/>
          <a:p xmlns:a="http://schemas.openxmlformats.org/drawingml/2006/main"/>
        </p:txBody>
      </p:sp>
      <p:cxnSp>
        <p:nvCxnSpPr>
          <p:cNvPr id="32" name="Straight Arrow Connector 6"/>
          <p:cNvCxnSpPr/>
          <p:nvPr/>
        </p:nvCxnSpPr>
        <p:spPr>
          <a:xfrm xmlns:a="http://schemas.openxmlformats.org/drawingml/2006/main">
            <a:off x="6379135" y="3671332"/>
            <a:ext cx="202926" cy="0"/>
          </a:xfrm>
          <a:prstGeom xmlns:a="http://schemas.openxmlformats.org/drawingml/2006/main" prst="straightConnector1">
            <a:avLst/>
          </a:prstGeom>
          <a:ln xmlns:a="http://schemas.openxmlformats.org/drawingml/2006/main" w="25400">
            <a:solidFill>
              <a:schemeClr val="tx1"/>
            </a:solidFill>
            <a:prstDash val="solid"/>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33" name="Straight Arrow Connector 7"/>
          <p:cNvCxnSpPr/>
          <p:nvPr/>
        </p:nvCxnSpPr>
        <p:spPr>
          <a:xfrm xmlns:a="http://schemas.openxmlformats.org/drawingml/2006/main">
            <a:off x="7189946" y="3671332"/>
            <a:ext cx="317352" cy="0"/>
          </a:xfrm>
          <a:prstGeom xmlns:a="http://schemas.openxmlformats.org/drawingml/2006/main" prst="straightConnector1">
            <a:avLst/>
          </a:prstGeom>
          <a:ln xmlns:a="http://schemas.openxmlformats.org/drawingml/2006/main" w="25400">
            <a:solidFill>
              <a:schemeClr val="tx1"/>
            </a:solidFill>
            <a:prstDash val="solid"/>
            <a:tailEnd type="arrow"/>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8" name="TextBox 17">
            <a:extLst xmlns:a="http://schemas.openxmlformats.org/drawingml/2006/main">
              <a:ext uri="{FF2B5EF4-FFF2-40B4-BE49-F238E27FC236}">
                <a16:creationId xmlns:a16="http://schemas.microsoft.com/office/drawing/2014/main" id="{F17D970C-9EBD-4BB7-A3E6-4F2C73339B6C}"/>
              </a:ext>
            </a:extLst>
          </p:cNvPr>
          <p:cNvSpPr>
            <a:spLocks xmlns:a="http://schemas.openxmlformats.org/drawingml/2006/main" noGrp="1"/>
          </p:cNvSpPr>
          <p:nvPr/>
        </p:nvSpPr>
        <p:spPr>
          <a:xfrm xmlns:a="http://schemas.openxmlformats.org/drawingml/2006/main">
            <a:off x="7710570" y="3116634"/>
            <a:ext cx="1476686" cy="50783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1350"/>
              <a:t>Class label</a:t>
            </a:r>
          </a:p>
          <a:p xmlns:a="http://schemas.openxmlformats.org/drawingml/2006/main">
            <a:pPr algn="ctr">
              <a:buNone/>
            </a:pPr>
            <a:r>
              <a:rPr sz="1350"/>
              <a:t>(Classification)</a:t>
            </a:r>
          </a:p>
        </p:txBody>
      </p:sp>
      <p:sp>
        <p:nvSpPr>
          <p:cNvPr id="20" name="TextBox 19">
            <a:extLst xmlns:a="http://schemas.openxmlformats.org/drawingml/2006/main">
              <a:ext uri="{FF2B5EF4-FFF2-40B4-BE49-F238E27FC236}">
                <a16:creationId xmlns:a16="http://schemas.microsoft.com/office/drawing/2014/main" id="{BBDAB947-841F-49A0-A419-B27445B81052}"/>
              </a:ext>
            </a:extLst>
          </p:cNvPr>
          <p:cNvSpPr>
            <a:spLocks xmlns:a="http://schemas.openxmlformats.org/drawingml/2006/main" noGrp="1"/>
          </p:cNvSpPr>
          <p:nvPr/>
        </p:nvSpPr>
        <p:spPr>
          <a:xfrm xmlns:a="http://schemas.openxmlformats.org/drawingml/2006/main">
            <a:off x="7806541" y="3824424"/>
            <a:ext cx="1261884" cy="50783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1350"/>
              <a:t>Vector</a:t>
            </a:r>
          </a:p>
          <a:p xmlns:a="http://schemas.openxmlformats.org/drawingml/2006/main">
            <a:pPr algn="ctr">
              <a:buNone/>
            </a:pPr>
            <a:r>
              <a:rPr sz="1350"/>
              <a:t>(Estimation)</a:t>
            </a:r>
          </a:p>
        </p:txBody>
      </p:sp>
    </p:spTree>
    <p:extLst>
      <p:ext uri="{BB962C8B-B14F-4D97-AF65-F5344CB8AC3E}">
        <p14:creationId xmlns:p14="http://schemas.microsoft.com/office/powerpoint/2010/main" val="118397049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AD943FA-4E36-4E2B-80C4-ED0E29F0EA8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机器学习：数学基础</a:t>
            </a:r>
          </a:p>
        </p:txBody>
      </p:sp>
      <p:sp>
        <p:nvSpPr>
          <p:cNvPr id="6" name="内容占位符 2">
            <a:extLst xmlns:a="http://schemas.openxmlformats.org/drawingml/2006/main">
              <a:ext uri="{FF2B5EF4-FFF2-40B4-BE49-F238E27FC236}">
                <a16:creationId xmlns:a16="http://schemas.microsoft.com/office/drawing/2014/main" id="{F1F63BDB-94A7-4700-BA6D-C92160F56679}"/>
              </a:ext>
            </a:extLst>
          </p:cNvPr>
          <p:cNvSpPr>
            <a:spLocks xmlns:a="http://schemas.openxmlformats.org/drawingml/2006/main" noGrp="1"/>
          </p:cNvSpPr>
          <p:nvPr/>
        </p:nvSpPr>
        <p:spPr>
          <a:xfrm xmlns:a="http://schemas.openxmlformats.org/drawingml/2006/main" rot="0">
            <a:off x="393348" y="1491766"/>
            <a:ext cx="4186238" cy="1775222"/>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2000">
                <a:solidFill>
                  <a:schemeClr val="tx1"/>
                </a:solidFill>
                <a:latin typeface="+mn-lt"/>
                <a:ea typeface="+mn-lt"/>
                <a:cs typeface="+mn-lt"/>
              </a:defRPr>
            </a:lvl4pPr>
            <a:lvl5pPr marL="2057400" indent="-228600" algn="l">
              <a:lnSpc>
                <a:spcPct val="90000"/>
              </a:lnSpc>
              <a:spcBef>
                <a:spcPts val="500"/>
              </a:spcBef>
              <a:buChar char="•"/>
              <a:defRPr sz="2000">
                <a:solidFill>
                  <a:schemeClr val="tx1"/>
                </a:solidFill>
                <a:latin typeface="+mn-lt"/>
                <a:ea typeface="+mn-lt"/>
                <a:cs typeface="+mn-lt"/>
              </a:defRPr>
            </a:lvl5pPr>
            <a:lvl6pPr marL="2514600" indent="-228600" algn="l">
              <a:lnSpc>
                <a:spcPct val="90000"/>
              </a:lnSpc>
              <a:spcBef>
                <a:spcPts val="500"/>
              </a:spcBef>
              <a:buChar char="•"/>
              <a:defRPr>
                <a:solidFill>
                  <a:schemeClr val="tx1"/>
                </a:solidFill>
                <a:latin typeface="+mn-lt"/>
                <a:ea typeface="+mn-lt"/>
                <a:cs typeface="+mn-lt"/>
              </a:defRPr>
            </a:lvl6pPr>
            <a:lvl7pPr marL="2971800" indent="-228600" algn="l">
              <a:lnSpc>
                <a:spcPct val="90000"/>
              </a:lnSpc>
              <a:spcBef>
                <a:spcPts val="500"/>
              </a:spcBef>
              <a:buChar char="•"/>
              <a:defRPr>
                <a:solidFill>
                  <a:schemeClr val="tx1"/>
                </a:solidFill>
                <a:latin typeface="+mn-lt"/>
                <a:ea typeface="+mn-lt"/>
                <a:cs typeface="+mn-lt"/>
              </a:defRPr>
            </a:lvl7pPr>
            <a:lvl8pPr marL="3429000" indent="-228600" algn="l">
              <a:lnSpc>
                <a:spcPct val="90000"/>
              </a:lnSpc>
              <a:spcBef>
                <a:spcPts val="500"/>
              </a:spcBef>
              <a:buChar char="•"/>
              <a:defRPr>
                <a:solidFill>
                  <a:schemeClr val="tx1"/>
                </a:solidFill>
                <a:latin typeface="+mn-lt"/>
                <a:ea typeface="+mn-lt"/>
                <a:cs typeface="+mn-lt"/>
              </a:defRPr>
            </a:lvl8pPr>
            <a:lvl9pPr marL="3886200" indent="-228600" algn="l">
              <a:lnSpc>
                <a:spcPct val="90000"/>
              </a:lnSpc>
              <a:spcBef>
                <a:spcPts val="500"/>
              </a:spcBef>
              <a:buChar char="•"/>
              <a:defRPr>
                <a:solidFill>
                  <a:schemeClr val="tx1"/>
                </a:solidFill>
                <a:latin typeface="+mn-lt"/>
                <a:ea typeface="+mn-lt"/>
                <a:cs typeface="+mn-lt"/>
              </a:defRPr>
            </a:lvl9pPr>
          </a:lstStyle>
          <a:p xmlns:a="http://schemas.openxmlformats.org/drawingml/2006/main">
            <a:pPr marL="0" indent="0">
              <a:buNone/>
            </a:pPr>
            <a:r>
              <a:rPr sz="1800"/>
              <a:t>经过算法预测的结果是一个连续的值，我们称这样的问题为</a:t>
            </a:r>
            <a:r>
              <a:rPr sz="1800">
                <a:solidFill>
                  <a:srgbClr val="CC0000"/>
                </a:solidFill>
              </a:rPr>
              <a:t>回归问题</a:t>
            </a:r>
          </a:p>
        </p:txBody>
      </p:sp>
      <p:pic>
        <p:nvPicPr>
          <p:cNvPr id="17" name="图片 7"/>
          <p:cNvPicPr>
            <a:picLocks xmlns:a="http://schemas.openxmlformats.org/drawingml/2006/main" noChangeAspect="1"/>
          </p:cNvPicPr>
          <p:nvPr/>
        </p:nvPicPr>
        <p:blipFill>
          <a:blip xmlns:r="http://schemas.openxmlformats.org/officeDocument/2006/relationships" xmlns:a="http://schemas.openxmlformats.org/drawingml/2006/main" r:embed="R887d9498796c40e7"/>
          <a:srcRect xmlns:a="http://schemas.openxmlformats.org/drawingml/2006/main" l="0" t="0" r="0" b="0"/>
          <a:stretch xmlns:a="http://schemas.openxmlformats.org/drawingml/2006/main">
            <a:fillRect l="0" t="0" r="0" b="0"/>
          </a:stretch>
        </p:blipFill>
        <p:spPr>
          <a:xfrm xmlns:a="http://schemas.openxmlformats.org/drawingml/2006/main" rot="0" flipH="0" flipV="0">
            <a:off x="5094685" y="2004925"/>
            <a:ext cx="2514600" cy="1644254"/>
          </a:xfrm>
          <a:prstGeom xmlns:a="http://schemas.openxmlformats.org/drawingml/2006/main" prst="rect">
            <a:avLst/>
          </a:prstGeom>
          <a:ln xmlns:a="http://schemas.openxmlformats.org/drawingml/2006/main">
            <a:noFill/>
          </a:ln>
        </p:spPr>
      </p:pic>
      <p:pic>
        <p:nvPicPr>
          <p:cNvPr id="18" name="图片 8"/>
          <p:cNvPicPr>
            <a:picLocks xmlns:a="http://schemas.openxmlformats.org/drawingml/2006/main" noChangeAspect="1"/>
          </p:cNvPicPr>
          <p:nvPr/>
        </p:nvPicPr>
        <p:blipFill>
          <a:blip xmlns:r="http://schemas.openxmlformats.org/officeDocument/2006/relationships" xmlns:a="http://schemas.openxmlformats.org/drawingml/2006/main" r:embed="R0c94e16c7b504797"/>
          <a:srcRect xmlns:a="http://schemas.openxmlformats.org/drawingml/2006/main" l="0" t="0" r="0" b="0"/>
          <a:stretch xmlns:a="http://schemas.openxmlformats.org/drawingml/2006/main">
            <a:fillRect l="0" t="0" r="0" b="0"/>
          </a:stretch>
        </p:blipFill>
        <p:spPr>
          <a:xfrm xmlns:a="http://schemas.openxmlformats.org/drawingml/2006/main" rot="0" flipH="0" flipV="0">
            <a:off x="611560" y="2014300"/>
            <a:ext cx="3298118" cy="1918756"/>
          </a:xfrm>
          <a:prstGeom xmlns:a="http://schemas.openxmlformats.org/drawingml/2006/main" prst="rect">
            <a:avLst/>
          </a:prstGeom>
          <a:ln xmlns:a="http://schemas.openxmlformats.org/drawingml/2006/main">
            <a:noFill/>
          </a:ln>
        </p:spPr>
      </p:pic>
      <p:sp>
        <p:nvSpPr>
          <p:cNvPr id="10" name="内容占位符 2">
            <a:extLst xmlns:a="http://schemas.openxmlformats.org/drawingml/2006/main">
              <a:ext uri="{FF2B5EF4-FFF2-40B4-BE49-F238E27FC236}">
                <a16:creationId xmlns:a16="http://schemas.microsoft.com/office/drawing/2014/main" id="{CD579242-A92C-4DA7-858A-7D0C33A4AE01}"/>
              </a:ext>
            </a:extLst>
          </p:cNvPr>
          <p:cNvSpPr>
            <a:spLocks xmlns:a="http://schemas.openxmlformats.org/drawingml/2006/main" noGrp="1"/>
          </p:cNvSpPr>
          <p:nvPr/>
        </p:nvSpPr>
        <p:spPr>
          <a:xfrm xmlns:a="http://schemas.openxmlformats.org/drawingml/2006/main" rot="0">
            <a:off x="4660107" y="1491766"/>
            <a:ext cx="4346972" cy="1775222"/>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2000">
                <a:solidFill>
                  <a:schemeClr val="tx1"/>
                </a:solidFill>
                <a:latin typeface="+mn-lt"/>
                <a:ea typeface="+mn-lt"/>
                <a:cs typeface="+mn-lt"/>
              </a:defRPr>
            </a:lvl4pPr>
            <a:lvl5pPr marL="2057400" indent="-228600" algn="l">
              <a:lnSpc>
                <a:spcPct val="90000"/>
              </a:lnSpc>
              <a:spcBef>
                <a:spcPts val="500"/>
              </a:spcBef>
              <a:buChar char="•"/>
              <a:defRPr sz="2000">
                <a:solidFill>
                  <a:schemeClr val="tx1"/>
                </a:solidFill>
                <a:latin typeface="+mn-lt"/>
                <a:ea typeface="+mn-lt"/>
                <a:cs typeface="+mn-lt"/>
              </a:defRPr>
            </a:lvl5pPr>
            <a:lvl6pPr marL="2514600" indent="-228600" algn="l">
              <a:lnSpc>
                <a:spcPct val="90000"/>
              </a:lnSpc>
              <a:spcBef>
                <a:spcPts val="500"/>
              </a:spcBef>
              <a:buChar char="•"/>
              <a:defRPr>
                <a:solidFill>
                  <a:schemeClr val="tx1"/>
                </a:solidFill>
                <a:latin typeface="+mn-lt"/>
                <a:ea typeface="+mn-lt"/>
                <a:cs typeface="+mn-lt"/>
              </a:defRPr>
            </a:lvl6pPr>
            <a:lvl7pPr marL="2971800" indent="-228600" algn="l">
              <a:lnSpc>
                <a:spcPct val="90000"/>
              </a:lnSpc>
              <a:spcBef>
                <a:spcPts val="500"/>
              </a:spcBef>
              <a:buChar char="•"/>
              <a:defRPr>
                <a:solidFill>
                  <a:schemeClr val="tx1"/>
                </a:solidFill>
                <a:latin typeface="+mn-lt"/>
                <a:ea typeface="+mn-lt"/>
                <a:cs typeface="+mn-lt"/>
              </a:defRPr>
            </a:lvl7pPr>
            <a:lvl8pPr marL="3429000" indent="-228600" algn="l">
              <a:lnSpc>
                <a:spcPct val="90000"/>
              </a:lnSpc>
              <a:spcBef>
                <a:spcPts val="500"/>
              </a:spcBef>
              <a:buChar char="•"/>
              <a:defRPr>
                <a:solidFill>
                  <a:schemeClr val="tx1"/>
                </a:solidFill>
                <a:latin typeface="+mn-lt"/>
                <a:ea typeface="+mn-lt"/>
                <a:cs typeface="+mn-lt"/>
              </a:defRPr>
            </a:lvl8pPr>
            <a:lvl9pPr marL="3886200" indent="-228600" algn="l">
              <a:lnSpc>
                <a:spcPct val="90000"/>
              </a:lnSpc>
              <a:spcBef>
                <a:spcPts val="500"/>
              </a:spcBef>
              <a:buChar char="•"/>
              <a:defRPr>
                <a:solidFill>
                  <a:schemeClr val="tx1"/>
                </a:solidFill>
                <a:latin typeface="+mn-lt"/>
                <a:ea typeface="+mn-lt"/>
                <a:cs typeface="+mn-lt"/>
              </a:defRPr>
            </a:lvl9pPr>
          </a:lstStyle>
          <a:p xmlns:a="http://schemas.openxmlformats.org/drawingml/2006/main">
            <a:pPr marL="0" indent="0">
              <a:buNone/>
            </a:pPr>
            <a:r>
              <a:rPr sz="1800"/>
              <a:t>算法能够学会如何将数据分类到不同的类里，我们称这样的问题为</a:t>
            </a:r>
            <a:r>
              <a:rPr sz="1800">
                <a:solidFill>
                  <a:srgbClr val="CC0000"/>
                </a:solidFill>
              </a:rPr>
              <a:t>分类问题</a:t>
            </a:r>
          </a:p>
        </p:txBody>
      </p:sp>
      <p:sp>
        <p:nvSpPr>
          <p:cNvPr id="3" name="TextBox 2">
            <a:extLst xmlns:a="http://schemas.openxmlformats.org/drawingml/2006/main">
              <a:ext uri="{FF2B5EF4-FFF2-40B4-BE49-F238E27FC236}">
                <a16:creationId xmlns:a16="http://schemas.microsoft.com/office/drawing/2014/main" id="{D1998AC8-A1C2-D646-B37A-2AC47872B289}"/>
              </a:ext>
            </a:extLst>
          </p:cNvPr>
          <p:cNvSpPr>
            <a:spLocks xmlns:a="http://schemas.openxmlformats.org/drawingml/2006/main" noGrp="1"/>
          </p:cNvSpPr>
          <p:nvPr/>
        </p:nvSpPr>
        <p:spPr>
          <a:xfrm xmlns:a="http://schemas.openxmlformats.org/drawingml/2006/main" rot="0">
            <a:off x="3763171" y="1127752"/>
            <a:ext cx="1608133" cy="369332"/>
          </a:xfrm>
          <a:prstGeom xmlns:a="http://schemas.openxmlformats.org/drawingml/2006/main" prst="rect">
            <a:avLst/>
          </a:prstGeom>
        </p:spPr>
        <p:style>
          <a:lnRef xmlns:a="http://schemas.openxmlformats.org/drawingml/2006/main" idx="2">
            <a:schemeClr val="accent2"/>
          </a:lnRef>
          <a:fillRef xmlns:a="http://schemas.openxmlformats.org/drawingml/2006/main" idx="1">
            <a:schemeClr val="lt1"/>
          </a:fillRef>
          <a:effectRef xmlns:a="http://schemas.openxmlformats.org/drawingml/2006/main" idx="0">
            <a:schemeClr val="accent2"/>
          </a:effectRef>
          <a:fontRef xmlns:a="http://schemas.openxmlformats.org/drawingml/2006/main" idx="minor">
            <a:schemeClr val="dk1"/>
          </a:fontRef>
        </p:style>
        <p:txBody>
          <a:bodyPr xmlns:a="http://schemas.openxmlformats.org/drawingml/2006/main" wrap="none">
            <a:spAutoFit/>
          </a:bodyPr>
          <a:lstStyle xmlns:a="http://schemas.openxmlformats.org/drawingml/2006/main"/>
          <a:p xmlns:a="http://schemas.openxmlformats.org/drawingml/2006/main">
            <a:r>
              <a:t>学习任务类型</a:t>
            </a:r>
          </a:p>
        </p:txBody>
      </p:sp>
      <p:sp>
        <p:nvSpPr>
          <p:cNvPr id="5" name="内容占位符 2">
            <a:extLst xmlns:a="http://schemas.openxmlformats.org/drawingml/2006/main">
              <a:ext uri="{FF2B5EF4-FFF2-40B4-BE49-F238E27FC236}">
                <a16:creationId xmlns:a16="http://schemas.microsoft.com/office/drawing/2014/main" id="{4E519453-579E-4C42-B31F-4BFB28C7039D}"/>
              </a:ext>
            </a:extLst>
          </p:cNvPr>
          <p:cNvSpPr>
            <a:spLocks xmlns:a="http://schemas.openxmlformats.org/drawingml/2006/main" noGrp="1"/>
          </p:cNvSpPr>
          <p:nvPr/>
        </p:nvSpPr>
        <p:spPr>
          <a:xfrm xmlns:a="http://schemas.openxmlformats.org/drawingml/2006/main" rot="0">
            <a:off x="284560" y="5895867"/>
            <a:ext cx="8565356" cy="773493"/>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2000">
                <a:solidFill>
                  <a:schemeClr val="tx1"/>
                </a:solidFill>
                <a:latin typeface="+mn-lt"/>
                <a:ea typeface="+mn-lt"/>
                <a:cs typeface="+mn-lt"/>
              </a:defRPr>
            </a:lvl4pPr>
            <a:lvl5pPr marL="2057400" indent="-228600" algn="l">
              <a:lnSpc>
                <a:spcPct val="90000"/>
              </a:lnSpc>
              <a:spcBef>
                <a:spcPts val="500"/>
              </a:spcBef>
              <a:buChar char="•"/>
              <a:defRPr sz="2000">
                <a:solidFill>
                  <a:schemeClr val="tx1"/>
                </a:solidFill>
                <a:latin typeface="+mn-lt"/>
                <a:ea typeface="+mn-lt"/>
                <a:cs typeface="+mn-lt"/>
              </a:defRPr>
            </a:lvl5pPr>
            <a:lvl6pPr marL="2514600" indent="-228600" algn="l">
              <a:lnSpc>
                <a:spcPct val="90000"/>
              </a:lnSpc>
              <a:spcBef>
                <a:spcPts val="500"/>
              </a:spcBef>
              <a:buChar char="•"/>
              <a:defRPr>
                <a:solidFill>
                  <a:schemeClr val="tx1"/>
                </a:solidFill>
                <a:latin typeface="+mn-lt"/>
                <a:ea typeface="+mn-lt"/>
                <a:cs typeface="+mn-lt"/>
              </a:defRPr>
            </a:lvl6pPr>
            <a:lvl7pPr marL="2971800" indent="-228600" algn="l">
              <a:lnSpc>
                <a:spcPct val="90000"/>
              </a:lnSpc>
              <a:spcBef>
                <a:spcPts val="500"/>
              </a:spcBef>
              <a:buChar char="•"/>
              <a:defRPr>
                <a:solidFill>
                  <a:schemeClr val="tx1"/>
                </a:solidFill>
                <a:latin typeface="+mn-lt"/>
                <a:ea typeface="+mn-lt"/>
                <a:cs typeface="+mn-lt"/>
              </a:defRPr>
            </a:lvl7pPr>
            <a:lvl8pPr marL="3429000" indent="-228600" algn="l">
              <a:lnSpc>
                <a:spcPct val="90000"/>
              </a:lnSpc>
              <a:spcBef>
                <a:spcPts val="500"/>
              </a:spcBef>
              <a:buChar char="•"/>
              <a:defRPr>
                <a:solidFill>
                  <a:schemeClr val="tx1"/>
                </a:solidFill>
                <a:latin typeface="+mn-lt"/>
                <a:ea typeface="+mn-lt"/>
                <a:cs typeface="+mn-lt"/>
              </a:defRPr>
            </a:lvl8pPr>
            <a:lvl9pPr marL="3886200" indent="-228600" algn="l">
              <a:lnSpc>
                <a:spcPct val="90000"/>
              </a:lnSpc>
              <a:spcBef>
                <a:spcPts val="500"/>
              </a:spcBef>
              <a:buChar char="•"/>
              <a:defRPr>
                <a:solidFill>
                  <a:schemeClr val="tx1"/>
                </a:solidFill>
                <a:latin typeface="+mn-lt"/>
                <a:ea typeface="+mn-lt"/>
                <a:cs typeface="+mn-lt"/>
              </a:defRPr>
            </a:lvl9pPr>
          </a:lstStyle>
          <a:p xmlns:a="http://schemas.openxmlformats.org/drawingml/2006/main">
            <a:pPr marL="0" indent="0">
              <a:buNone/>
            </a:pPr>
            <a:r>
              <a:rPr sz="1575">
                <a:latin typeface="Microsoft YaHei"/>
                <a:ea typeface="Microsoft YaHei"/>
                <a:cs typeface="Microsoft YaHei"/>
              </a:rPr>
              <a:t>第一个模型是一个线性模型，低度拟合，不能很好地适应训练集；第三个模型是一个四次方的模型，过度拟合，虽然能非常好地适应我们的训练集，但在新输入变量进行预测时可能会效果不好；中间的模型似乎最合适</a:t>
            </a:r>
          </a:p>
        </p:txBody>
      </p:sp>
      <p:pic>
        <p:nvPicPr>
          <p:cNvPr id="22" name="图片 10"/>
          <p:cNvPicPr>
            <a:picLocks xmlns:a="http://schemas.openxmlformats.org/drawingml/2006/main" noChangeAspect="1"/>
          </p:cNvPicPr>
          <p:nvPr/>
        </p:nvPicPr>
        <p:blipFill>
          <a:blip xmlns:r="http://schemas.openxmlformats.org/officeDocument/2006/relationships" xmlns:a="http://schemas.openxmlformats.org/drawingml/2006/main" r:embed="R27398de3be394267"/>
          <a:srcRect xmlns:a="http://schemas.openxmlformats.org/drawingml/2006/main" l="0" t="0" r="0" b="0"/>
          <a:stretch xmlns:a="http://schemas.openxmlformats.org/drawingml/2006/main">
            <a:fillRect l="0" t="0" r="0" b="0"/>
          </a:stretch>
        </p:blipFill>
        <p:spPr>
          <a:xfrm xmlns:a="http://schemas.openxmlformats.org/drawingml/2006/main" rot="0" flipH="0" flipV="0">
            <a:off x="1726779" y="4405130"/>
            <a:ext cx="5690442" cy="1472803"/>
          </a:xfrm>
          <a:prstGeom xmlns:a="http://schemas.openxmlformats.org/drawingml/2006/main" prst="rect">
            <a:avLst/>
          </a:prstGeom>
          <a:ln xmlns:a="http://schemas.openxmlformats.org/drawingml/2006/main">
            <a:noFill/>
          </a:ln>
        </p:spPr>
      </p:pic>
      <p:sp>
        <p:nvSpPr>
          <p:cNvPr id="11" name="TextBox 10">
            <a:extLst xmlns:a="http://schemas.openxmlformats.org/drawingml/2006/main">
              <a:ext uri="{FF2B5EF4-FFF2-40B4-BE49-F238E27FC236}">
                <a16:creationId xmlns:a16="http://schemas.microsoft.com/office/drawing/2014/main" id="{B9F293E5-F996-7241-9DE7-296CF4C85642}"/>
              </a:ext>
            </a:extLst>
          </p:cNvPr>
          <p:cNvSpPr>
            <a:spLocks xmlns:a="http://schemas.openxmlformats.org/drawingml/2006/main" noGrp="1"/>
          </p:cNvSpPr>
          <p:nvPr/>
        </p:nvSpPr>
        <p:spPr>
          <a:xfrm xmlns:a="http://schemas.openxmlformats.org/drawingml/2006/main" rot="0">
            <a:off x="3787170" y="3996433"/>
            <a:ext cx="1569660" cy="369332"/>
          </a:xfrm>
          <a:prstGeom xmlns:a="http://schemas.openxmlformats.org/drawingml/2006/main" prst="rect">
            <a:avLst/>
          </a:prstGeom>
        </p:spPr>
        <p:style>
          <a:lnRef xmlns:a="http://schemas.openxmlformats.org/drawingml/2006/main" idx="2">
            <a:schemeClr val="accent2"/>
          </a:lnRef>
          <a:fillRef xmlns:a="http://schemas.openxmlformats.org/drawingml/2006/main" idx="1">
            <a:schemeClr val="lt1"/>
          </a:fillRef>
          <a:effectRef xmlns:a="http://schemas.openxmlformats.org/drawingml/2006/main" idx="0">
            <a:schemeClr val="accent2"/>
          </a:effectRef>
          <a:fontRef xmlns:a="http://schemas.openxmlformats.org/drawingml/2006/main" idx="minor">
            <a:schemeClr val="dk1"/>
          </a:fontRef>
        </p:style>
        <p:txBody>
          <a:bodyPr xmlns:a="http://schemas.openxmlformats.org/drawingml/2006/main" wrap="none">
            <a:spAutoFit/>
          </a:bodyPr>
          <a:lstStyle xmlns:a="http://schemas.openxmlformats.org/drawingml/2006/main"/>
          <a:p xmlns:a="http://schemas.openxmlformats.org/drawingml/2006/main">
            <a:r>
              <a:t>学习算法类型</a:t>
            </a:r>
          </a:p>
        </p:txBody>
      </p:sp>
    </p:spTree>
    <p:extLst>
      <p:ext uri="{BB962C8B-B14F-4D97-AF65-F5344CB8AC3E}">
        <p14:creationId xmlns:p14="http://schemas.microsoft.com/office/powerpoint/2010/main" val="238898027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B721514-C109-4597-9154-BFABAC1B7FC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机器学习：实施过程</a:t>
            </a:r>
          </a:p>
        </p:txBody>
      </p:sp>
      <p:sp>
        <p:nvSpPr>
          <p:cNvPr id="4" name="圆角矩形 18">
            <a:extLst xmlns:a="http://schemas.openxmlformats.org/drawingml/2006/main">
              <a:ext uri="{FF2B5EF4-FFF2-40B4-BE49-F238E27FC236}">
                <a16:creationId xmlns:a16="http://schemas.microsoft.com/office/drawing/2014/main" id="{BDE4452B-AE8E-4F3A-BFAB-9B3AC6B7595F}"/>
              </a:ext>
            </a:extLst>
          </p:cNvPr>
          <p:cNvSpPr>
            <a:spLocks xmlns:a="http://schemas.openxmlformats.org/drawingml/2006/main" noGrp="1"/>
          </p:cNvSpPr>
          <p:nvPr/>
        </p:nvSpPr>
        <p:spPr>
          <a:xfrm xmlns:a="http://schemas.openxmlformats.org/drawingml/2006/main" rot="0">
            <a:off x="2342064" y="1812741"/>
            <a:ext cx="466908" cy="943778"/>
          </a:xfrm>
          <a:prstGeom xmlns:a="http://schemas.openxmlformats.org/drawingml/2006/main" prst="roundRect">
            <a:avLst/>
          </a:prstGeom>
          <a:solidFill xmlns:a="http://schemas.openxmlformats.org/drawingml/2006/main">
            <a:srgbClr val="0070C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350">
                <a:solidFill>
                  <a:schemeClr val="bg1"/>
                </a:solidFill>
                <a:latin typeface="微软雅黑"/>
                <a:ea typeface="微软雅黑"/>
                <a:cs typeface="微软雅黑"/>
              </a:rPr>
              <a:t>特征提取</a:t>
            </a:r>
          </a:p>
        </p:txBody>
      </p:sp>
      <p:sp>
        <p:nvSpPr>
          <p:cNvPr id="5" name="圆角矩形 37">
            <a:extLst xmlns:a="http://schemas.openxmlformats.org/drawingml/2006/main">
              <a:ext uri="{FF2B5EF4-FFF2-40B4-BE49-F238E27FC236}">
                <a16:creationId xmlns:a16="http://schemas.microsoft.com/office/drawing/2014/main" id="{D6C39DC3-07D0-458B-AC2E-1D24D42092FE}"/>
              </a:ext>
            </a:extLst>
          </p:cNvPr>
          <p:cNvSpPr>
            <a:spLocks xmlns:a="http://schemas.openxmlformats.org/drawingml/2006/main" noGrp="1"/>
          </p:cNvSpPr>
          <p:nvPr/>
        </p:nvSpPr>
        <p:spPr>
          <a:xfrm xmlns:a="http://schemas.openxmlformats.org/drawingml/2006/main" rot="0">
            <a:off x="3473885" y="2000609"/>
            <a:ext cx="736630"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a:t>
            </a:r>
            <a:r>
              <a:rPr sz="1200">
                <a:solidFill>
                  <a:schemeClr val="bg1"/>
                </a:solidFill>
                <a:latin typeface="微软雅黑"/>
                <a:ea typeface="微软雅黑"/>
                <a:cs typeface="微软雅黑"/>
              </a:rPr>
              <a:t>1</a:t>
            </a:r>
          </a:p>
        </p:txBody>
      </p:sp>
      <p:sp>
        <p:nvSpPr>
          <p:cNvPr id="6" name="圆角矩形 29">
            <a:extLst xmlns:a="http://schemas.openxmlformats.org/drawingml/2006/main">
              <a:ext uri="{FF2B5EF4-FFF2-40B4-BE49-F238E27FC236}">
                <a16:creationId xmlns:a16="http://schemas.microsoft.com/office/drawing/2014/main" id="{C4E51B6F-0026-43A5-8022-DD4576548BCD}"/>
              </a:ext>
            </a:extLst>
          </p:cNvPr>
          <p:cNvSpPr>
            <a:spLocks xmlns:a="http://schemas.openxmlformats.org/drawingml/2006/main" noGrp="1"/>
          </p:cNvSpPr>
          <p:nvPr/>
        </p:nvSpPr>
        <p:spPr>
          <a:xfrm xmlns:a="http://schemas.openxmlformats.org/drawingml/2006/main" rot="0">
            <a:off x="518776" y="2029427"/>
            <a:ext cx="1162300"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样本数据</a:t>
            </a:r>
          </a:p>
        </p:txBody>
      </p:sp>
      <p:sp>
        <p:nvSpPr>
          <p:cNvPr id="7" name="圆角矩形 30">
            <a:extLst xmlns:a="http://schemas.openxmlformats.org/drawingml/2006/main">
              <a:ext uri="{FF2B5EF4-FFF2-40B4-BE49-F238E27FC236}">
                <a16:creationId xmlns:a16="http://schemas.microsoft.com/office/drawing/2014/main" id="{193A1B4D-F754-414B-B6CC-67AC0CAF3855}"/>
              </a:ext>
            </a:extLst>
          </p:cNvPr>
          <p:cNvSpPr>
            <a:spLocks xmlns:a="http://schemas.openxmlformats.org/drawingml/2006/main" noGrp="1"/>
          </p:cNvSpPr>
          <p:nvPr/>
        </p:nvSpPr>
        <p:spPr>
          <a:xfrm xmlns:a="http://schemas.openxmlformats.org/drawingml/2006/main" rot="0">
            <a:off x="518775" y="2335440"/>
            <a:ext cx="1162300"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样本数据</a:t>
            </a:r>
          </a:p>
        </p:txBody>
      </p:sp>
      <p:sp>
        <p:nvSpPr>
          <p:cNvPr id="8" name="圆角矩形 33">
            <a:extLst xmlns:a="http://schemas.openxmlformats.org/drawingml/2006/main">
              <a:ext uri="{FF2B5EF4-FFF2-40B4-BE49-F238E27FC236}">
                <a16:creationId xmlns:a16="http://schemas.microsoft.com/office/drawing/2014/main" id="{648ED920-1D7A-463D-A27C-146F585596D9}"/>
              </a:ext>
            </a:extLst>
          </p:cNvPr>
          <p:cNvSpPr>
            <a:spLocks xmlns:a="http://schemas.openxmlformats.org/drawingml/2006/main" noGrp="1"/>
          </p:cNvSpPr>
          <p:nvPr/>
        </p:nvSpPr>
        <p:spPr>
          <a:xfrm xmlns:a="http://schemas.openxmlformats.org/drawingml/2006/main" rot="0">
            <a:off x="518774" y="2641453"/>
            <a:ext cx="1162300"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样本数据</a:t>
            </a:r>
          </a:p>
        </p:txBody>
      </p:sp>
      <p:sp>
        <p:nvSpPr>
          <p:cNvPr id="9" name="圆角矩形 45">
            <a:extLst xmlns:a="http://schemas.openxmlformats.org/drawingml/2006/main">
              <a:ext uri="{FF2B5EF4-FFF2-40B4-BE49-F238E27FC236}">
                <a16:creationId xmlns:a16="http://schemas.microsoft.com/office/drawing/2014/main" id="{270675C9-7ABA-49B8-A39F-8B0952E286F7}"/>
              </a:ext>
            </a:extLst>
          </p:cNvPr>
          <p:cNvSpPr>
            <a:spLocks xmlns:a="http://schemas.openxmlformats.org/drawingml/2006/main" noGrp="1"/>
          </p:cNvSpPr>
          <p:nvPr/>
        </p:nvSpPr>
        <p:spPr>
          <a:xfrm xmlns:a="http://schemas.openxmlformats.org/drawingml/2006/main" rot="0">
            <a:off x="4217738" y="1995071"/>
            <a:ext cx="378162"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a:t>
            </a:r>
          </a:p>
        </p:txBody>
      </p:sp>
      <p:sp>
        <p:nvSpPr>
          <p:cNvPr id="10" name="圆角矩形 46">
            <a:extLst xmlns:a="http://schemas.openxmlformats.org/drawingml/2006/main">
              <a:ext uri="{FF2B5EF4-FFF2-40B4-BE49-F238E27FC236}">
                <a16:creationId xmlns:a16="http://schemas.microsoft.com/office/drawing/2014/main" id="{297BEC59-27C8-4E7F-8410-ACE5988E872C}"/>
              </a:ext>
            </a:extLst>
          </p:cNvPr>
          <p:cNvSpPr>
            <a:spLocks xmlns:a="http://schemas.openxmlformats.org/drawingml/2006/main" noGrp="1"/>
          </p:cNvSpPr>
          <p:nvPr/>
        </p:nvSpPr>
        <p:spPr>
          <a:xfrm xmlns:a="http://schemas.openxmlformats.org/drawingml/2006/main" rot="0">
            <a:off x="4623939" y="2000609"/>
            <a:ext cx="253437" cy="278472"/>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n</a:t>
            </a:r>
          </a:p>
        </p:txBody>
      </p:sp>
      <p:sp>
        <p:nvSpPr>
          <p:cNvPr id="11" name="圆角矩形 61">
            <a:extLst xmlns:a="http://schemas.openxmlformats.org/drawingml/2006/main">
              <a:ext uri="{FF2B5EF4-FFF2-40B4-BE49-F238E27FC236}">
                <a16:creationId xmlns:a16="http://schemas.microsoft.com/office/drawing/2014/main" id="{D8EA23FE-F755-4F7B-A3A0-11B2FBE3DDD0}"/>
              </a:ext>
            </a:extLst>
          </p:cNvPr>
          <p:cNvSpPr>
            <a:spLocks xmlns:a="http://schemas.openxmlformats.org/drawingml/2006/main" noGrp="1"/>
          </p:cNvSpPr>
          <p:nvPr/>
        </p:nvSpPr>
        <p:spPr>
          <a:xfrm xmlns:a="http://schemas.openxmlformats.org/drawingml/2006/main" rot="0">
            <a:off x="6215369" y="1921506"/>
            <a:ext cx="466908" cy="732681"/>
          </a:xfrm>
          <a:prstGeom xmlns:a="http://schemas.openxmlformats.org/drawingml/2006/main" prst="roundRect">
            <a:avLst/>
          </a:prstGeom>
          <a:solidFill xmlns:a="http://schemas.openxmlformats.org/drawingml/2006/main">
            <a:srgbClr val="0070C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350">
                <a:solidFill>
                  <a:schemeClr val="bg1"/>
                </a:solidFill>
                <a:latin typeface="微软雅黑"/>
                <a:ea typeface="微软雅黑"/>
                <a:cs typeface="微软雅黑"/>
              </a:rPr>
              <a:t>预处理</a:t>
            </a:r>
          </a:p>
        </p:txBody>
      </p:sp>
      <p:sp>
        <p:nvSpPr>
          <p:cNvPr id="12" name="圆角矩形 34">
            <a:extLst xmlns:a="http://schemas.openxmlformats.org/drawingml/2006/main">
              <a:ext uri="{FF2B5EF4-FFF2-40B4-BE49-F238E27FC236}">
                <a16:creationId xmlns:a16="http://schemas.microsoft.com/office/drawing/2014/main" id="{964A8315-CCA3-421D-9C74-8186C2C84337}"/>
              </a:ext>
            </a:extLst>
          </p:cNvPr>
          <p:cNvSpPr>
            <a:spLocks xmlns:a="http://schemas.openxmlformats.org/drawingml/2006/main" noGrp="1"/>
          </p:cNvSpPr>
          <p:nvPr/>
        </p:nvSpPr>
        <p:spPr>
          <a:xfrm xmlns:a="http://schemas.openxmlformats.org/drawingml/2006/main" rot="0">
            <a:off x="3465467" y="1703786"/>
            <a:ext cx="1971691" cy="280927"/>
          </a:xfrm>
          <a:prstGeom xmlns:a="http://schemas.openxmlformats.org/drawingml/2006/main" prst="roundRect">
            <a:avLst/>
          </a:prstGeom>
          <a:solidFill xmlns:a="http://schemas.openxmlformats.org/drawingml/2006/main">
            <a:schemeClr val="accent2"/>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特征样本集</a:t>
            </a:r>
          </a:p>
        </p:txBody>
      </p:sp>
      <p:sp>
        <p:nvSpPr>
          <p:cNvPr id="13" name="圆角矩形 25">
            <a:extLst xmlns:a="http://schemas.openxmlformats.org/drawingml/2006/main">
              <a:ext uri="{FF2B5EF4-FFF2-40B4-BE49-F238E27FC236}">
                <a16:creationId xmlns:a16="http://schemas.microsoft.com/office/drawing/2014/main" id="{6470C603-17A6-4DF5-8C52-B9E413162060}"/>
              </a:ext>
            </a:extLst>
          </p:cNvPr>
          <p:cNvSpPr>
            <a:spLocks xmlns:a="http://schemas.openxmlformats.org/drawingml/2006/main" noGrp="1"/>
          </p:cNvSpPr>
          <p:nvPr/>
        </p:nvSpPr>
        <p:spPr>
          <a:xfrm xmlns:a="http://schemas.openxmlformats.org/drawingml/2006/main" rot="0">
            <a:off x="518777" y="1703809"/>
            <a:ext cx="1162298" cy="280927"/>
          </a:xfrm>
          <a:prstGeom xmlns:a="http://schemas.openxmlformats.org/drawingml/2006/main" prst="roundRect">
            <a:avLst/>
          </a:prstGeom>
          <a:solidFill xmlns:a="http://schemas.openxmlformats.org/drawingml/2006/main">
            <a:schemeClr val="accent2"/>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原始样本集</a:t>
            </a:r>
          </a:p>
        </p:txBody>
      </p:sp>
      <p:sp>
        <p:nvSpPr>
          <p:cNvPr id="14" name="圆角矩形 117">
            <a:extLst xmlns:a="http://schemas.openxmlformats.org/drawingml/2006/main">
              <a:ext uri="{FF2B5EF4-FFF2-40B4-BE49-F238E27FC236}">
                <a16:creationId xmlns:a16="http://schemas.microsoft.com/office/drawing/2014/main" id="{24556C19-32CC-46F6-80DA-CCB5F781FE9A}"/>
              </a:ext>
            </a:extLst>
          </p:cNvPr>
          <p:cNvSpPr>
            <a:spLocks xmlns:a="http://schemas.openxmlformats.org/drawingml/2006/main" noGrp="1"/>
          </p:cNvSpPr>
          <p:nvPr/>
        </p:nvSpPr>
        <p:spPr>
          <a:xfrm xmlns:a="http://schemas.openxmlformats.org/drawingml/2006/main" rot="0">
            <a:off x="3546770" y="3294123"/>
            <a:ext cx="655869" cy="2066508"/>
          </a:xfrm>
          <a:prstGeom xmlns:a="http://schemas.openxmlformats.org/drawingml/2006/main" prst="roundRect">
            <a:avLst/>
          </a:prstGeom>
          <a:solidFill xmlns:a="http://schemas.openxmlformats.org/drawingml/2006/main">
            <a:schemeClr val="accent2"/>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2100">
                <a:solidFill>
                  <a:schemeClr val="bg1"/>
                </a:solidFill>
                <a:latin typeface="微软雅黑"/>
                <a:ea typeface="微软雅黑"/>
                <a:cs typeface="微软雅黑"/>
              </a:rPr>
              <a:t>机器学习算法</a:t>
            </a:r>
          </a:p>
        </p:txBody>
      </p:sp>
      <p:sp>
        <p:nvSpPr>
          <p:cNvPr id="15" name="右箭头 5">
            <a:extLst xmlns:a="http://schemas.openxmlformats.org/drawingml/2006/main">
              <a:ext uri="{FF2B5EF4-FFF2-40B4-BE49-F238E27FC236}">
                <a16:creationId xmlns:a16="http://schemas.microsoft.com/office/drawing/2014/main" id="{57AA1550-049A-4FD1-9745-A0E6F4D084F1}"/>
              </a:ext>
            </a:extLst>
          </p:cNvPr>
          <p:cNvSpPr>
            <a:spLocks xmlns:a="http://schemas.openxmlformats.org/drawingml/2006/main" noGrp="1"/>
          </p:cNvSpPr>
          <p:nvPr/>
        </p:nvSpPr>
        <p:spPr>
          <a:xfrm xmlns:a="http://schemas.openxmlformats.org/drawingml/2006/main" rot="0">
            <a:off x="1772346" y="2210695"/>
            <a:ext cx="436157" cy="550247"/>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p>
        </p:txBody>
      </p:sp>
      <p:sp>
        <p:nvSpPr>
          <p:cNvPr id="16" name="右箭头 118">
            <a:extLst xmlns:a="http://schemas.openxmlformats.org/drawingml/2006/main">
              <a:ext uri="{FF2B5EF4-FFF2-40B4-BE49-F238E27FC236}">
                <a16:creationId xmlns:a16="http://schemas.microsoft.com/office/drawing/2014/main" id="{90DA1D53-D706-4382-B736-6716BE7C6D0B}"/>
              </a:ext>
            </a:extLst>
          </p:cNvPr>
          <p:cNvSpPr>
            <a:spLocks xmlns:a="http://schemas.openxmlformats.org/drawingml/2006/main" noGrp="1"/>
          </p:cNvSpPr>
          <p:nvPr/>
        </p:nvSpPr>
        <p:spPr>
          <a:xfrm xmlns:a="http://schemas.openxmlformats.org/drawingml/2006/main" rot="0">
            <a:off x="2904044" y="2203716"/>
            <a:ext cx="436157" cy="550247"/>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p>
        </p:txBody>
      </p:sp>
      <p:sp>
        <p:nvSpPr>
          <p:cNvPr id="17" name="右箭头 119">
            <a:extLst xmlns:a="http://schemas.openxmlformats.org/drawingml/2006/main">
              <a:ext uri="{FF2B5EF4-FFF2-40B4-BE49-F238E27FC236}">
                <a16:creationId xmlns:a16="http://schemas.microsoft.com/office/drawing/2014/main" id="{4DE387C6-ECB3-407E-97EA-BCAA74CEE2F6}"/>
              </a:ext>
            </a:extLst>
          </p:cNvPr>
          <p:cNvSpPr>
            <a:spLocks xmlns:a="http://schemas.openxmlformats.org/drawingml/2006/main" noGrp="1"/>
          </p:cNvSpPr>
          <p:nvPr/>
        </p:nvSpPr>
        <p:spPr>
          <a:xfrm xmlns:a="http://schemas.openxmlformats.org/drawingml/2006/main" rot="0">
            <a:off x="5607542" y="2203715"/>
            <a:ext cx="436157" cy="550247"/>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p>
        </p:txBody>
      </p:sp>
      <p:sp>
        <p:nvSpPr>
          <p:cNvPr id="18" name="右箭头 120">
            <a:extLst xmlns:a="http://schemas.openxmlformats.org/drawingml/2006/main">
              <a:ext uri="{FF2B5EF4-FFF2-40B4-BE49-F238E27FC236}">
                <a16:creationId xmlns:a16="http://schemas.microsoft.com/office/drawing/2014/main" id="{00770061-8DDD-40C7-859A-E291D91E8772}"/>
              </a:ext>
            </a:extLst>
          </p:cNvPr>
          <p:cNvSpPr>
            <a:spLocks xmlns:a="http://schemas.openxmlformats.org/drawingml/2006/main" noGrp="1"/>
          </p:cNvSpPr>
          <p:nvPr/>
        </p:nvSpPr>
        <p:spPr>
          <a:xfrm xmlns:a="http://schemas.openxmlformats.org/drawingml/2006/main" rot="0">
            <a:off x="98129" y="4165495"/>
            <a:ext cx="353588" cy="550247"/>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p>
        </p:txBody>
      </p:sp>
      <p:sp>
        <p:nvSpPr>
          <p:cNvPr id="19" name="右箭头 121">
            <a:extLst xmlns:a="http://schemas.openxmlformats.org/drawingml/2006/main">
              <a:ext uri="{FF2B5EF4-FFF2-40B4-BE49-F238E27FC236}">
                <a16:creationId xmlns:a16="http://schemas.microsoft.com/office/drawing/2014/main" id="{3DD200A1-C3D4-4576-9693-3898323DCF81}"/>
              </a:ext>
            </a:extLst>
          </p:cNvPr>
          <p:cNvSpPr>
            <a:spLocks xmlns:a="http://schemas.openxmlformats.org/drawingml/2006/main" noGrp="1"/>
          </p:cNvSpPr>
          <p:nvPr/>
        </p:nvSpPr>
        <p:spPr>
          <a:xfrm xmlns:a="http://schemas.openxmlformats.org/drawingml/2006/main" rot="0">
            <a:off x="6790173" y="2196357"/>
            <a:ext cx="436157" cy="550247"/>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p>
        </p:txBody>
      </p:sp>
      <p:sp>
        <p:nvSpPr>
          <p:cNvPr id="20" name="右箭头 125">
            <a:extLst xmlns:a="http://schemas.openxmlformats.org/drawingml/2006/main">
              <a:ext uri="{FF2B5EF4-FFF2-40B4-BE49-F238E27FC236}">
                <a16:creationId xmlns:a16="http://schemas.microsoft.com/office/drawing/2014/main" id="{3EBBE3A9-EBB6-49C4-98A0-ECB68FAE5712}"/>
              </a:ext>
            </a:extLst>
          </p:cNvPr>
          <p:cNvSpPr>
            <a:spLocks xmlns:a="http://schemas.openxmlformats.org/drawingml/2006/main" noGrp="1"/>
          </p:cNvSpPr>
          <p:nvPr/>
        </p:nvSpPr>
        <p:spPr>
          <a:xfrm xmlns:a="http://schemas.openxmlformats.org/drawingml/2006/main" rot="0">
            <a:off x="2616761" y="3478661"/>
            <a:ext cx="815331" cy="550247"/>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r>
              <a:rPr sz="1350">
                <a:solidFill>
                  <a:schemeClr val="tx1"/>
                </a:solidFill>
                <a:latin typeface="Arial"/>
                <a:ea typeface="Arial"/>
                <a:cs typeface="Arial"/>
              </a:rPr>
              <a:t>训练</a:t>
            </a:r>
          </a:p>
        </p:txBody>
      </p:sp>
      <p:sp>
        <p:nvSpPr>
          <p:cNvPr id="21" name="右箭头 126">
            <a:extLst xmlns:a="http://schemas.openxmlformats.org/drawingml/2006/main">
              <a:ext uri="{FF2B5EF4-FFF2-40B4-BE49-F238E27FC236}">
                <a16:creationId xmlns:a16="http://schemas.microsoft.com/office/drawing/2014/main" id="{98210ABC-7ED7-4318-AB6A-808F06CFA8B4}"/>
              </a:ext>
            </a:extLst>
          </p:cNvPr>
          <p:cNvSpPr>
            <a:spLocks xmlns:a="http://schemas.openxmlformats.org/drawingml/2006/main" noGrp="1"/>
          </p:cNvSpPr>
          <p:nvPr/>
        </p:nvSpPr>
        <p:spPr>
          <a:xfrm xmlns:a="http://schemas.openxmlformats.org/drawingml/2006/main" rot="0">
            <a:off x="2606234" y="4763916"/>
            <a:ext cx="815331" cy="550247"/>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r>
              <a:rPr sz="1350">
                <a:solidFill>
                  <a:schemeClr val="tx1"/>
                </a:solidFill>
                <a:latin typeface="Arial"/>
                <a:ea typeface="Arial"/>
                <a:cs typeface="Arial"/>
              </a:rPr>
              <a:t>预测</a:t>
            </a:r>
          </a:p>
        </p:txBody>
      </p:sp>
      <p:sp>
        <p:nvSpPr>
          <p:cNvPr id="22" name="右箭头 127">
            <a:extLst xmlns:a="http://schemas.openxmlformats.org/drawingml/2006/main">
              <a:ext uri="{FF2B5EF4-FFF2-40B4-BE49-F238E27FC236}">
                <a16:creationId xmlns:a16="http://schemas.microsoft.com/office/drawing/2014/main" id="{78D25EA7-C535-41C8-BC98-DDF81B0E9886}"/>
              </a:ext>
            </a:extLst>
          </p:cNvPr>
          <p:cNvSpPr>
            <a:spLocks xmlns:a="http://schemas.openxmlformats.org/drawingml/2006/main" noGrp="1"/>
          </p:cNvSpPr>
          <p:nvPr/>
        </p:nvSpPr>
        <p:spPr>
          <a:xfrm xmlns:a="http://schemas.openxmlformats.org/drawingml/2006/main" rot="0">
            <a:off x="4327843" y="4761954"/>
            <a:ext cx="815331" cy="550247"/>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r>
              <a:rPr sz="1350">
                <a:solidFill>
                  <a:schemeClr val="tx1"/>
                </a:solidFill>
                <a:latin typeface="Arial"/>
                <a:ea typeface="Arial"/>
                <a:cs typeface="Arial"/>
              </a:rPr>
              <a:t>输出</a:t>
            </a:r>
          </a:p>
        </p:txBody>
      </p:sp>
      <p:sp>
        <p:nvSpPr>
          <p:cNvPr id="23" name="圆角矩形 153">
            <a:extLst xmlns:a="http://schemas.openxmlformats.org/drawingml/2006/main">
              <a:ext uri="{FF2B5EF4-FFF2-40B4-BE49-F238E27FC236}">
                <a16:creationId xmlns:a16="http://schemas.microsoft.com/office/drawing/2014/main" id="{B744B436-EDE0-4482-925A-BDF4DFD6DB0D}"/>
              </a:ext>
            </a:extLst>
          </p:cNvPr>
          <p:cNvSpPr>
            <a:spLocks xmlns:a="http://schemas.openxmlformats.org/drawingml/2006/main" noGrp="1"/>
          </p:cNvSpPr>
          <p:nvPr/>
        </p:nvSpPr>
        <p:spPr>
          <a:xfrm xmlns:a="http://schemas.openxmlformats.org/drawingml/2006/main" rot="0">
            <a:off x="5270966" y="4391987"/>
            <a:ext cx="904639" cy="280927"/>
          </a:xfrm>
          <a:prstGeom xmlns:a="http://schemas.openxmlformats.org/drawingml/2006/main" prst="roundRect">
            <a:avLst/>
          </a:prstGeom>
          <a:solidFill xmlns:a="http://schemas.openxmlformats.org/drawingml/2006/main">
            <a:schemeClr val="accent2"/>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验证集</a:t>
            </a:r>
          </a:p>
        </p:txBody>
      </p:sp>
      <p:sp>
        <p:nvSpPr>
          <p:cNvPr id="24" name="圆角矩形 154">
            <a:extLst xmlns:a="http://schemas.openxmlformats.org/drawingml/2006/main">
              <a:ext uri="{FF2B5EF4-FFF2-40B4-BE49-F238E27FC236}">
                <a16:creationId xmlns:a16="http://schemas.microsoft.com/office/drawing/2014/main" id="{08DAEBA1-9C34-4DF7-B0F6-8383D770AB02}"/>
              </a:ext>
            </a:extLst>
          </p:cNvPr>
          <p:cNvSpPr>
            <a:spLocks xmlns:a="http://schemas.openxmlformats.org/drawingml/2006/main" noGrp="1"/>
          </p:cNvSpPr>
          <p:nvPr/>
        </p:nvSpPr>
        <p:spPr>
          <a:xfrm xmlns:a="http://schemas.openxmlformats.org/drawingml/2006/main" rot="0">
            <a:off x="6794871" y="4779776"/>
            <a:ext cx="466908" cy="526940"/>
          </a:xfrm>
          <a:prstGeom xmlns:a="http://schemas.openxmlformats.org/drawingml/2006/main" prst="roundRect">
            <a:avLst/>
          </a:prstGeom>
          <a:solidFill xmlns:a="http://schemas.openxmlformats.org/drawingml/2006/main">
            <a:srgbClr val="0070C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350">
                <a:solidFill>
                  <a:schemeClr val="bg1"/>
                </a:solidFill>
                <a:latin typeface="微软雅黑"/>
                <a:ea typeface="微软雅黑"/>
                <a:cs typeface="微软雅黑"/>
              </a:rPr>
              <a:t>评价</a:t>
            </a:r>
          </a:p>
        </p:txBody>
      </p:sp>
      <p:sp>
        <p:nvSpPr>
          <p:cNvPr id="25" name="右箭头 155">
            <a:extLst xmlns:a="http://schemas.openxmlformats.org/drawingml/2006/main">
              <a:ext uri="{FF2B5EF4-FFF2-40B4-BE49-F238E27FC236}">
                <a16:creationId xmlns:a16="http://schemas.microsoft.com/office/drawing/2014/main" id="{87968DE5-5DCC-4220-BC70-E8DB7577A757}"/>
              </a:ext>
            </a:extLst>
          </p:cNvPr>
          <p:cNvSpPr>
            <a:spLocks xmlns:a="http://schemas.openxmlformats.org/drawingml/2006/main" noGrp="1"/>
          </p:cNvSpPr>
          <p:nvPr/>
        </p:nvSpPr>
        <p:spPr>
          <a:xfrm xmlns:a="http://schemas.openxmlformats.org/drawingml/2006/main" rot="0">
            <a:off x="6253302" y="4937229"/>
            <a:ext cx="428974" cy="550247"/>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p>
        </p:txBody>
      </p:sp>
      <p:sp>
        <p:nvSpPr>
          <p:cNvPr id="26" name="圆角矩形 156">
            <a:extLst xmlns:a="http://schemas.openxmlformats.org/drawingml/2006/main">
              <a:ext uri="{FF2B5EF4-FFF2-40B4-BE49-F238E27FC236}">
                <a16:creationId xmlns:a16="http://schemas.microsoft.com/office/drawing/2014/main" id="{E1BC26F0-B2A7-418D-90D4-245ADCD8438E}"/>
              </a:ext>
            </a:extLst>
          </p:cNvPr>
          <p:cNvSpPr>
            <a:spLocks xmlns:a="http://schemas.openxmlformats.org/drawingml/2006/main" noGrp="1"/>
          </p:cNvSpPr>
          <p:nvPr/>
        </p:nvSpPr>
        <p:spPr>
          <a:xfrm xmlns:a="http://schemas.openxmlformats.org/drawingml/2006/main" rot="0">
            <a:off x="4884602" y="2021202"/>
            <a:ext cx="552556"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目标</a:t>
            </a:r>
          </a:p>
        </p:txBody>
      </p:sp>
      <p:sp>
        <p:nvSpPr>
          <p:cNvPr id="27" name="圆角矩形 164">
            <a:extLst xmlns:a="http://schemas.openxmlformats.org/drawingml/2006/main">
              <a:ext uri="{FF2B5EF4-FFF2-40B4-BE49-F238E27FC236}">
                <a16:creationId xmlns:a16="http://schemas.microsoft.com/office/drawing/2014/main" id="{D3F2A03F-E59A-4D18-B7FF-090213B0869D}"/>
              </a:ext>
            </a:extLst>
          </p:cNvPr>
          <p:cNvSpPr>
            <a:spLocks xmlns:a="http://schemas.openxmlformats.org/drawingml/2006/main" noGrp="1"/>
          </p:cNvSpPr>
          <p:nvPr/>
        </p:nvSpPr>
        <p:spPr>
          <a:xfrm xmlns:a="http://schemas.openxmlformats.org/drawingml/2006/main" rot="0">
            <a:off x="3466660" y="2303223"/>
            <a:ext cx="736630"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a:t>
            </a:r>
            <a:r>
              <a:rPr sz="1200">
                <a:solidFill>
                  <a:schemeClr val="bg1"/>
                </a:solidFill>
                <a:latin typeface="微软雅黑"/>
                <a:ea typeface="微软雅黑"/>
                <a:cs typeface="微软雅黑"/>
              </a:rPr>
              <a:t>1</a:t>
            </a:r>
          </a:p>
        </p:txBody>
      </p:sp>
      <p:sp>
        <p:nvSpPr>
          <p:cNvPr id="28" name="圆角矩形 165">
            <a:extLst xmlns:a="http://schemas.openxmlformats.org/drawingml/2006/main">
              <a:ext uri="{FF2B5EF4-FFF2-40B4-BE49-F238E27FC236}">
                <a16:creationId xmlns:a16="http://schemas.microsoft.com/office/drawing/2014/main" id="{532F8D3A-99BD-4CB4-B581-452F02FAA72B}"/>
              </a:ext>
            </a:extLst>
          </p:cNvPr>
          <p:cNvSpPr>
            <a:spLocks xmlns:a="http://schemas.openxmlformats.org/drawingml/2006/main" noGrp="1"/>
          </p:cNvSpPr>
          <p:nvPr/>
        </p:nvSpPr>
        <p:spPr>
          <a:xfrm xmlns:a="http://schemas.openxmlformats.org/drawingml/2006/main" rot="0">
            <a:off x="4210515" y="2297684"/>
            <a:ext cx="378162"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a:t>
            </a:r>
          </a:p>
        </p:txBody>
      </p:sp>
      <p:sp>
        <p:nvSpPr>
          <p:cNvPr id="29" name="圆角矩形 166">
            <a:extLst xmlns:a="http://schemas.openxmlformats.org/drawingml/2006/main">
              <a:ext uri="{FF2B5EF4-FFF2-40B4-BE49-F238E27FC236}">
                <a16:creationId xmlns:a16="http://schemas.microsoft.com/office/drawing/2014/main" id="{E31867D9-1A8D-4F95-BD92-76EA943727E5}"/>
              </a:ext>
            </a:extLst>
          </p:cNvPr>
          <p:cNvSpPr>
            <a:spLocks xmlns:a="http://schemas.openxmlformats.org/drawingml/2006/main" noGrp="1"/>
          </p:cNvSpPr>
          <p:nvPr/>
        </p:nvSpPr>
        <p:spPr>
          <a:xfrm xmlns:a="http://schemas.openxmlformats.org/drawingml/2006/main" rot="0">
            <a:off x="4616715" y="2303223"/>
            <a:ext cx="253437" cy="278472"/>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n</a:t>
            </a:r>
          </a:p>
        </p:txBody>
      </p:sp>
      <p:sp>
        <p:nvSpPr>
          <p:cNvPr id="30" name="圆角矩形 167">
            <a:extLst xmlns:a="http://schemas.openxmlformats.org/drawingml/2006/main">
              <a:ext uri="{FF2B5EF4-FFF2-40B4-BE49-F238E27FC236}">
                <a16:creationId xmlns:a16="http://schemas.microsoft.com/office/drawing/2014/main" id="{03CF9D51-BC2E-4A6C-9AE2-9B6298DCDBED}"/>
              </a:ext>
            </a:extLst>
          </p:cNvPr>
          <p:cNvSpPr>
            <a:spLocks xmlns:a="http://schemas.openxmlformats.org/drawingml/2006/main" noGrp="1"/>
          </p:cNvSpPr>
          <p:nvPr/>
        </p:nvSpPr>
        <p:spPr>
          <a:xfrm xmlns:a="http://schemas.openxmlformats.org/drawingml/2006/main" rot="0">
            <a:off x="4877377" y="2323816"/>
            <a:ext cx="552556"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目标</a:t>
            </a:r>
          </a:p>
        </p:txBody>
      </p:sp>
      <p:sp>
        <p:nvSpPr>
          <p:cNvPr id="31" name="圆角矩形 168">
            <a:extLst xmlns:a="http://schemas.openxmlformats.org/drawingml/2006/main">
              <a:ext uri="{FF2B5EF4-FFF2-40B4-BE49-F238E27FC236}">
                <a16:creationId xmlns:a16="http://schemas.microsoft.com/office/drawing/2014/main" id="{F32FDCE7-757C-494C-B931-716312E7E638}"/>
              </a:ext>
            </a:extLst>
          </p:cNvPr>
          <p:cNvSpPr>
            <a:spLocks xmlns:a="http://schemas.openxmlformats.org/drawingml/2006/main" noGrp="1"/>
          </p:cNvSpPr>
          <p:nvPr/>
        </p:nvSpPr>
        <p:spPr>
          <a:xfrm xmlns:a="http://schemas.openxmlformats.org/drawingml/2006/main" rot="0">
            <a:off x="3466660" y="2607937"/>
            <a:ext cx="736630"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a:t>
            </a:r>
            <a:r>
              <a:rPr sz="1200">
                <a:solidFill>
                  <a:schemeClr val="bg1"/>
                </a:solidFill>
                <a:latin typeface="微软雅黑"/>
                <a:ea typeface="微软雅黑"/>
                <a:cs typeface="微软雅黑"/>
              </a:rPr>
              <a:t>1</a:t>
            </a:r>
          </a:p>
        </p:txBody>
      </p:sp>
      <p:sp>
        <p:nvSpPr>
          <p:cNvPr id="32" name="圆角矩形 169">
            <a:extLst xmlns:a="http://schemas.openxmlformats.org/drawingml/2006/main">
              <a:ext uri="{FF2B5EF4-FFF2-40B4-BE49-F238E27FC236}">
                <a16:creationId xmlns:a16="http://schemas.microsoft.com/office/drawing/2014/main" id="{931F9779-7257-4C77-8DFD-2D22C2CD9F87}"/>
              </a:ext>
            </a:extLst>
          </p:cNvPr>
          <p:cNvSpPr>
            <a:spLocks xmlns:a="http://schemas.openxmlformats.org/drawingml/2006/main" noGrp="1"/>
          </p:cNvSpPr>
          <p:nvPr/>
        </p:nvSpPr>
        <p:spPr>
          <a:xfrm xmlns:a="http://schemas.openxmlformats.org/drawingml/2006/main" rot="0">
            <a:off x="4210515" y="2602399"/>
            <a:ext cx="378162"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a:t>
            </a:r>
          </a:p>
        </p:txBody>
      </p:sp>
      <p:sp>
        <p:nvSpPr>
          <p:cNvPr id="33" name="圆角矩形 170">
            <a:extLst xmlns:a="http://schemas.openxmlformats.org/drawingml/2006/main">
              <a:ext uri="{FF2B5EF4-FFF2-40B4-BE49-F238E27FC236}">
                <a16:creationId xmlns:a16="http://schemas.microsoft.com/office/drawing/2014/main" id="{79906ACE-D747-45EF-888E-EE3EBFA28635}"/>
              </a:ext>
            </a:extLst>
          </p:cNvPr>
          <p:cNvSpPr>
            <a:spLocks xmlns:a="http://schemas.openxmlformats.org/drawingml/2006/main" noGrp="1"/>
          </p:cNvSpPr>
          <p:nvPr/>
        </p:nvSpPr>
        <p:spPr>
          <a:xfrm xmlns:a="http://schemas.openxmlformats.org/drawingml/2006/main" rot="0">
            <a:off x="4616715" y="2607937"/>
            <a:ext cx="253437" cy="278472"/>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n</a:t>
            </a:r>
          </a:p>
        </p:txBody>
      </p:sp>
      <p:sp>
        <p:nvSpPr>
          <p:cNvPr id="34" name="圆角矩形 171">
            <a:extLst xmlns:a="http://schemas.openxmlformats.org/drawingml/2006/main">
              <a:ext uri="{FF2B5EF4-FFF2-40B4-BE49-F238E27FC236}">
                <a16:creationId xmlns:a16="http://schemas.microsoft.com/office/drawing/2014/main" id="{FDA076C1-521D-4928-B7C2-1D69EA296CBF}"/>
              </a:ext>
            </a:extLst>
          </p:cNvPr>
          <p:cNvSpPr>
            <a:spLocks xmlns:a="http://schemas.openxmlformats.org/drawingml/2006/main" noGrp="1"/>
          </p:cNvSpPr>
          <p:nvPr/>
        </p:nvSpPr>
        <p:spPr>
          <a:xfrm xmlns:a="http://schemas.openxmlformats.org/drawingml/2006/main" rot="0">
            <a:off x="4877377" y="2628531"/>
            <a:ext cx="552556"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目标</a:t>
            </a:r>
          </a:p>
        </p:txBody>
      </p:sp>
      <p:sp>
        <p:nvSpPr>
          <p:cNvPr id="35" name="圆角矩形 172">
            <a:extLst xmlns:a="http://schemas.openxmlformats.org/drawingml/2006/main">
              <a:ext uri="{FF2B5EF4-FFF2-40B4-BE49-F238E27FC236}">
                <a16:creationId xmlns:a16="http://schemas.microsoft.com/office/drawing/2014/main" id="{3E237373-1B8D-4E15-B0A1-48380B40A7BD}"/>
              </a:ext>
            </a:extLst>
          </p:cNvPr>
          <p:cNvSpPr>
            <a:spLocks xmlns:a="http://schemas.openxmlformats.org/drawingml/2006/main" noGrp="1"/>
          </p:cNvSpPr>
          <p:nvPr/>
        </p:nvSpPr>
        <p:spPr>
          <a:xfrm xmlns:a="http://schemas.openxmlformats.org/drawingml/2006/main" rot="0">
            <a:off x="518777" y="3408268"/>
            <a:ext cx="736630"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a:t>
            </a:r>
            <a:r>
              <a:rPr sz="1200">
                <a:solidFill>
                  <a:schemeClr val="bg1"/>
                </a:solidFill>
                <a:latin typeface="微软雅黑"/>
                <a:ea typeface="微软雅黑"/>
                <a:cs typeface="微软雅黑"/>
              </a:rPr>
              <a:t>1</a:t>
            </a:r>
          </a:p>
        </p:txBody>
      </p:sp>
      <p:sp>
        <p:nvSpPr>
          <p:cNvPr id="36" name="圆角矩形 173">
            <a:extLst xmlns:a="http://schemas.openxmlformats.org/drawingml/2006/main">
              <a:ext uri="{FF2B5EF4-FFF2-40B4-BE49-F238E27FC236}">
                <a16:creationId xmlns:a16="http://schemas.microsoft.com/office/drawing/2014/main" id="{4872D95C-AE88-4254-8D1D-5F302D35E1F1}"/>
              </a:ext>
            </a:extLst>
          </p:cNvPr>
          <p:cNvSpPr>
            <a:spLocks xmlns:a="http://schemas.openxmlformats.org/drawingml/2006/main" noGrp="1"/>
          </p:cNvSpPr>
          <p:nvPr/>
        </p:nvSpPr>
        <p:spPr>
          <a:xfrm xmlns:a="http://schemas.openxmlformats.org/drawingml/2006/main" rot="0">
            <a:off x="1262630" y="3402730"/>
            <a:ext cx="378162"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a:t>
            </a:r>
          </a:p>
        </p:txBody>
      </p:sp>
      <p:sp>
        <p:nvSpPr>
          <p:cNvPr id="37" name="圆角矩形 174">
            <a:extLst xmlns:a="http://schemas.openxmlformats.org/drawingml/2006/main">
              <a:ext uri="{FF2B5EF4-FFF2-40B4-BE49-F238E27FC236}">
                <a16:creationId xmlns:a16="http://schemas.microsoft.com/office/drawing/2014/main" id="{4955D1DD-5DF1-4DAC-81C4-367107048BB0}"/>
              </a:ext>
            </a:extLst>
          </p:cNvPr>
          <p:cNvSpPr>
            <a:spLocks xmlns:a="http://schemas.openxmlformats.org/drawingml/2006/main" noGrp="1"/>
          </p:cNvSpPr>
          <p:nvPr/>
        </p:nvSpPr>
        <p:spPr>
          <a:xfrm xmlns:a="http://schemas.openxmlformats.org/drawingml/2006/main" rot="0">
            <a:off x="1668831" y="3408268"/>
            <a:ext cx="253437" cy="278472"/>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n</a:t>
            </a:r>
          </a:p>
        </p:txBody>
      </p:sp>
      <p:sp>
        <p:nvSpPr>
          <p:cNvPr id="38" name="圆角矩形 175">
            <a:extLst xmlns:a="http://schemas.openxmlformats.org/drawingml/2006/main">
              <a:ext uri="{FF2B5EF4-FFF2-40B4-BE49-F238E27FC236}">
                <a16:creationId xmlns:a16="http://schemas.microsoft.com/office/drawing/2014/main" id="{B43A11FC-1B56-4332-8FBA-69386459E9A9}"/>
              </a:ext>
            </a:extLst>
          </p:cNvPr>
          <p:cNvSpPr>
            <a:spLocks xmlns:a="http://schemas.openxmlformats.org/drawingml/2006/main" noGrp="1"/>
          </p:cNvSpPr>
          <p:nvPr/>
        </p:nvSpPr>
        <p:spPr>
          <a:xfrm xmlns:a="http://schemas.openxmlformats.org/drawingml/2006/main" rot="0">
            <a:off x="510359" y="3111446"/>
            <a:ext cx="1971691" cy="280927"/>
          </a:xfrm>
          <a:prstGeom xmlns:a="http://schemas.openxmlformats.org/drawingml/2006/main" prst="roundRect">
            <a:avLst/>
          </a:prstGeom>
          <a:solidFill xmlns:a="http://schemas.openxmlformats.org/drawingml/2006/main">
            <a:schemeClr val="accent2"/>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训练集</a:t>
            </a:r>
          </a:p>
        </p:txBody>
      </p:sp>
      <p:sp>
        <p:nvSpPr>
          <p:cNvPr id="39" name="圆角矩形 176">
            <a:extLst xmlns:a="http://schemas.openxmlformats.org/drawingml/2006/main">
              <a:ext uri="{FF2B5EF4-FFF2-40B4-BE49-F238E27FC236}">
                <a16:creationId xmlns:a16="http://schemas.microsoft.com/office/drawing/2014/main" id="{63FFAFF7-945C-4FD5-9CBE-824338A99B70}"/>
              </a:ext>
            </a:extLst>
          </p:cNvPr>
          <p:cNvSpPr>
            <a:spLocks xmlns:a="http://schemas.openxmlformats.org/drawingml/2006/main" noGrp="1"/>
          </p:cNvSpPr>
          <p:nvPr/>
        </p:nvSpPr>
        <p:spPr>
          <a:xfrm xmlns:a="http://schemas.openxmlformats.org/drawingml/2006/main" rot="0">
            <a:off x="1929494" y="3428862"/>
            <a:ext cx="552556"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目标</a:t>
            </a:r>
          </a:p>
        </p:txBody>
      </p:sp>
      <p:sp>
        <p:nvSpPr>
          <p:cNvPr id="40" name="圆角矩形 177">
            <a:extLst xmlns:a="http://schemas.openxmlformats.org/drawingml/2006/main">
              <a:ext uri="{FF2B5EF4-FFF2-40B4-BE49-F238E27FC236}">
                <a16:creationId xmlns:a16="http://schemas.microsoft.com/office/drawing/2014/main" id="{78563A3B-2794-47DA-B9AF-797E406DE27D}"/>
              </a:ext>
            </a:extLst>
          </p:cNvPr>
          <p:cNvSpPr>
            <a:spLocks xmlns:a="http://schemas.openxmlformats.org/drawingml/2006/main" noGrp="1"/>
          </p:cNvSpPr>
          <p:nvPr/>
        </p:nvSpPr>
        <p:spPr>
          <a:xfrm xmlns:a="http://schemas.openxmlformats.org/drawingml/2006/main" rot="0">
            <a:off x="511553" y="3710884"/>
            <a:ext cx="736630"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a:t>
            </a:r>
            <a:r>
              <a:rPr sz="1200">
                <a:solidFill>
                  <a:schemeClr val="bg1"/>
                </a:solidFill>
                <a:latin typeface="微软雅黑"/>
                <a:ea typeface="微软雅黑"/>
                <a:cs typeface="微软雅黑"/>
              </a:rPr>
              <a:t>1</a:t>
            </a:r>
          </a:p>
        </p:txBody>
      </p:sp>
      <p:sp>
        <p:nvSpPr>
          <p:cNvPr id="41" name="圆角矩形 178">
            <a:extLst xmlns:a="http://schemas.openxmlformats.org/drawingml/2006/main">
              <a:ext uri="{FF2B5EF4-FFF2-40B4-BE49-F238E27FC236}">
                <a16:creationId xmlns:a16="http://schemas.microsoft.com/office/drawing/2014/main" id="{82F52040-B92A-4A85-87CB-CC99D5C87E71}"/>
              </a:ext>
            </a:extLst>
          </p:cNvPr>
          <p:cNvSpPr>
            <a:spLocks xmlns:a="http://schemas.openxmlformats.org/drawingml/2006/main" noGrp="1"/>
          </p:cNvSpPr>
          <p:nvPr/>
        </p:nvSpPr>
        <p:spPr>
          <a:xfrm xmlns:a="http://schemas.openxmlformats.org/drawingml/2006/main" rot="0">
            <a:off x="1255407" y="3705344"/>
            <a:ext cx="378162"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a:t>
            </a:r>
          </a:p>
        </p:txBody>
      </p:sp>
      <p:sp>
        <p:nvSpPr>
          <p:cNvPr id="42" name="圆角矩形 179">
            <a:extLst xmlns:a="http://schemas.openxmlformats.org/drawingml/2006/main">
              <a:ext uri="{FF2B5EF4-FFF2-40B4-BE49-F238E27FC236}">
                <a16:creationId xmlns:a16="http://schemas.microsoft.com/office/drawing/2014/main" id="{47421FDA-85D1-40BC-8320-7B8B4EAF5951}"/>
              </a:ext>
            </a:extLst>
          </p:cNvPr>
          <p:cNvSpPr>
            <a:spLocks xmlns:a="http://schemas.openxmlformats.org/drawingml/2006/main" noGrp="1"/>
          </p:cNvSpPr>
          <p:nvPr/>
        </p:nvSpPr>
        <p:spPr>
          <a:xfrm xmlns:a="http://schemas.openxmlformats.org/drawingml/2006/main" rot="0">
            <a:off x="1661607" y="3710884"/>
            <a:ext cx="253437" cy="278472"/>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n</a:t>
            </a:r>
          </a:p>
        </p:txBody>
      </p:sp>
      <p:sp>
        <p:nvSpPr>
          <p:cNvPr id="43" name="圆角矩形 180">
            <a:extLst xmlns:a="http://schemas.openxmlformats.org/drawingml/2006/main">
              <a:ext uri="{FF2B5EF4-FFF2-40B4-BE49-F238E27FC236}">
                <a16:creationId xmlns:a16="http://schemas.microsoft.com/office/drawing/2014/main" id="{05E07753-2709-4C61-8D1B-F504C500DFBB}"/>
              </a:ext>
            </a:extLst>
          </p:cNvPr>
          <p:cNvSpPr>
            <a:spLocks xmlns:a="http://schemas.openxmlformats.org/drawingml/2006/main" noGrp="1"/>
          </p:cNvSpPr>
          <p:nvPr/>
        </p:nvSpPr>
        <p:spPr>
          <a:xfrm xmlns:a="http://schemas.openxmlformats.org/drawingml/2006/main" rot="0">
            <a:off x="1922269" y="3731476"/>
            <a:ext cx="552556"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目标</a:t>
            </a:r>
          </a:p>
        </p:txBody>
      </p:sp>
      <p:sp>
        <p:nvSpPr>
          <p:cNvPr id="44" name="圆角矩形 181">
            <a:extLst xmlns:a="http://schemas.openxmlformats.org/drawingml/2006/main">
              <a:ext uri="{FF2B5EF4-FFF2-40B4-BE49-F238E27FC236}">
                <a16:creationId xmlns:a16="http://schemas.microsoft.com/office/drawing/2014/main" id="{26EAFE5F-81EA-4F57-9143-29F9DFDBE629}"/>
              </a:ext>
            </a:extLst>
          </p:cNvPr>
          <p:cNvSpPr>
            <a:spLocks xmlns:a="http://schemas.openxmlformats.org/drawingml/2006/main" noGrp="1"/>
          </p:cNvSpPr>
          <p:nvPr/>
        </p:nvSpPr>
        <p:spPr>
          <a:xfrm xmlns:a="http://schemas.openxmlformats.org/drawingml/2006/main" rot="0">
            <a:off x="511553" y="4015597"/>
            <a:ext cx="736630"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a:t>
            </a:r>
            <a:r>
              <a:rPr sz="1200">
                <a:solidFill>
                  <a:schemeClr val="bg1"/>
                </a:solidFill>
                <a:latin typeface="微软雅黑"/>
                <a:ea typeface="微软雅黑"/>
                <a:cs typeface="微软雅黑"/>
              </a:rPr>
              <a:t>1</a:t>
            </a:r>
          </a:p>
        </p:txBody>
      </p:sp>
      <p:sp>
        <p:nvSpPr>
          <p:cNvPr id="45" name="圆角矩形 182">
            <a:extLst xmlns:a="http://schemas.openxmlformats.org/drawingml/2006/main">
              <a:ext uri="{FF2B5EF4-FFF2-40B4-BE49-F238E27FC236}">
                <a16:creationId xmlns:a16="http://schemas.microsoft.com/office/drawing/2014/main" id="{AE348C64-CB6C-47A9-A110-C35A20AE903C}"/>
              </a:ext>
            </a:extLst>
          </p:cNvPr>
          <p:cNvSpPr>
            <a:spLocks xmlns:a="http://schemas.openxmlformats.org/drawingml/2006/main" noGrp="1"/>
          </p:cNvSpPr>
          <p:nvPr/>
        </p:nvSpPr>
        <p:spPr>
          <a:xfrm xmlns:a="http://schemas.openxmlformats.org/drawingml/2006/main" rot="0">
            <a:off x="1255407" y="4010059"/>
            <a:ext cx="378162"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a:t>
            </a:r>
          </a:p>
        </p:txBody>
      </p:sp>
      <p:sp>
        <p:nvSpPr>
          <p:cNvPr id="46" name="圆角矩形 183">
            <a:extLst xmlns:a="http://schemas.openxmlformats.org/drawingml/2006/main">
              <a:ext uri="{FF2B5EF4-FFF2-40B4-BE49-F238E27FC236}">
                <a16:creationId xmlns:a16="http://schemas.microsoft.com/office/drawing/2014/main" id="{89B596F6-B27D-44EF-82EB-9FD064B792FD}"/>
              </a:ext>
            </a:extLst>
          </p:cNvPr>
          <p:cNvSpPr>
            <a:spLocks xmlns:a="http://schemas.openxmlformats.org/drawingml/2006/main" noGrp="1"/>
          </p:cNvSpPr>
          <p:nvPr/>
        </p:nvSpPr>
        <p:spPr>
          <a:xfrm xmlns:a="http://schemas.openxmlformats.org/drawingml/2006/main" rot="0">
            <a:off x="1661607" y="4015597"/>
            <a:ext cx="253437" cy="278472"/>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n</a:t>
            </a:r>
          </a:p>
        </p:txBody>
      </p:sp>
      <p:sp>
        <p:nvSpPr>
          <p:cNvPr id="47" name="圆角矩形 184">
            <a:extLst xmlns:a="http://schemas.openxmlformats.org/drawingml/2006/main">
              <a:ext uri="{FF2B5EF4-FFF2-40B4-BE49-F238E27FC236}">
                <a16:creationId xmlns:a16="http://schemas.microsoft.com/office/drawing/2014/main" id="{17115A29-D0E3-4F08-B71D-D281AF4B9EBF}"/>
              </a:ext>
            </a:extLst>
          </p:cNvPr>
          <p:cNvSpPr>
            <a:spLocks xmlns:a="http://schemas.openxmlformats.org/drawingml/2006/main" noGrp="1"/>
          </p:cNvSpPr>
          <p:nvPr/>
        </p:nvSpPr>
        <p:spPr>
          <a:xfrm xmlns:a="http://schemas.openxmlformats.org/drawingml/2006/main" rot="0">
            <a:off x="1922269" y="4036190"/>
            <a:ext cx="552556"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目标</a:t>
            </a:r>
          </a:p>
        </p:txBody>
      </p:sp>
      <p:sp>
        <p:nvSpPr>
          <p:cNvPr id="48" name="圆角矩形 185">
            <a:extLst xmlns:a="http://schemas.openxmlformats.org/drawingml/2006/main">
              <a:ext uri="{FF2B5EF4-FFF2-40B4-BE49-F238E27FC236}">
                <a16:creationId xmlns:a16="http://schemas.microsoft.com/office/drawing/2014/main" id="{65FB8460-8C67-4275-AE3F-181D3FA2A1E3}"/>
              </a:ext>
            </a:extLst>
          </p:cNvPr>
          <p:cNvSpPr>
            <a:spLocks xmlns:a="http://schemas.openxmlformats.org/drawingml/2006/main" noGrp="1"/>
          </p:cNvSpPr>
          <p:nvPr/>
        </p:nvSpPr>
        <p:spPr>
          <a:xfrm xmlns:a="http://schemas.openxmlformats.org/drawingml/2006/main" rot="0">
            <a:off x="501014" y="4693523"/>
            <a:ext cx="736630"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a:t>
            </a:r>
            <a:r>
              <a:rPr sz="1200">
                <a:solidFill>
                  <a:schemeClr val="bg1"/>
                </a:solidFill>
                <a:latin typeface="微软雅黑"/>
                <a:ea typeface="微软雅黑"/>
                <a:cs typeface="微软雅黑"/>
              </a:rPr>
              <a:t>1</a:t>
            </a:r>
          </a:p>
        </p:txBody>
      </p:sp>
      <p:sp>
        <p:nvSpPr>
          <p:cNvPr id="49" name="圆角矩形 186">
            <a:extLst xmlns:a="http://schemas.openxmlformats.org/drawingml/2006/main">
              <a:ext uri="{FF2B5EF4-FFF2-40B4-BE49-F238E27FC236}">
                <a16:creationId xmlns:a16="http://schemas.microsoft.com/office/drawing/2014/main" id="{798BB760-4564-41FD-A886-CF6C345A95C6}"/>
              </a:ext>
            </a:extLst>
          </p:cNvPr>
          <p:cNvSpPr>
            <a:spLocks xmlns:a="http://schemas.openxmlformats.org/drawingml/2006/main" noGrp="1"/>
          </p:cNvSpPr>
          <p:nvPr/>
        </p:nvSpPr>
        <p:spPr>
          <a:xfrm xmlns:a="http://schemas.openxmlformats.org/drawingml/2006/main" rot="0">
            <a:off x="1244867" y="4687985"/>
            <a:ext cx="378162"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a:t>
            </a:r>
          </a:p>
        </p:txBody>
      </p:sp>
      <p:sp>
        <p:nvSpPr>
          <p:cNvPr id="50" name="圆角矩形 187">
            <a:extLst xmlns:a="http://schemas.openxmlformats.org/drawingml/2006/main">
              <a:ext uri="{FF2B5EF4-FFF2-40B4-BE49-F238E27FC236}">
                <a16:creationId xmlns:a16="http://schemas.microsoft.com/office/drawing/2014/main" id="{0F001847-AAEC-4C29-88AD-38C17799A08C}"/>
              </a:ext>
            </a:extLst>
          </p:cNvPr>
          <p:cNvSpPr>
            <a:spLocks xmlns:a="http://schemas.openxmlformats.org/drawingml/2006/main" noGrp="1"/>
          </p:cNvSpPr>
          <p:nvPr/>
        </p:nvSpPr>
        <p:spPr>
          <a:xfrm xmlns:a="http://schemas.openxmlformats.org/drawingml/2006/main" rot="0">
            <a:off x="1651068" y="4693523"/>
            <a:ext cx="253437" cy="278472"/>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n</a:t>
            </a:r>
          </a:p>
        </p:txBody>
      </p:sp>
      <p:sp>
        <p:nvSpPr>
          <p:cNvPr id="51" name="圆角矩形 188">
            <a:extLst xmlns:a="http://schemas.openxmlformats.org/drawingml/2006/main">
              <a:ext uri="{FF2B5EF4-FFF2-40B4-BE49-F238E27FC236}">
                <a16:creationId xmlns:a16="http://schemas.microsoft.com/office/drawing/2014/main" id="{23A5B651-769F-4911-B998-665FF717DB3F}"/>
              </a:ext>
            </a:extLst>
          </p:cNvPr>
          <p:cNvSpPr>
            <a:spLocks xmlns:a="http://schemas.openxmlformats.org/drawingml/2006/main" noGrp="1"/>
          </p:cNvSpPr>
          <p:nvPr/>
        </p:nvSpPr>
        <p:spPr>
          <a:xfrm xmlns:a="http://schemas.openxmlformats.org/drawingml/2006/main" rot="0">
            <a:off x="492595" y="4396700"/>
            <a:ext cx="1971691" cy="280927"/>
          </a:xfrm>
          <a:prstGeom xmlns:a="http://schemas.openxmlformats.org/drawingml/2006/main" prst="roundRect">
            <a:avLst/>
          </a:prstGeom>
          <a:solidFill xmlns:a="http://schemas.openxmlformats.org/drawingml/2006/main">
            <a:schemeClr val="accent2"/>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验证集</a:t>
            </a:r>
          </a:p>
        </p:txBody>
      </p:sp>
      <p:sp>
        <p:nvSpPr>
          <p:cNvPr id="52" name="圆角矩形 189">
            <a:extLst xmlns:a="http://schemas.openxmlformats.org/drawingml/2006/main">
              <a:ext uri="{FF2B5EF4-FFF2-40B4-BE49-F238E27FC236}">
                <a16:creationId xmlns:a16="http://schemas.microsoft.com/office/drawing/2014/main" id="{C8A188F4-9D14-4F24-A5F8-83726F653CF7}"/>
              </a:ext>
            </a:extLst>
          </p:cNvPr>
          <p:cNvSpPr>
            <a:spLocks xmlns:a="http://schemas.openxmlformats.org/drawingml/2006/main" noGrp="1"/>
          </p:cNvSpPr>
          <p:nvPr/>
        </p:nvSpPr>
        <p:spPr>
          <a:xfrm xmlns:a="http://schemas.openxmlformats.org/drawingml/2006/main" rot="0">
            <a:off x="1911730" y="4714116"/>
            <a:ext cx="552556"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目标</a:t>
            </a:r>
          </a:p>
        </p:txBody>
      </p:sp>
      <p:sp>
        <p:nvSpPr>
          <p:cNvPr id="53" name="圆角矩形 190">
            <a:extLst xmlns:a="http://schemas.openxmlformats.org/drawingml/2006/main">
              <a:ext uri="{FF2B5EF4-FFF2-40B4-BE49-F238E27FC236}">
                <a16:creationId xmlns:a16="http://schemas.microsoft.com/office/drawing/2014/main" id="{C20FDB3C-9793-4F32-9C58-993A9AFEE4AA}"/>
              </a:ext>
            </a:extLst>
          </p:cNvPr>
          <p:cNvSpPr>
            <a:spLocks xmlns:a="http://schemas.openxmlformats.org/drawingml/2006/main" noGrp="1"/>
          </p:cNvSpPr>
          <p:nvPr/>
        </p:nvSpPr>
        <p:spPr>
          <a:xfrm xmlns:a="http://schemas.openxmlformats.org/drawingml/2006/main" rot="0">
            <a:off x="493789" y="4996137"/>
            <a:ext cx="736630"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a:t>
            </a:r>
            <a:r>
              <a:rPr sz="1200">
                <a:solidFill>
                  <a:schemeClr val="bg1"/>
                </a:solidFill>
                <a:latin typeface="微软雅黑"/>
                <a:ea typeface="微软雅黑"/>
                <a:cs typeface="微软雅黑"/>
              </a:rPr>
              <a:t>1</a:t>
            </a:r>
          </a:p>
        </p:txBody>
      </p:sp>
      <p:sp>
        <p:nvSpPr>
          <p:cNvPr id="54" name="圆角矩形 191">
            <a:extLst xmlns:a="http://schemas.openxmlformats.org/drawingml/2006/main">
              <a:ext uri="{FF2B5EF4-FFF2-40B4-BE49-F238E27FC236}">
                <a16:creationId xmlns:a16="http://schemas.microsoft.com/office/drawing/2014/main" id="{2171F49F-2602-4EE4-B740-FE1C82EBA02E}"/>
              </a:ext>
            </a:extLst>
          </p:cNvPr>
          <p:cNvSpPr>
            <a:spLocks xmlns:a="http://schemas.openxmlformats.org/drawingml/2006/main" noGrp="1"/>
          </p:cNvSpPr>
          <p:nvPr/>
        </p:nvSpPr>
        <p:spPr>
          <a:xfrm xmlns:a="http://schemas.openxmlformats.org/drawingml/2006/main" rot="0">
            <a:off x="1237642" y="4990599"/>
            <a:ext cx="378162"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a:t>
            </a:r>
          </a:p>
        </p:txBody>
      </p:sp>
      <p:sp>
        <p:nvSpPr>
          <p:cNvPr id="55" name="圆角矩形 192">
            <a:extLst xmlns:a="http://schemas.openxmlformats.org/drawingml/2006/main">
              <a:ext uri="{FF2B5EF4-FFF2-40B4-BE49-F238E27FC236}">
                <a16:creationId xmlns:a16="http://schemas.microsoft.com/office/drawing/2014/main" id="{1A4C6EFE-D141-40A5-953D-B4C2D8F4C7B0}"/>
              </a:ext>
            </a:extLst>
          </p:cNvPr>
          <p:cNvSpPr>
            <a:spLocks xmlns:a="http://schemas.openxmlformats.org/drawingml/2006/main" noGrp="1"/>
          </p:cNvSpPr>
          <p:nvPr/>
        </p:nvSpPr>
        <p:spPr>
          <a:xfrm xmlns:a="http://schemas.openxmlformats.org/drawingml/2006/main" rot="0">
            <a:off x="1643843" y="4996137"/>
            <a:ext cx="253437" cy="278472"/>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n</a:t>
            </a:r>
          </a:p>
        </p:txBody>
      </p:sp>
      <p:sp>
        <p:nvSpPr>
          <p:cNvPr id="56" name="圆角矩形 193">
            <a:extLst xmlns:a="http://schemas.openxmlformats.org/drawingml/2006/main">
              <a:ext uri="{FF2B5EF4-FFF2-40B4-BE49-F238E27FC236}">
                <a16:creationId xmlns:a16="http://schemas.microsoft.com/office/drawing/2014/main" id="{A9AAF41E-6C17-461E-90D1-5BB2BE9A3A54}"/>
              </a:ext>
            </a:extLst>
          </p:cNvPr>
          <p:cNvSpPr>
            <a:spLocks xmlns:a="http://schemas.openxmlformats.org/drawingml/2006/main" noGrp="1"/>
          </p:cNvSpPr>
          <p:nvPr/>
        </p:nvSpPr>
        <p:spPr>
          <a:xfrm xmlns:a="http://schemas.openxmlformats.org/drawingml/2006/main" rot="0">
            <a:off x="1904506" y="5016730"/>
            <a:ext cx="552556"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目标</a:t>
            </a:r>
          </a:p>
        </p:txBody>
      </p:sp>
      <p:sp>
        <p:nvSpPr>
          <p:cNvPr id="57" name="圆角矩形 194">
            <a:extLst xmlns:a="http://schemas.openxmlformats.org/drawingml/2006/main">
              <a:ext uri="{FF2B5EF4-FFF2-40B4-BE49-F238E27FC236}">
                <a16:creationId xmlns:a16="http://schemas.microsoft.com/office/drawing/2014/main" id="{DE228D7B-75C9-452A-8A07-6696FFCB7EAF}"/>
              </a:ext>
            </a:extLst>
          </p:cNvPr>
          <p:cNvSpPr>
            <a:spLocks xmlns:a="http://schemas.openxmlformats.org/drawingml/2006/main" noGrp="1"/>
          </p:cNvSpPr>
          <p:nvPr/>
        </p:nvSpPr>
        <p:spPr>
          <a:xfrm xmlns:a="http://schemas.openxmlformats.org/drawingml/2006/main" rot="0">
            <a:off x="493789" y="5300851"/>
            <a:ext cx="736630"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a:t>
            </a:r>
            <a:r>
              <a:rPr sz="1200">
                <a:solidFill>
                  <a:schemeClr val="bg1"/>
                </a:solidFill>
                <a:latin typeface="微软雅黑"/>
                <a:ea typeface="微软雅黑"/>
                <a:cs typeface="微软雅黑"/>
              </a:rPr>
              <a:t>1</a:t>
            </a:r>
          </a:p>
        </p:txBody>
      </p:sp>
      <p:sp>
        <p:nvSpPr>
          <p:cNvPr id="58" name="圆角矩形 195">
            <a:extLst xmlns:a="http://schemas.openxmlformats.org/drawingml/2006/main">
              <a:ext uri="{FF2B5EF4-FFF2-40B4-BE49-F238E27FC236}">
                <a16:creationId xmlns:a16="http://schemas.microsoft.com/office/drawing/2014/main" id="{D7CD8263-24BA-4A57-B167-A6858C623F9A}"/>
              </a:ext>
            </a:extLst>
          </p:cNvPr>
          <p:cNvSpPr>
            <a:spLocks xmlns:a="http://schemas.openxmlformats.org/drawingml/2006/main" noGrp="1"/>
          </p:cNvSpPr>
          <p:nvPr/>
        </p:nvSpPr>
        <p:spPr>
          <a:xfrm xmlns:a="http://schemas.openxmlformats.org/drawingml/2006/main" rot="0">
            <a:off x="1237642" y="5295313"/>
            <a:ext cx="378162" cy="280927"/>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a:t>
            </a:r>
          </a:p>
        </p:txBody>
      </p:sp>
      <p:sp>
        <p:nvSpPr>
          <p:cNvPr id="59" name="圆角矩形 196">
            <a:extLst xmlns:a="http://schemas.openxmlformats.org/drawingml/2006/main">
              <a:ext uri="{FF2B5EF4-FFF2-40B4-BE49-F238E27FC236}">
                <a16:creationId xmlns:a16="http://schemas.microsoft.com/office/drawing/2014/main" id="{2E89D391-9953-48D6-9D65-79038080DDE8}"/>
              </a:ext>
            </a:extLst>
          </p:cNvPr>
          <p:cNvSpPr>
            <a:spLocks xmlns:a="http://schemas.openxmlformats.org/drawingml/2006/main" noGrp="1"/>
          </p:cNvSpPr>
          <p:nvPr/>
        </p:nvSpPr>
        <p:spPr>
          <a:xfrm xmlns:a="http://schemas.openxmlformats.org/drawingml/2006/main" rot="0">
            <a:off x="1643843" y="5300851"/>
            <a:ext cx="253437" cy="278472"/>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n</a:t>
            </a:r>
          </a:p>
        </p:txBody>
      </p:sp>
      <p:sp>
        <p:nvSpPr>
          <p:cNvPr id="60" name="圆角矩形 197">
            <a:extLst xmlns:a="http://schemas.openxmlformats.org/drawingml/2006/main">
              <a:ext uri="{FF2B5EF4-FFF2-40B4-BE49-F238E27FC236}">
                <a16:creationId xmlns:a16="http://schemas.microsoft.com/office/drawing/2014/main" id="{6593B5C7-9EFA-4B0B-8FED-B6C6F3037399}"/>
              </a:ext>
            </a:extLst>
          </p:cNvPr>
          <p:cNvSpPr>
            <a:spLocks xmlns:a="http://schemas.openxmlformats.org/drawingml/2006/main" noGrp="1"/>
          </p:cNvSpPr>
          <p:nvPr/>
        </p:nvSpPr>
        <p:spPr>
          <a:xfrm xmlns:a="http://schemas.openxmlformats.org/drawingml/2006/main" rot="0">
            <a:off x="1904506" y="5321445"/>
            <a:ext cx="552556"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目标</a:t>
            </a:r>
          </a:p>
        </p:txBody>
      </p:sp>
      <p:sp>
        <p:nvSpPr>
          <p:cNvPr id="61" name="圆角矩形 198">
            <a:extLst xmlns:a="http://schemas.openxmlformats.org/drawingml/2006/main">
              <a:ext uri="{FF2B5EF4-FFF2-40B4-BE49-F238E27FC236}">
                <a16:creationId xmlns:a16="http://schemas.microsoft.com/office/drawing/2014/main" id="{5046C766-48E8-468F-A88A-CEE271234D09}"/>
              </a:ext>
            </a:extLst>
          </p:cNvPr>
          <p:cNvSpPr>
            <a:spLocks xmlns:a="http://schemas.openxmlformats.org/drawingml/2006/main" noGrp="1"/>
          </p:cNvSpPr>
          <p:nvPr/>
        </p:nvSpPr>
        <p:spPr>
          <a:xfrm xmlns:a="http://schemas.openxmlformats.org/drawingml/2006/main" rot="0">
            <a:off x="5284640" y="4714082"/>
            <a:ext cx="890965"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预测目标</a:t>
            </a:r>
          </a:p>
        </p:txBody>
      </p:sp>
      <p:sp>
        <p:nvSpPr>
          <p:cNvPr id="62" name="圆角矩形 199">
            <a:extLst xmlns:a="http://schemas.openxmlformats.org/drawingml/2006/main">
              <a:ext uri="{FF2B5EF4-FFF2-40B4-BE49-F238E27FC236}">
                <a16:creationId xmlns:a16="http://schemas.microsoft.com/office/drawing/2014/main" id="{23D3FE4F-9F38-4082-B0E0-7B31ED829B81}"/>
              </a:ext>
            </a:extLst>
          </p:cNvPr>
          <p:cNvSpPr>
            <a:spLocks xmlns:a="http://schemas.openxmlformats.org/drawingml/2006/main" noGrp="1"/>
          </p:cNvSpPr>
          <p:nvPr/>
        </p:nvSpPr>
        <p:spPr>
          <a:xfrm xmlns:a="http://schemas.openxmlformats.org/drawingml/2006/main" rot="0">
            <a:off x="5277415" y="5016696"/>
            <a:ext cx="890965"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预测目标</a:t>
            </a:r>
          </a:p>
        </p:txBody>
      </p:sp>
      <p:sp>
        <p:nvSpPr>
          <p:cNvPr id="63" name="圆角矩形 200">
            <a:extLst xmlns:a="http://schemas.openxmlformats.org/drawingml/2006/main">
              <a:ext uri="{FF2B5EF4-FFF2-40B4-BE49-F238E27FC236}">
                <a16:creationId xmlns:a16="http://schemas.microsoft.com/office/drawing/2014/main" id="{883C50E0-7B7F-48C7-AEE4-61D6302E84D5}"/>
              </a:ext>
            </a:extLst>
          </p:cNvPr>
          <p:cNvSpPr>
            <a:spLocks xmlns:a="http://schemas.openxmlformats.org/drawingml/2006/main" noGrp="1"/>
          </p:cNvSpPr>
          <p:nvPr/>
        </p:nvSpPr>
        <p:spPr>
          <a:xfrm xmlns:a="http://schemas.openxmlformats.org/drawingml/2006/main" rot="0">
            <a:off x="5277415" y="5321409"/>
            <a:ext cx="890965"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预测目标</a:t>
            </a:r>
          </a:p>
        </p:txBody>
      </p:sp>
      <p:sp>
        <p:nvSpPr>
          <p:cNvPr id="64" name="圆角矩形 202">
            <a:extLst xmlns:a="http://schemas.openxmlformats.org/drawingml/2006/main">
              <a:ext uri="{FF2B5EF4-FFF2-40B4-BE49-F238E27FC236}">
                <a16:creationId xmlns:a16="http://schemas.microsoft.com/office/drawing/2014/main" id="{B494CF02-2FF3-4F46-AEF3-4C3CD7ADDD41}"/>
              </a:ext>
            </a:extLst>
          </p:cNvPr>
          <p:cNvSpPr>
            <a:spLocks xmlns:a="http://schemas.openxmlformats.org/drawingml/2006/main" noGrp="1"/>
          </p:cNvSpPr>
          <p:nvPr/>
        </p:nvSpPr>
        <p:spPr>
          <a:xfrm xmlns:a="http://schemas.openxmlformats.org/drawingml/2006/main" rot="0">
            <a:off x="7278285" y="4779775"/>
            <a:ext cx="466908" cy="526940"/>
          </a:xfrm>
          <a:prstGeom xmlns:a="http://schemas.openxmlformats.org/drawingml/2006/main" prst="roundRect">
            <a:avLst/>
          </a:prstGeom>
          <a:solidFill xmlns:a="http://schemas.openxmlformats.org/drawingml/2006/main">
            <a:srgbClr val="0070C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350">
                <a:solidFill>
                  <a:schemeClr val="bg1"/>
                </a:solidFill>
                <a:latin typeface="微软雅黑"/>
                <a:ea typeface="微软雅黑"/>
                <a:cs typeface="微软雅黑"/>
              </a:rPr>
              <a:t>改进</a:t>
            </a:r>
          </a:p>
        </p:txBody>
      </p:sp>
      <p:pic>
        <p:nvPicPr>
          <p:cNvPr id="130" name="table"/>
          <p:cNvPicPr>
            <a:picLocks xmlns:a="http://schemas.openxmlformats.org/drawingml/2006/main" noChangeAspect="1"/>
          </p:cNvPicPr>
          <p:nvPr/>
        </p:nvPicPr>
        <p:blipFill>
          <a:blip xmlns:r="http://schemas.openxmlformats.org/officeDocument/2006/relationships" xmlns:a="http://schemas.openxmlformats.org/drawingml/2006/main" r:embed="R74882630cbf148cc"/>
          <a:stretch xmlns:a="http://schemas.openxmlformats.org/drawingml/2006/main">
            <a:fillRect l="0" t="0" r="0" b="0"/>
          </a:stretch>
        </p:blipFill>
        <p:spPr>
          <a:xfrm xmlns:a="http://schemas.openxmlformats.org/drawingml/2006/main">
            <a:off x="5724318" y="2985715"/>
            <a:ext cx="3396823" cy="1193846"/>
          </a:xfrm>
          <a:prstGeom xmlns:a="http://schemas.openxmlformats.org/drawingml/2006/main" prst="rect">
            <a:avLst/>
          </a:prstGeom>
        </p:spPr>
      </p:pic>
      <p:sp>
        <p:nvSpPr>
          <p:cNvPr id="66" name="右箭头 65">
            <a:extLst xmlns:a="http://schemas.openxmlformats.org/drawingml/2006/main">
              <a:ext uri="{FF2B5EF4-FFF2-40B4-BE49-F238E27FC236}">
                <a16:creationId xmlns:a16="http://schemas.microsoft.com/office/drawing/2014/main" id="{BFAE116F-4339-4D76-B558-9C5848460ED7}"/>
              </a:ext>
            </a:extLst>
          </p:cNvPr>
          <p:cNvSpPr>
            <a:spLocks xmlns:a="http://schemas.openxmlformats.org/drawingml/2006/main" noGrp="1"/>
          </p:cNvSpPr>
          <p:nvPr/>
        </p:nvSpPr>
        <p:spPr>
          <a:xfrm xmlns:a="http://schemas.openxmlformats.org/drawingml/2006/main" rot="13431292">
            <a:off x="4978952" y="3079949"/>
            <a:ext cx="848678" cy="296222"/>
          </a:xfrm>
          <a:prstGeom xmlns:a="http://schemas.openxmlformats.org/drawingml/2006/main" prst="rightArrow">
            <a:avLst/>
          </a:prstGeom>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82321600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A50E00D-D048-448F-BBD2-E4BE4E769DC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机器学习：特征提取</a:t>
            </a:r>
          </a:p>
        </p:txBody>
      </p:sp>
      <p:sp>
        <p:nvSpPr>
          <p:cNvPr id="4" name="圆角矩形 18">
            <a:extLst xmlns:a="http://schemas.openxmlformats.org/drawingml/2006/main">
              <a:ext uri="{FF2B5EF4-FFF2-40B4-BE49-F238E27FC236}">
                <a16:creationId xmlns:a16="http://schemas.microsoft.com/office/drawing/2014/main" id="{158034CC-5A52-4E2F-BF43-67A6D4FA85EA}"/>
              </a:ext>
            </a:extLst>
          </p:cNvPr>
          <p:cNvSpPr>
            <a:spLocks xmlns:a="http://schemas.openxmlformats.org/drawingml/2006/main" noGrp="1"/>
          </p:cNvSpPr>
          <p:nvPr/>
        </p:nvSpPr>
        <p:spPr>
          <a:xfrm xmlns:a="http://schemas.openxmlformats.org/drawingml/2006/main" rot="0">
            <a:off x="3025699" y="1881463"/>
            <a:ext cx="383083" cy="1467843"/>
          </a:xfrm>
          <a:prstGeom xmlns:a="http://schemas.openxmlformats.org/drawingml/2006/main" prst="roundRect">
            <a:avLst/>
          </a:prstGeom>
          <a:solidFill xmlns:a="http://schemas.openxmlformats.org/drawingml/2006/main">
            <a:srgbClr val="0070C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eaVert"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350">
                <a:solidFill>
                  <a:schemeClr val="bg1"/>
                </a:solidFill>
                <a:latin typeface="微软雅黑"/>
                <a:ea typeface="微软雅黑"/>
                <a:cs typeface="微软雅黑"/>
              </a:rPr>
              <a:t>特征提取</a:t>
            </a:r>
          </a:p>
        </p:txBody>
      </p:sp>
      <p:sp>
        <p:nvSpPr>
          <p:cNvPr id="5" name="圆角矩形 37">
            <a:extLst xmlns:a="http://schemas.openxmlformats.org/drawingml/2006/main">
              <a:ext uri="{FF2B5EF4-FFF2-40B4-BE49-F238E27FC236}">
                <a16:creationId xmlns:a16="http://schemas.microsoft.com/office/drawing/2014/main" id="{5915C7AC-A665-401F-A0FA-D16BF608CF33}"/>
              </a:ext>
            </a:extLst>
          </p:cNvPr>
          <p:cNvSpPr>
            <a:spLocks xmlns:a="http://schemas.openxmlformats.org/drawingml/2006/main" noGrp="1"/>
          </p:cNvSpPr>
          <p:nvPr/>
        </p:nvSpPr>
        <p:spPr>
          <a:xfrm xmlns:a="http://schemas.openxmlformats.org/drawingml/2006/main" rot="0">
            <a:off x="5380290" y="2141694"/>
            <a:ext cx="869746" cy="280928"/>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a:t>
            </a:r>
            <a:r>
              <a:rPr sz="1200">
                <a:solidFill>
                  <a:schemeClr val="bg1"/>
                </a:solidFill>
                <a:latin typeface="微软雅黑"/>
                <a:ea typeface="微软雅黑"/>
                <a:cs typeface="微软雅黑"/>
              </a:rPr>
              <a:t>1</a:t>
            </a:r>
          </a:p>
        </p:txBody>
      </p:sp>
      <p:sp>
        <p:nvSpPr>
          <p:cNvPr id="6" name="圆角矩形 29">
            <a:extLst xmlns:a="http://schemas.openxmlformats.org/drawingml/2006/main">
              <a:ext uri="{FF2B5EF4-FFF2-40B4-BE49-F238E27FC236}">
                <a16:creationId xmlns:a16="http://schemas.microsoft.com/office/drawing/2014/main" id="{91C5C749-1224-4FF3-ADA4-780D38E24CC9}"/>
              </a:ext>
            </a:extLst>
          </p:cNvPr>
          <p:cNvSpPr>
            <a:spLocks xmlns:a="http://schemas.openxmlformats.org/drawingml/2006/main" noGrp="1"/>
          </p:cNvSpPr>
          <p:nvPr/>
        </p:nvSpPr>
        <p:spPr>
          <a:xfrm xmlns:a="http://schemas.openxmlformats.org/drawingml/2006/main" rot="0">
            <a:off x="704721" y="2181612"/>
            <a:ext cx="1372339" cy="280928"/>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样本数据</a:t>
            </a:r>
          </a:p>
        </p:txBody>
      </p:sp>
      <p:sp>
        <p:nvSpPr>
          <p:cNvPr id="7" name="圆角矩形 30">
            <a:extLst xmlns:a="http://schemas.openxmlformats.org/drawingml/2006/main">
              <a:ext uri="{FF2B5EF4-FFF2-40B4-BE49-F238E27FC236}">
                <a16:creationId xmlns:a16="http://schemas.microsoft.com/office/drawing/2014/main" id="{358EED91-5D88-40B4-BE7E-41481961BEF5}"/>
              </a:ext>
            </a:extLst>
          </p:cNvPr>
          <p:cNvSpPr>
            <a:spLocks xmlns:a="http://schemas.openxmlformats.org/drawingml/2006/main" noGrp="1"/>
          </p:cNvSpPr>
          <p:nvPr/>
        </p:nvSpPr>
        <p:spPr>
          <a:xfrm xmlns:a="http://schemas.openxmlformats.org/drawingml/2006/main" rot="0">
            <a:off x="704720" y="2605496"/>
            <a:ext cx="1372339" cy="280928"/>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样本数据</a:t>
            </a:r>
          </a:p>
        </p:txBody>
      </p:sp>
      <p:sp>
        <p:nvSpPr>
          <p:cNvPr id="8" name="圆角矩形 33">
            <a:extLst xmlns:a="http://schemas.openxmlformats.org/drawingml/2006/main">
              <a:ext uri="{FF2B5EF4-FFF2-40B4-BE49-F238E27FC236}">
                <a16:creationId xmlns:a16="http://schemas.microsoft.com/office/drawing/2014/main" id="{D360A4C2-D194-4442-B7C1-1C7911D54FA6}"/>
              </a:ext>
            </a:extLst>
          </p:cNvPr>
          <p:cNvSpPr>
            <a:spLocks xmlns:a="http://schemas.openxmlformats.org/drawingml/2006/main" noGrp="1"/>
          </p:cNvSpPr>
          <p:nvPr/>
        </p:nvSpPr>
        <p:spPr>
          <a:xfrm xmlns:a="http://schemas.openxmlformats.org/drawingml/2006/main" rot="0">
            <a:off x="704719" y="3029379"/>
            <a:ext cx="1372339" cy="280928"/>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样本数据</a:t>
            </a:r>
          </a:p>
        </p:txBody>
      </p:sp>
      <p:sp>
        <p:nvSpPr>
          <p:cNvPr id="9" name="圆角矩形 45">
            <a:extLst xmlns:a="http://schemas.openxmlformats.org/drawingml/2006/main">
              <a:ext uri="{FF2B5EF4-FFF2-40B4-BE49-F238E27FC236}">
                <a16:creationId xmlns:a16="http://schemas.microsoft.com/office/drawing/2014/main" id="{CEB29772-AF30-445E-8991-FD743A035C39}"/>
              </a:ext>
            </a:extLst>
          </p:cNvPr>
          <p:cNvSpPr>
            <a:spLocks xmlns:a="http://schemas.openxmlformats.org/drawingml/2006/main" noGrp="1"/>
          </p:cNvSpPr>
          <p:nvPr/>
        </p:nvSpPr>
        <p:spPr>
          <a:xfrm xmlns:a="http://schemas.openxmlformats.org/drawingml/2006/main" rot="0">
            <a:off x="6258566" y="2134022"/>
            <a:ext cx="446500" cy="280928"/>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a:t>
            </a:r>
          </a:p>
        </p:txBody>
      </p:sp>
      <p:sp>
        <p:nvSpPr>
          <p:cNvPr id="10" name="圆角矩形 46">
            <a:extLst xmlns:a="http://schemas.openxmlformats.org/drawingml/2006/main">
              <a:ext uri="{FF2B5EF4-FFF2-40B4-BE49-F238E27FC236}">
                <a16:creationId xmlns:a16="http://schemas.microsoft.com/office/drawing/2014/main" id="{84CA8C96-825B-4881-B341-2D9411E34B1C}"/>
              </a:ext>
            </a:extLst>
          </p:cNvPr>
          <p:cNvSpPr>
            <a:spLocks xmlns:a="http://schemas.openxmlformats.org/drawingml/2006/main" noGrp="1"/>
          </p:cNvSpPr>
          <p:nvPr/>
        </p:nvSpPr>
        <p:spPr>
          <a:xfrm xmlns:a="http://schemas.openxmlformats.org/drawingml/2006/main" rot="0">
            <a:off x="6738171" y="2141694"/>
            <a:ext cx="299236" cy="280928"/>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n</a:t>
            </a:r>
          </a:p>
        </p:txBody>
      </p:sp>
      <p:sp>
        <p:nvSpPr>
          <p:cNvPr id="11" name="圆角矩形 34">
            <a:extLst xmlns:a="http://schemas.openxmlformats.org/drawingml/2006/main">
              <a:ext uri="{FF2B5EF4-FFF2-40B4-BE49-F238E27FC236}">
                <a16:creationId xmlns:a16="http://schemas.microsoft.com/office/drawing/2014/main" id="{F6388EF0-92DF-495C-AFDF-AADDFBA9809F}"/>
              </a:ext>
            </a:extLst>
          </p:cNvPr>
          <p:cNvSpPr>
            <a:spLocks xmlns:a="http://schemas.openxmlformats.org/drawingml/2006/main" noGrp="1"/>
          </p:cNvSpPr>
          <p:nvPr/>
        </p:nvSpPr>
        <p:spPr>
          <a:xfrm xmlns:a="http://schemas.openxmlformats.org/drawingml/2006/main" rot="0">
            <a:off x="5370350" y="1730541"/>
            <a:ext cx="2327997" cy="280928"/>
          </a:xfrm>
          <a:prstGeom xmlns:a="http://schemas.openxmlformats.org/drawingml/2006/main" prst="roundRect">
            <a:avLst/>
          </a:prstGeom>
          <a:solidFill xmlns:a="http://schemas.openxmlformats.org/drawingml/2006/main">
            <a:schemeClr val="accent2"/>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特征样本集</a:t>
            </a:r>
          </a:p>
        </p:txBody>
      </p:sp>
      <p:sp>
        <p:nvSpPr>
          <p:cNvPr id="12" name="圆角矩形 25">
            <a:extLst xmlns:a="http://schemas.openxmlformats.org/drawingml/2006/main">
              <a:ext uri="{FF2B5EF4-FFF2-40B4-BE49-F238E27FC236}">
                <a16:creationId xmlns:a16="http://schemas.microsoft.com/office/drawing/2014/main" id="{B2EF0109-859D-4428-BCFA-99345991BF4D}"/>
              </a:ext>
            </a:extLst>
          </p:cNvPr>
          <p:cNvSpPr>
            <a:spLocks xmlns:a="http://schemas.openxmlformats.org/drawingml/2006/main" noGrp="1"/>
          </p:cNvSpPr>
          <p:nvPr/>
        </p:nvSpPr>
        <p:spPr>
          <a:xfrm xmlns:a="http://schemas.openxmlformats.org/drawingml/2006/main" rot="0">
            <a:off x="704723" y="1730571"/>
            <a:ext cx="1372338" cy="280928"/>
          </a:xfrm>
          <a:prstGeom xmlns:a="http://schemas.openxmlformats.org/drawingml/2006/main" prst="roundRect">
            <a:avLst/>
          </a:prstGeom>
          <a:solidFill xmlns:a="http://schemas.openxmlformats.org/drawingml/2006/main">
            <a:schemeClr val="accent2"/>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原始样本集</a:t>
            </a:r>
          </a:p>
        </p:txBody>
      </p:sp>
      <p:sp>
        <p:nvSpPr>
          <p:cNvPr id="13" name="右箭头 5">
            <a:extLst xmlns:a="http://schemas.openxmlformats.org/drawingml/2006/main">
              <a:ext uri="{FF2B5EF4-FFF2-40B4-BE49-F238E27FC236}">
                <a16:creationId xmlns:a16="http://schemas.microsoft.com/office/drawing/2014/main" id="{6C6DF7BC-5B05-46FE-AE0F-3DDCD9740A04}"/>
              </a:ext>
            </a:extLst>
          </p:cNvPr>
          <p:cNvSpPr>
            <a:spLocks xmlns:a="http://schemas.openxmlformats.org/drawingml/2006/main" noGrp="1"/>
          </p:cNvSpPr>
          <p:nvPr/>
        </p:nvSpPr>
        <p:spPr>
          <a:xfrm xmlns:a="http://schemas.openxmlformats.org/drawingml/2006/main" rot="0">
            <a:off x="2226326" y="2432702"/>
            <a:ext cx="514975" cy="550246"/>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p>
        </p:txBody>
      </p:sp>
      <p:sp>
        <p:nvSpPr>
          <p:cNvPr id="14" name="右箭头 118">
            <a:extLst xmlns:a="http://schemas.openxmlformats.org/drawingml/2006/main">
              <a:ext uri="{FF2B5EF4-FFF2-40B4-BE49-F238E27FC236}">
                <a16:creationId xmlns:a16="http://schemas.microsoft.com/office/drawing/2014/main" id="{61E8176B-0D0D-4580-8C29-65A75043B3FF}"/>
              </a:ext>
            </a:extLst>
          </p:cNvPr>
          <p:cNvSpPr>
            <a:spLocks xmlns:a="http://schemas.openxmlformats.org/drawingml/2006/main" noGrp="1"/>
          </p:cNvSpPr>
          <p:nvPr/>
        </p:nvSpPr>
        <p:spPr>
          <a:xfrm xmlns:a="http://schemas.openxmlformats.org/drawingml/2006/main" rot="0">
            <a:off x="4707472" y="2423034"/>
            <a:ext cx="514975" cy="550246"/>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p>
        </p:txBody>
      </p:sp>
      <p:sp>
        <p:nvSpPr>
          <p:cNvPr id="15" name="圆角矩形 156">
            <a:extLst xmlns:a="http://schemas.openxmlformats.org/drawingml/2006/main">
              <a:ext uri="{FF2B5EF4-FFF2-40B4-BE49-F238E27FC236}">
                <a16:creationId xmlns:a16="http://schemas.microsoft.com/office/drawing/2014/main" id="{A6EF5DFA-1BAF-481B-B57D-7D79E96AAADE}"/>
              </a:ext>
            </a:extLst>
          </p:cNvPr>
          <p:cNvSpPr>
            <a:spLocks xmlns:a="http://schemas.openxmlformats.org/drawingml/2006/main" noGrp="1"/>
          </p:cNvSpPr>
          <p:nvPr/>
        </p:nvSpPr>
        <p:spPr>
          <a:xfrm xmlns:a="http://schemas.openxmlformats.org/drawingml/2006/main" rot="0">
            <a:off x="7045938" y="2170219"/>
            <a:ext cx="652409"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目标</a:t>
            </a:r>
          </a:p>
        </p:txBody>
      </p:sp>
      <p:sp>
        <p:nvSpPr>
          <p:cNvPr id="16" name="圆角矩形 164">
            <a:extLst xmlns:a="http://schemas.openxmlformats.org/drawingml/2006/main">
              <a:ext uri="{FF2B5EF4-FFF2-40B4-BE49-F238E27FC236}">
                <a16:creationId xmlns:a16="http://schemas.microsoft.com/office/drawing/2014/main" id="{9DD80260-336D-4794-97E8-2E4802101889}"/>
              </a:ext>
            </a:extLst>
          </p:cNvPr>
          <p:cNvSpPr>
            <a:spLocks xmlns:a="http://schemas.openxmlformats.org/drawingml/2006/main" noGrp="1"/>
          </p:cNvSpPr>
          <p:nvPr/>
        </p:nvSpPr>
        <p:spPr>
          <a:xfrm xmlns:a="http://schemas.openxmlformats.org/drawingml/2006/main" rot="0">
            <a:off x="5371760" y="2560869"/>
            <a:ext cx="869746" cy="280928"/>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a:t>
            </a:r>
            <a:r>
              <a:rPr sz="1200">
                <a:solidFill>
                  <a:schemeClr val="bg1"/>
                </a:solidFill>
                <a:latin typeface="微软雅黑"/>
                <a:ea typeface="微软雅黑"/>
                <a:cs typeface="微软雅黑"/>
              </a:rPr>
              <a:t>1</a:t>
            </a:r>
          </a:p>
        </p:txBody>
      </p:sp>
      <p:sp>
        <p:nvSpPr>
          <p:cNvPr id="17" name="圆角矩形 165">
            <a:extLst xmlns:a="http://schemas.openxmlformats.org/drawingml/2006/main">
              <a:ext uri="{FF2B5EF4-FFF2-40B4-BE49-F238E27FC236}">
                <a16:creationId xmlns:a16="http://schemas.microsoft.com/office/drawing/2014/main" id="{41073DD4-6268-4A38-9085-3CEC42E1107B}"/>
              </a:ext>
            </a:extLst>
          </p:cNvPr>
          <p:cNvSpPr>
            <a:spLocks xmlns:a="http://schemas.openxmlformats.org/drawingml/2006/main" noGrp="1"/>
          </p:cNvSpPr>
          <p:nvPr/>
        </p:nvSpPr>
        <p:spPr>
          <a:xfrm xmlns:a="http://schemas.openxmlformats.org/drawingml/2006/main" rot="0">
            <a:off x="6250037" y="2553198"/>
            <a:ext cx="446500" cy="280928"/>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a:t>
            </a:r>
          </a:p>
        </p:txBody>
      </p:sp>
      <p:sp>
        <p:nvSpPr>
          <p:cNvPr id="18" name="圆角矩形 166">
            <a:extLst xmlns:a="http://schemas.openxmlformats.org/drawingml/2006/main">
              <a:ext uri="{FF2B5EF4-FFF2-40B4-BE49-F238E27FC236}">
                <a16:creationId xmlns:a16="http://schemas.microsoft.com/office/drawing/2014/main" id="{C688A81E-E11A-4AD7-9941-52B3B0A75440}"/>
              </a:ext>
            </a:extLst>
          </p:cNvPr>
          <p:cNvSpPr>
            <a:spLocks xmlns:a="http://schemas.openxmlformats.org/drawingml/2006/main" noGrp="1"/>
          </p:cNvSpPr>
          <p:nvPr/>
        </p:nvSpPr>
        <p:spPr>
          <a:xfrm xmlns:a="http://schemas.openxmlformats.org/drawingml/2006/main" rot="0">
            <a:off x="6729641" y="2560869"/>
            <a:ext cx="299236" cy="280928"/>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n</a:t>
            </a:r>
          </a:p>
        </p:txBody>
      </p:sp>
      <p:sp>
        <p:nvSpPr>
          <p:cNvPr id="19" name="圆角矩形 167">
            <a:extLst xmlns:a="http://schemas.openxmlformats.org/drawingml/2006/main">
              <a:ext uri="{FF2B5EF4-FFF2-40B4-BE49-F238E27FC236}">
                <a16:creationId xmlns:a16="http://schemas.microsoft.com/office/drawing/2014/main" id="{F35CDE20-23FD-46FC-A836-0D4BD0C45164}"/>
              </a:ext>
            </a:extLst>
          </p:cNvPr>
          <p:cNvSpPr>
            <a:spLocks xmlns:a="http://schemas.openxmlformats.org/drawingml/2006/main" noGrp="1"/>
          </p:cNvSpPr>
          <p:nvPr/>
        </p:nvSpPr>
        <p:spPr>
          <a:xfrm xmlns:a="http://schemas.openxmlformats.org/drawingml/2006/main" rot="0">
            <a:off x="7037408" y="2589395"/>
            <a:ext cx="652409"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目标</a:t>
            </a:r>
          </a:p>
        </p:txBody>
      </p:sp>
      <p:sp>
        <p:nvSpPr>
          <p:cNvPr id="20" name="圆角矩形 168">
            <a:extLst xmlns:a="http://schemas.openxmlformats.org/drawingml/2006/main">
              <a:ext uri="{FF2B5EF4-FFF2-40B4-BE49-F238E27FC236}">
                <a16:creationId xmlns:a16="http://schemas.microsoft.com/office/drawing/2014/main" id="{BD267A3C-154C-4AC6-B50A-F7709B005C7F}"/>
              </a:ext>
            </a:extLst>
          </p:cNvPr>
          <p:cNvSpPr>
            <a:spLocks xmlns:a="http://schemas.openxmlformats.org/drawingml/2006/main" noGrp="1"/>
          </p:cNvSpPr>
          <p:nvPr/>
        </p:nvSpPr>
        <p:spPr>
          <a:xfrm xmlns:a="http://schemas.openxmlformats.org/drawingml/2006/main" rot="0">
            <a:off x="5371760" y="2982954"/>
            <a:ext cx="869746" cy="280928"/>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特征</a:t>
            </a:r>
            <a:r>
              <a:rPr sz="1200">
                <a:solidFill>
                  <a:schemeClr val="bg1"/>
                </a:solidFill>
                <a:latin typeface="微软雅黑"/>
                <a:ea typeface="微软雅黑"/>
                <a:cs typeface="微软雅黑"/>
              </a:rPr>
              <a:t>1</a:t>
            </a:r>
          </a:p>
        </p:txBody>
      </p:sp>
      <p:sp>
        <p:nvSpPr>
          <p:cNvPr id="21" name="圆角矩形 169">
            <a:extLst xmlns:a="http://schemas.openxmlformats.org/drawingml/2006/main">
              <a:ext uri="{FF2B5EF4-FFF2-40B4-BE49-F238E27FC236}">
                <a16:creationId xmlns:a16="http://schemas.microsoft.com/office/drawing/2014/main" id="{3B223564-075A-4794-BCE1-6C79AC1F8B97}"/>
              </a:ext>
            </a:extLst>
          </p:cNvPr>
          <p:cNvSpPr>
            <a:spLocks xmlns:a="http://schemas.openxmlformats.org/drawingml/2006/main" noGrp="1"/>
          </p:cNvSpPr>
          <p:nvPr/>
        </p:nvSpPr>
        <p:spPr>
          <a:xfrm xmlns:a="http://schemas.openxmlformats.org/drawingml/2006/main" rot="0">
            <a:off x="6250037" y="2975283"/>
            <a:ext cx="446500" cy="280928"/>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a:t>
            </a:r>
          </a:p>
        </p:txBody>
      </p:sp>
      <p:sp>
        <p:nvSpPr>
          <p:cNvPr id="22" name="圆角矩形 170">
            <a:extLst xmlns:a="http://schemas.openxmlformats.org/drawingml/2006/main">
              <a:ext uri="{FF2B5EF4-FFF2-40B4-BE49-F238E27FC236}">
                <a16:creationId xmlns:a16="http://schemas.microsoft.com/office/drawing/2014/main" id="{AD998FF3-19E9-41F2-A79B-3CD6C48BDD26}"/>
              </a:ext>
            </a:extLst>
          </p:cNvPr>
          <p:cNvSpPr>
            <a:spLocks xmlns:a="http://schemas.openxmlformats.org/drawingml/2006/main" noGrp="1"/>
          </p:cNvSpPr>
          <p:nvPr/>
        </p:nvSpPr>
        <p:spPr>
          <a:xfrm xmlns:a="http://schemas.openxmlformats.org/drawingml/2006/main" rot="0">
            <a:off x="6729641" y="2982954"/>
            <a:ext cx="299236" cy="280928"/>
          </a:xfrm>
          <a:prstGeom xmlns:a="http://schemas.openxmlformats.org/drawingml/2006/main" prst="roundRect">
            <a:avLst/>
          </a:prstGeom>
          <a:solidFill xmlns:a="http://schemas.openxmlformats.org/drawingml/2006/main">
            <a:srgbClr val="FFC00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200">
                <a:solidFill>
                  <a:schemeClr val="bg1"/>
                </a:solidFill>
                <a:latin typeface="微软雅黑"/>
                <a:ea typeface="微软雅黑"/>
                <a:cs typeface="微软雅黑"/>
              </a:rPr>
              <a:t>n</a:t>
            </a:r>
          </a:p>
        </p:txBody>
      </p:sp>
      <p:sp>
        <p:nvSpPr>
          <p:cNvPr id="23" name="圆角矩形 171">
            <a:extLst xmlns:a="http://schemas.openxmlformats.org/drawingml/2006/main">
              <a:ext uri="{FF2B5EF4-FFF2-40B4-BE49-F238E27FC236}">
                <a16:creationId xmlns:a16="http://schemas.microsoft.com/office/drawing/2014/main" id="{4E7AF1B9-7355-4AD0-AC91-F7103A26A435}"/>
              </a:ext>
            </a:extLst>
          </p:cNvPr>
          <p:cNvSpPr>
            <a:spLocks xmlns:a="http://schemas.openxmlformats.org/drawingml/2006/main" noGrp="1"/>
          </p:cNvSpPr>
          <p:nvPr/>
        </p:nvSpPr>
        <p:spPr>
          <a:xfrm xmlns:a="http://schemas.openxmlformats.org/drawingml/2006/main" rot="0">
            <a:off x="7037408" y="3011479"/>
            <a:ext cx="652409" cy="255388"/>
          </a:xfrm>
          <a:prstGeom xmlns:a="http://schemas.openxmlformats.org/drawingml/2006/main" prst="roundRect">
            <a:avLst/>
          </a:prstGeom>
          <a:solidFill xmlns:a="http://schemas.openxmlformats.org/drawingml/2006/main">
            <a:srgbClr val="92D05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050">
                <a:solidFill>
                  <a:schemeClr val="bg1"/>
                </a:solidFill>
                <a:latin typeface="微软雅黑"/>
                <a:ea typeface="微软雅黑"/>
                <a:cs typeface="微软雅黑"/>
              </a:rPr>
              <a:t>目标</a:t>
            </a:r>
          </a:p>
        </p:txBody>
      </p:sp>
      <p:sp>
        <p:nvSpPr>
          <p:cNvPr id="24" name="圆角矩形 66">
            <a:extLst xmlns:a="http://schemas.openxmlformats.org/drawingml/2006/main">
              <a:ext uri="{FF2B5EF4-FFF2-40B4-BE49-F238E27FC236}">
                <a16:creationId xmlns:a16="http://schemas.microsoft.com/office/drawing/2014/main" id="{9009716D-30DD-4C11-8959-8225ABAE8DAA}"/>
              </a:ext>
            </a:extLst>
          </p:cNvPr>
          <p:cNvSpPr>
            <a:spLocks xmlns:a="http://schemas.openxmlformats.org/drawingml/2006/main" noGrp="1"/>
          </p:cNvSpPr>
          <p:nvPr/>
        </p:nvSpPr>
        <p:spPr>
          <a:xfrm xmlns:a="http://schemas.openxmlformats.org/drawingml/2006/main" rot="0">
            <a:off x="3745714" y="1888681"/>
            <a:ext cx="1239138" cy="306466"/>
          </a:xfrm>
          <a:prstGeom xmlns:a="http://schemas.openxmlformats.org/drawingml/2006/main" prst="roundRect">
            <a:avLst/>
          </a:prstGeom>
          <a:solidFill xmlns:a="http://schemas.openxmlformats.org/drawingml/2006/main">
            <a:srgbClr val="0070C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350">
                <a:solidFill>
                  <a:schemeClr val="bg1"/>
                </a:solidFill>
                <a:latin typeface="微软雅黑"/>
                <a:ea typeface="微软雅黑"/>
                <a:cs typeface="微软雅黑"/>
              </a:rPr>
              <a:t>统计分析</a:t>
            </a:r>
          </a:p>
        </p:txBody>
      </p:sp>
      <p:sp>
        <p:nvSpPr>
          <p:cNvPr id="25" name="圆角矩形 67">
            <a:extLst xmlns:a="http://schemas.openxmlformats.org/drawingml/2006/main">
              <a:ext uri="{FF2B5EF4-FFF2-40B4-BE49-F238E27FC236}">
                <a16:creationId xmlns:a16="http://schemas.microsoft.com/office/drawing/2014/main" id="{9F7425F7-1085-49D6-A0B9-07DFC17B7357}"/>
              </a:ext>
            </a:extLst>
          </p:cNvPr>
          <p:cNvSpPr>
            <a:spLocks xmlns:a="http://schemas.openxmlformats.org/drawingml/2006/main" noGrp="1"/>
          </p:cNvSpPr>
          <p:nvPr/>
        </p:nvSpPr>
        <p:spPr>
          <a:xfrm xmlns:a="http://schemas.openxmlformats.org/drawingml/2006/main" rot="0">
            <a:off x="3745714" y="2386635"/>
            <a:ext cx="814591" cy="306466"/>
          </a:xfrm>
          <a:prstGeom xmlns:a="http://schemas.openxmlformats.org/drawingml/2006/main" prst="roundRect">
            <a:avLst/>
          </a:prstGeom>
          <a:solidFill xmlns:a="http://schemas.openxmlformats.org/drawingml/2006/main">
            <a:srgbClr val="0070C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350">
                <a:solidFill>
                  <a:schemeClr val="bg1"/>
                </a:solidFill>
                <a:latin typeface="微软雅黑"/>
                <a:ea typeface="微软雅黑"/>
                <a:cs typeface="微软雅黑"/>
              </a:rPr>
              <a:t>变换</a:t>
            </a:r>
          </a:p>
        </p:txBody>
      </p:sp>
      <p:sp>
        <p:nvSpPr>
          <p:cNvPr id="26" name="圆角矩形 68">
            <a:extLst xmlns:a="http://schemas.openxmlformats.org/drawingml/2006/main">
              <a:ext uri="{FF2B5EF4-FFF2-40B4-BE49-F238E27FC236}">
                <a16:creationId xmlns:a16="http://schemas.microsoft.com/office/drawing/2014/main" id="{424E7595-9FAA-48D1-8048-EFBF5DF72AE5}"/>
              </a:ext>
            </a:extLst>
          </p:cNvPr>
          <p:cNvSpPr>
            <a:spLocks xmlns:a="http://schemas.openxmlformats.org/drawingml/2006/main" noGrp="1"/>
          </p:cNvSpPr>
          <p:nvPr/>
        </p:nvSpPr>
        <p:spPr>
          <a:xfrm xmlns:a="http://schemas.openxmlformats.org/drawingml/2006/main" rot="0">
            <a:off x="3745714" y="2867716"/>
            <a:ext cx="1239138" cy="306466"/>
          </a:xfrm>
          <a:prstGeom xmlns:a="http://schemas.openxmlformats.org/drawingml/2006/main" prst="roundRect">
            <a:avLst/>
          </a:prstGeom>
          <a:solidFill xmlns:a="http://schemas.openxmlformats.org/drawingml/2006/main">
            <a:srgbClr val="0070C0"/>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sz="1350">
                <a:solidFill>
                  <a:schemeClr val="bg1"/>
                </a:solidFill>
                <a:latin typeface="微软雅黑"/>
                <a:ea typeface="微软雅黑"/>
                <a:cs typeface="微软雅黑"/>
              </a:rPr>
              <a:t>特征运算</a:t>
            </a:r>
          </a:p>
        </p:txBody>
      </p:sp>
      <p:cxnSp>
        <p:nvCxnSpPr>
          <p:cNvPr id="61" name="肘形连接符 2"/>
          <p:cNvCxnSpPr>
            <a:stCxn xmlns:a="http://schemas.openxmlformats.org/drawingml/2006/main" id="4" idx="3"/>
            <a:endCxn xmlns:a="http://schemas.openxmlformats.org/drawingml/2006/main" id="24" idx="1"/>
          </p:cNvCxnSpPr>
          <p:nvPr/>
        </p:nvCxnSpPr>
        <p:spPr>
          <a:xfrm xmlns:a="http://schemas.openxmlformats.org/drawingml/2006/main" rot="0" flipV="1">
            <a:off x="3408783" y="2041914"/>
            <a:ext cx="336931" cy="573469"/>
          </a:xfrm>
          <a:prstGeom xmlns:a="http://schemas.openxmlformats.org/drawingml/2006/main" prst="bentConnector3">
            <a:avLst/>
          </a:prstGeom>
          <a:ln xmlns:a="http://schemas.openxmlformats.org/drawingml/2006/main">
            <a:headEnd type="none" w="med" len="med"/>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cxnSp>
        <p:nvCxnSpPr>
          <p:cNvPr id="62" name="肘形连接符 71"/>
          <p:cNvCxnSpPr>
            <a:stCxn xmlns:a="http://schemas.openxmlformats.org/drawingml/2006/main" id="4" idx="3"/>
            <a:endCxn xmlns:a="http://schemas.openxmlformats.org/drawingml/2006/main" id="25" idx="1"/>
          </p:cNvCxnSpPr>
          <p:nvPr/>
        </p:nvCxnSpPr>
        <p:spPr>
          <a:xfrm xmlns:a="http://schemas.openxmlformats.org/drawingml/2006/main" rot="0" flipV="1">
            <a:off x="3408783" y="2539868"/>
            <a:ext cx="336931" cy="75515"/>
          </a:xfrm>
          <a:prstGeom xmlns:a="http://schemas.openxmlformats.org/drawingml/2006/main" prst="bentConnector3">
            <a:avLst/>
          </a:prstGeom>
          <a:ln xmlns:a="http://schemas.openxmlformats.org/drawingml/2006/main">
            <a:headEnd type="none" w="med" len="med"/>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cxnSp>
        <p:nvCxnSpPr>
          <p:cNvPr id="63" name="肘形连接符 74"/>
          <p:cNvCxnSpPr>
            <a:stCxn xmlns:a="http://schemas.openxmlformats.org/drawingml/2006/main" id="4" idx="3"/>
            <a:endCxn xmlns:a="http://schemas.openxmlformats.org/drawingml/2006/main" id="26" idx="1"/>
          </p:cNvCxnSpPr>
          <p:nvPr/>
        </p:nvCxnSpPr>
        <p:spPr>
          <a:xfrm xmlns:a="http://schemas.openxmlformats.org/drawingml/2006/main" rot="0">
            <a:off x="3408783" y="2615384"/>
            <a:ext cx="336931" cy="405565"/>
          </a:xfrm>
          <a:prstGeom xmlns:a="http://schemas.openxmlformats.org/drawingml/2006/main" prst="bentConnector3">
            <a:avLst/>
          </a:prstGeom>
          <a:ln xmlns:a="http://schemas.openxmlformats.org/drawingml/2006/main">
            <a:headEnd type="none" w="med" len="med"/>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pic>
        <p:nvPicPr>
          <p:cNvPr id="64" name="table"/>
          <p:cNvPicPr>
            <a:picLocks xmlns:a="http://schemas.openxmlformats.org/drawingml/2006/main" noChangeAspect="1"/>
          </p:cNvPicPr>
          <p:nvPr/>
        </p:nvPicPr>
        <p:blipFill>
          <a:blip xmlns:r="http://schemas.openxmlformats.org/officeDocument/2006/relationships" xmlns:a="http://schemas.openxmlformats.org/drawingml/2006/main" r:embed="R29c04fc5d0484e0f"/>
          <a:stretch xmlns:a="http://schemas.openxmlformats.org/drawingml/2006/main">
            <a:fillRect l="0" t="0" r="0" b="0"/>
          </a:stretch>
        </p:blipFill>
        <p:spPr>
          <a:xfrm xmlns:a="http://schemas.openxmlformats.org/drawingml/2006/main">
            <a:off x="453259" y="3957118"/>
            <a:ext cx="3448718" cy="1786436"/>
          </a:xfrm>
          <a:prstGeom xmlns:a="http://schemas.openxmlformats.org/drawingml/2006/main" prst="rect">
            <a:avLst/>
          </a:prstGeom>
        </p:spPr>
      </p:pic>
      <p:pic>
        <p:nvPicPr>
          <p:cNvPr id="65" name="table"/>
          <p:cNvPicPr>
            <a:picLocks xmlns:a="http://schemas.openxmlformats.org/drawingml/2006/main" noChangeAspect="1"/>
          </p:cNvPicPr>
          <p:nvPr/>
        </p:nvPicPr>
        <p:blipFill>
          <a:blip xmlns:r="http://schemas.openxmlformats.org/officeDocument/2006/relationships" xmlns:a="http://schemas.openxmlformats.org/drawingml/2006/main" r:embed="R77a9574d723a4074"/>
          <a:stretch xmlns:a="http://schemas.openxmlformats.org/drawingml/2006/main">
            <a:fillRect l="0" t="0" r="0" b="0"/>
          </a:stretch>
        </p:blipFill>
        <p:spPr>
          <a:xfrm xmlns:a="http://schemas.openxmlformats.org/drawingml/2006/main">
            <a:off x="5025232" y="3886232"/>
            <a:ext cx="3448142" cy="1751656"/>
          </a:xfrm>
          <a:prstGeom xmlns:a="http://schemas.openxmlformats.org/drawingml/2006/main" prst="rect">
            <a:avLst/>
          </a:prstGeom>
        </p:spPr>
      </p:pic>
      <p:sp>
        <p:nvSpPr>
          <p:cNvPr id="32" name="右箭头 31">
            <a:extLst xmlns:a="http://schemas.openxmlformats.org/drawingml/2006/main">
              <a:ext uri="{FF2B5EF4-FFF2-40B4-BE49-F238E27FC236}">
                <a16:creationId xmlns:a16="http://schemas.microsoft.com/office/drawing/2014/main" id="{2161AAD6-638C-479A-85A7-C52D37D34C08}"/>
              </a:ext>
            </a:extLst>
          </p:cNvPr>
          <p:cNvSpPr>
            <a:spLocks xmlns:a="http://schemas.openxmlformats.org/drawingml/2006/main" noGrp="1"/>
          </p:cNvSpPr>
          <p:nvPr/>
        </p:nvSpPr>
        <p:spPr>
          <a:xfrm xmlns:a="http://schemas.openxmlformats.org/drawingml/2006/main" rot="5400000">
            <a:off x="1176608" y="3604647"/>
            <a:ext cx="399595" cy="199634"/>
          </a:xfrm>
          <a:prstGeom xmlns:a="http://schemas.openxmlformats.org/drawingml/2006/main" prst="rightArrow">
            <a:avLst/>
          </a:prstGeom>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右箭头 33">
            <a:extLst xmlns:a="http://schemas.openxmlformats.org/drawingml/2006/main">
              <a:ext uri="{FF2B5EF4-FFF2-40B4-BE49-F238E27FC236}">
                <a16:creationId xmlns:a16="http://schemas.microsoft.com/office/drawing/2014/main" id="{DAC00D22-5CB4-42BC-B50C-CB4DD095A7FD}"/>
              </a:ext>
            </a:extLst>
          </p:cNvPr>
          <p:cNvSpPr>
            <a:spLocks xmlns:a="http://schemas.openxmlformats.org/drawingml/2006/main" noGrp="1"/>
          </p:cNvSpPr>
          <p:nvPr/>
        </p:nvSpPr>
        <p:spPr>
          <a:xfrm xmlns:a="http://schemas.openxmlformats.org/drawingml/2006/main" rot="5400000">
            <a:off x="6387396" y="3564901"/>
            <a:ext cx="399595" cy="199634"/>
          </a:xfrm>
          <a:prstGeom xmlns:a="http://schemas.openxmlformats.org/drawingml/2006/main" prst="rightArrow">
            <a:avLst/>
          </a:prstGeom>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16752027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8" name="圆角矩形 17">
            <a:extLst xmlns:a="http://schemas.openxmlformats.org/drawingml/2006/main">
              <a:ext uri="{FF2B5EF4-FFF2-40B4-BE49-F238E27FC236}">
                <a16:creationId xmlns:a16="http://schemas.microsoft.com/office/drawing/2014/main" id="{D5E6EBFC-79CE-4FD1-9DAD-59E9D9A4E3FF}"/>
              </a:ext>
            </a:extLst>
          </p:cNvPr>
          <p:cNvSpPr>
            <a:spLocks xmlns:a="http://schemas.openxmlformats.org/drawingml/2006/main" noGrp="1"/>
          </p:cNvSpPr>
          <p:nvPr/>
        </p:nvSpPr>
        <p:spPr>
          <a:xfrm xmlns:a="http://schemas.openxmlformats.org/drawingml/2006/main">
            <a:off x="2480310" y="4593926"/>
            <a:ext cx="6626202" cy="1248984"/>
          </a:xfrm>
          <a:prstGeom xmlns:a="http://schemas.openxmlformats.org/drawingml/2006/main" prst="roundRect">
            <a:avLst/>
          </a:prstGeom>
          <a:solidFill xmlns:a="http://schemas.openxmlformats.org/drawingml/2006/main">
            <a:srgbClr val="F0D2AF"/>
          </a:solidFill>
          <a:ln xmlns:a="http://schemas.openxmlformats.org/drawingml/2006/main">
            <a:solidFill>
              <a:schemeClr val="bg2">
                <a:lumMod val="75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602" name="标题 1">
            <a:extLst xmlns:a="http://schemas.openxmlformats.org/drawingml/2006/main">
              <a:ext uri="{FF2B5EF4-FFF2-40B4-BE49-F238E27FC236}">
                <a16:creationId xmlns:a16="http://schemas.microsoft.com/office/drawing/2014/main" id="{0CCE70FF-51B7-4940-8618-4D0132E42FD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特征选取是成败的关键</a:t>
            </a:r>
          </a:p>
        </p:txBody>
      </p:sp>
      <p:sp>
        <p:nvSpPr>
          <p:cNvPr id="25603" name="内容占位符 2">
            <a:extLst xmlns:a="http://schemas.openxmlformats.org/drawingml/2006/main">
              <a:ext uri="{FF2B5EF4-FFF2-40B4-BE49-F238E27FC236}">
                <a16:creationId xmlns:a16="http://schemas.microsoft.com/office/drawing/2014/main" id="{CAF96181-7B2C-4A32-962F-2A0E724D9394}"/>
              </a:ext>
            </a:extLst>
          </p:cNvPr>
          <p:cNvSpPr>
            <a:spLocks xmlns:a="http://schemas.openxmlformats.org/drawingml/2006/main" noGrp="1"/>
          </p:cNvSpPr>
          <p:nvPr>
            <p:ph idx="4294967295"/>
          </p:nvPr>
        </p:nvSpPr>
        <p:spPr>
          <a:xfrm xmlns:a="http://schemas.openxmlformats.org/drawingml/2006/main">
            <a:off x="3871661" y="5952123"/>
            <a:ext cx="3530130" cy="934335"/>
          </a:xfrm>
        </p:spPr>
        <p:txBody>
          <a:bodyPr xmlns:a="http://schemas.openxmlformats.org/drawingml/2006/main"/>
          <a:lstStyle xmlns:a="http://schemas.openxmlformats.org/drawingml/2006/main"/>
          <a:p xmlns:a="http://schemas.openxmlformats.org/drawingml/2006/main">
            <a:pPr>
              <a:buNone/>
            </a:pPr>
            <a:r>
              <a:rPr sz="2000">
                <a:solidFill>
                  <a:schemeClr val="accent5"/>
                </a:solidFill>
              </a:rPr>
              <a:t>特征提取对效果影响极大</a:t>
            </a:r>
          </a:p>
          <a:p xmlns:a="http://schemas.openxmlformats.org/drawingml/2006/main">
            <a:pPr>
              <a:buNone/>
            </a:pPr>
            <a:r>
              <a:rPr sz="2000">
                <a:solidFill>
                  <a:schemeClr val="accent5"/>
                </a:solidFill>
              </a:rPr>
              <a:t>手动化特征工程非常耗时</a:t>
            </a:r>
          </a:p>
        </p:txBody>
      </p:sp>
      <p:sp>
        <p:nvSpPr>
          <p:cNvPr id="10" name="圆角矩形 25">
            <a:extLst xmlns:a="http://schemas.openxmlformats.org/drawingml/2006/main">
              <a:ext uri="{FF2B5EF4-FFF2-40B4-BE49-F238E27FC236}">
                <a16:creationId xmlns:a16="http://schemas.microsoft.com/office/drawing/2014/main" id="{622997BF-6CF8-42F7-A906-D74FC2108487}"/>
              </a:ext>
            </a:extLst>
          </p:cNvPr>
          <p:cNvSpPr>
            <a:spLocks xmlns:a="http://schemas.openxmlformats.org/drawingml/2006/main" noGrp="1"/>
          </p:cNvSpPr>
          <p:nvPr/>
        </p:nvSpPr>
        <p:spPr>
          <a:xfrm xmlns:a="http://schemas.openxmlformats.org/drawingml/2006/main">
            <a:off x="2560321" y="4928967"/>
            <a:ext cx="1219811" cy="383084"/>
          </a:xfrm>
          <a:prstGeom xmlns:a="http://schemas.openxmlformats.org/drawingml/2006/main" prst="roundRect">
            <a:avLst/>
          </a:prstGeom>
          <a:solidFill xmlns:a="http://schemas.openxmlformats.org/drawingml/2006/main">
            <a:schemeClr val="accent2"/>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a:solidFill>
                  <a:schemeClr val="bg1"/>
                </a:solidFill>
                <a:latin typeface="微软雅黑"/>
                <a:ea typeface="微软雅黑"/>
                <a:cs typeface="微软雅黑"/>
              </a:rPr>
              <a:t>低层信息</a:t>
            </a:r>
          </a:p>
        </p:txBody>
      </p:sp>
      <p:sp>
        <p:nvSpPr>
          <p:cNvPr id="11" name="右箭头 5">
            <a:extLst xmlns:a="http://schemas.openxmlformats.org/drawingml/2006/main">
              <a:ext uri="{FF2B5EF4-FFF2-40B4-BE49-F238E27FC236}">
                <a16:creationId xmlns:a16="http://schemas.microsoft.com/office/drawing/2014/main" id="{655C381B-5090-4523-B906-A92EE50C69F8}"/>
              </a:ext>
            </a:extLst>
          </p:cNvPr>
          <p:cNvSpPr>
            <a:spLocks xmlns:a="http://schemas.openxmlformats.org/drawingml/2006/main" noGrp="1"/>
          </p:cNvSpPr>
          <p:nvPr/>
        </p:nvSpPr>
        <p:spPr>
          <a:xfrm xmlns:a="http://schemas.openxmlformats.org/drawingml/2006/main">
            <a:off x="3807952" y="4921310"/>
            <a:ext cx="514976" cy="550247"/>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p>
        </p:txBody>
      </p:sp>
      <p:sp>
        <p:nvSpPr>
          <p:cNvPr id="12" name="圆角矩形 25">
            <a:extLst xmlns:a="http://schemas.openxmlformats.org/drawingml/2006/main">
              <a:ext uri="{FF2B5EF4-FFF2-40B4-BE49-F238E27FC236}">
                <a16:creationId xmlns:a16="http://schemas.microsoft.com/office/drawing/2014/main" id="{1BB4033F-94BA-4945-96D0-96BF58345303}"/>
              </a:ext>
            </a:extLst>
          </p:cNvPr>
          <p:cNvSpPr>
            <a:spLocks xmlns:a="http://schemas.openxmlformats.org/drawingml/2006/main" noGrp="1"/>
          </p:cNvSpPr>
          <p:nvPr/>
        </p:nvSpPr>
        <p:spPr>
          <a:xfrm xmlns:a="http://schemas.openxmlformats.org/drawingml/2006/main">
            <a:off x="4331971" y="4928967"/>
            <a:ext cx="1219811" cy="383084"/>
          </a:xfrm>
          <a:prstGeom xmlns:a="http://schemas.openxmlformats.org/drawingml/2006/main" prst="roundRect">
            <a:avLst/>
          </a:prstGeom>
          <a:solidFill xmlns:a="http://schemas.openxmlformats.org/drawingml/2006/main">
            <a:schemeClr val="accent2"/>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a:solidFill>
                  <a:schemeClr val="bg1"/>
                </a:solidFill>
                <a:latin typeface="微软雅黑"/>
                <a:ea typeface="微软雅黑"/>
                <a:cs typeface="微软雅黑"/>
              </a:rPr>
              <a:t>预处理</a:t>
            </a:r>
          </a:p>
        </p:txBody>
      </p:sp>
      <p:sp>
        <p:nvSpPr>
          <p:cNvPr id="13" name="圆角矩形 25">
            <a:extLst xmlns:a="http://schemas.openxmlformats.org/drawingml/2006/main">
              <a:ext uri="{FF2B5EF4-FFF2-40B4-BE49-F238E27FC236}">
                <a16:creationId xmlns:a16="http://schemas.microsoft.com/office/drawing/2014/main" id="{2AEBF6B3-5B5F-4B31-823A-51745491C0F8}"/>
              </a:ext>
            </a:extLst>
          </p:cNvPr>
          <p:cNvSpPr>
            <a:spLocks xmlns:a="http://schemas.openxmlformats.org/drawingml/2006/main" noGrp="1"/>
          </p:cNvSpPr>
          <p:nvPr/>
        </p:nvSpPr>
        <p:spPr>
          <a:xfrm xmlns:a="http://schemas.openxmlformats.org/drawingml/2006/main">
            <a:off x="6092191" y="4928967"/>
            <a:ext cx="1219811" cy="383084"/>
          </a:xfrm>
          <a:prstGeom xmlns:a="http://schemas.openxmlformats.org/drawingml/2006/main" prst="roundRect">
            <a:avLst/>
          </a:prstGeom>
          <a:solidFill xmlns:a="http://schemas.openxmlformats.org/drawingml/2006/main">
            <a:schemeClr val="accent2"/>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a:solidFill>
                  <a:schemeClr val="bg1"/>
                </a:solidFill>
                <a:latin typeface="微软雅黑"/>
                <a:ea typeface="微软雅黑"/>
                <a:cs typeface="微软雅黑"/>
              </a:rPr>
              <a:t>特征提取</a:t>
            </a:r>
          </a:p>
        </p:txBody>
      </p:sp>
      <p:sp>
        <p:nvSpPr>
          <p:cNvPr id="14" name="右箭头 5">
            <a:extLst xmlns:a="http://schemas.openxmlformats.org/drawingml/2006/main">
              <a:ext uri="{FF2B5EF4-FFF2-40B4-BE49-F238E27FC236}">
                <a16:creationId xmlns:a16="http://schemas.microsoft.com/office/drawing/2014/main" id="{136938FF-B87D-493E-BE49-2352B04E136D}"/>
              </a:ext>
            </a:extLst>
          </p:cNvPr>
          <p:cNvSpPr>
            <a:spLocks xmlns:a="http://schemas.openxmlformats.org/drawingml/2006/main" noGrp="1"/>
          </p:cNvSpPr>
          <p:nvPr/>
        </p:nvSpPr>
        <p:spPr>
          <a:xfrm xmlns:a="http://schemas.openxmlformats.org/drawingml/2006/main">
            <a:off x="7328392" y="4932740"/>
            <a:ext cx="514976" cy="550247"/>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p>
        </p:txBody>
      </p:sp>
      <p:sp>
        <p:nvSpPr>
          <p:cNvPr id="15" name="右箭头 5">
            <a:extLst xmlns:a="http://schemas.openxmlformats.org/drawingml/2006/main">
              <a:ext uri="{FF2B5EF4-FFF2-40B4-BE49-F238E27FC236}">
                <a16:creationId xmlns:a16="http://schemas.microsoft.com/office/drawing/2014/main" id="{3DAEF2AB-F316-420A-B806-BB59E1046CA5}"/>
              </a:ext>
            </a:extLst>
          </p:cNvPr>
          <p:cNvSpPr>
            <a:spLocks xmlns:a="http://schemas.openxmlformats.org/drawingml/2006/main" noGrp="1"/>
          </p:cNvSpPr>
          <p:nvPr/>
        </p:nvSpPr>
        <p:spPr>
          <a:xfrm xmlns:a="http://schemas.openxmlformats.org/drawingml/2006/main">
            <a:off x="5579602" y="4909880"/>
            <a:ext cx="514976" cy="550247"/>
          </a:xfrm>
          <a:prstGeom xmlns:a="http://schemas.openxmlformats.org/drawingml/2006/main" prst="rightArrow">
            <a:avLst/>
          </a:prstGeom>
          <a:ln xmlns:a="http://schemas.openxmlformats.org/drawingml/2006/main">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buNone/>
            </a:pPr>
          </a:p>
        </p:txBody>
      </p:sp>
      <p:sp>
        <p:nvSpPr>
          <p:cNvPr id="16" name="圆角矩形 25">
            <a:extLst xmlns:a="http://schemas.openxmlformats.org/drawingml/2006/main">
              <a:ext uri="{FF2B5EF4-FFF2-40B4-BE49-F238E27FC236}">
                <a16:creationId xmlns:a16="http://schemas.microsoft.com/office/drawing/2014/main" id="{D46CF019-5ADA-42C1-8057-5F0EF721FCA5}"/>
              </a:ext>
            </a:extLst>
          </p:cNvPr>
          <p:cNvSpPr>
            <a:spLocks xmlns:a="http://schemas.openxmlformats.org/drawingml/2006/main" noGrp="1"/>
          </p:cNvSpPr>
          <p:nvPr/>
        </p:nvSpPr>
        <p:spPr>
          <a:xfrm xmlns:a="http://schemas.openxmlformats.org/drawingml/2006/main">
            <a:off x="7852411" y="4940397"/>
            <a:ext cx="1219811" cy="383084"/>
          </a:xfrm>
          <a:prstGeom xmlns:a="http://schemas.openxmlformats.org/drawingml/2006/main" prst="roundRect">
            <a:avLst/>
          </a:prstGeom>
          <a:solidFill xmlns:a="http://schemas.openxmlformats.org/drawingml/2006/main">
            <a:schemeClr val="accent2"/>
          </a:solidFill>
          <a:ln xmlns:a="http://schemas.openxmlformats.org/drawingml/2006/main">
            <a:solidFill>
              <a:schemeClr val="bg1"/>
            </a:solidFill>
            <a:headEnd type="none" w="med" len="med"/>
            <a:tailEnd type="none" w="med" len="med"/>
          </a:ln>
        </p:spPr>
        <p:style>
          <a:lnRef xmlns:a="http://schemas.openxmlformats.org/drawingml/2006/main" idx="2">
            <a:schemeClr val="dk1"/>
          </a:lnRef>
          <a:fillRef xmlns:a="http://schemas.openxmlformats.org/drawingml/2006/main" idx="1">
            <a:schemeClr val="lt1"/>
          </a:fillRef>
          <a:effectRef xmlns:a="http://schemas.openxmlformats.org/drawingml/2006/main" idx="0">
            <a:schemeClr val="dk1"/>
          </a:effectRef>
          <a:fontRef xmlns:a="http://schemas.openxmlformats.org/drawingml/2006/main" idx="minor">
            <a:schemeClr val="dk1"/>
          </a:fontRef>
        </p:style>
        <p:txBody>
          <a:bodyPr xmlns:a="http://schemas.openxmlformats.org/drawingml/2006/main" vert="horz" wrap="square" lIns="68580" tIns="34290" rIns="68580" bIns="34290" anchor="t">
            <a:spAutoFit/>
          </a:bodyPr>
          <a:lstStyle xmlns:a="http://schemas.openxmlformats.org/drawingml/2006/main">
            <a:lvl1pPr algn="l">
              <a:buNone/>
              <a:defRPr>
                <a:solidFill>
                  <a:schemeClr val="dk1"/>
                </a:solidFill>
                <a:latin typeface="+mn-lt"/>
                <a:ea typeface="+mn-lt"/>
                <a:cs typeface="+mn-lt"/>
              </a:defRPr>
            </a:lvl1pPr>
            <a:lvl2pPr marL="457200" algn="l">
              <a:buNone/>
              <a:defRPr>
                <a:solidFill>
                  <a:schemeClr val="dk1"/>
                </a:solidFill>
                <a:latin typeface="+mn-lt"/>
                <a:ea typeface="+mn-lt"/>
                <a:cs typeface="+mn-lt"/>
              </a:defRPr>
            </a:lvl2pPr>
            <a:lvl3pPr marL="914400" algn="l">
              <a:buNone/>
              <a:defRPr>
                <a:solidFill>
                  <a:schemeClr val="dk1"/>
                </a:solidFill>
                <a:latin typeface="+mn-lt"/>
                <a:ea typeface="+mn-lt"/>
                <a:cs typeface="+mn-lt"/>
              </a:defRPr>
            </a:lvl3pPr>
            <a:lvl4pPr marL="1371600" algn="l">
              <a:buNone/>
              <a:defRPr>
                <a:solidFill>
                  <a:schemeClr val="dk1"/>
                </a:solidFill>
                <a:latin typeface="+mn-lt"/>
                <a:ea typeface="+mn-lt"/>
                <a:cs typeface="+mn-lt"/>
              </a:defRPr>
            </a:lvl4pPr>
            <a:lvl5pPr marL="1828800" algn="l">
              <a:buNone/>
              <a:defRPr>
                <a:solidFill>
                  <a:schemeClr val="dk1"/>
                </a:solidFill>
                <a:latin typeface="+mn-lt"/>
                <a:ea typeface="+mn-lt"/>
                <a:cs typeface="+mn-lt"/>
              </a:defRPr>
            </a:lvl5pPr>
            <a:lvl6pPr marL="2286000" algn="l">
              <a:buNone/>
              <a:defRPr>
                <a:solidFill>
                  <a:schemeClr val="dk1"/>
                </a:solidFill>
                <a:latin typeface="+mn-lt"/>
                <a:ea typeface="+mn-lt"/>
                <a:cs typeface="+mn-lt"/>
              </a:defRPr>
            </a:lvl6pPr>
            <a:lvl7pPr marL="2743200" algn="l">
              <a:buNone/>
              <a:defRPr>
                <a:solidFill>
                  <a:schemeClr val="dk1"/>
                </a:solidFill>
                <a:latin typeface="+mn-lt"/>
                <a:ea typeface="+mn-lt"/>
                <a:cs typeface="+mn-lt"/>
              </a:defRPr>
            </a:lvl7pPr>
            <a:lvl8pPr marL="3200400" algn="l">
              <a:buNone/>
              <a:defRPr>
                <a:solidFill>
                  <a:schemeClr val="dk1"/>
                </a:solidFill>
                <a:latin typeface="+mn-lt"/>
                <a:ea typeface="+mn-lt"/>
                <a:cs typeface="+mn-lt"/>
              </a:defRPr>
            </a:lvl8pPr>
            <a:lvl9pPr marL="3657600" algn="l">
              <a:buNone/>
              <a:defRPr>
                <a:solidFill>
                  <a:schemeClr val="dk1"/>
                </a:solidFill>
                <a:latin typeface="+mn-lt"/>
                <a:ea typeface="+mn-lt"/>
                <a:cs typeface="+mn-lt"/>
              </a:defRPr>
            </a:lvl9pPr>
          </a:lstStyle>
          <a:p xmlns:a="http://schemas.openxmlformats.org/drawingml/2006/main">
            <a:pPr algn="ctr">
              <a:buNone/>
            </a:pPr>
            <a:r>
              <a:rPr>
                <a:solidFill>
                  <a:schemeClr val="bg1"/>
                </a:solidFill>
                <a:latin typeface="微软雅黑"/>
                <a:ea typeface="微软雅黑"/>
                <a:cs typeface="微软雅黑"/>
              </a:rPr>
              <a:t>识别分类</a:t>
            </a:r>
          </a:p>
        </p:txBody>
      </p:sp>
      <p:sp>
        <p:nvSpPr>
          <p:cNvPr id="17" name="TextBox 25">
            <a:extLst xmlns:a="http://schemas.openxmlformats.org/drawingml/2006/main">
              <a:ext uri="{FF2B5EF4-FFF2-40B4-BE49-F238E27FC236}">
                <a16:creationId xmlns:a16="http://schemas.microsoft.com/office/drawing/2014/main" id="{B138DB4D-6C50-4B7E-AAF4-1C579EFE5B15}"/>
              </a:ext>
            </a:extLst>
          </p:cNvPr>
          <p:cNvSpPr>
            <a:spLocks xmlns:a="http://schemas.openxmlformats.org/drawingml/2006/main" noGrp="1"/>
          </p:cNvSpPr>
          <p:nvPr/>
        </p:nvSpPr>
        <p:spPr>
          <a:xfrm xmlns:a="http://schemas.openxmlformats.org/drawingml/2006/main">
            <a:off x="4406167" y="5519745"/>
            <a:ext cx="2089033" cy="34624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a:spAutoFit/>
          </a:bodyPr>
          <a:lstStyle xmlns:a="http://schemas.openxmlformats.org/drawingml/2006/main">
            <a:lvl1pPr>
              <a:lnSpc>
                <a:spcPct val="90000"/>
              </a:lnSpc>
              <a:spcBef>
                <a:spcPts val="1000"/>
              </a:spcBef>
              <a:buChar char="•"/>
              <a:defRPr sz="2800">
                <a:solidFill>
                  <a:schemeClr val="tx1"/>
                </a:solidFill>
                <a:latin typeface="Calibri"/>
                <a:ea typeface="Calibri"/>
                <a:cs typeface="Calibri"/>
              </a:defRPr>
            </a:lvl1pPr>
            <a:lvl2pPr marL="742950" indent="-285750">
              <a:lnSpc>
                <a:spcPct val="90000"/>
              </a:lnSpc>
              <a:spcBef>
                <a:spcPts val="500"/>
              </a:spcBef>
              <a:buChar char="•"/>
              <a:defRPr sz="2400">
                <a:solidFill>
                  <a:schemeClr val="tx1"/>
                </a:solidFill>
                <a:latin typeface="Calibri"/>
                <a:ea typeface="Calibri"/>
                <a:cs typeface="Calibri"/>
              </a:defRPr>
            </a:lvl2pPr>
            <a:lvl3pPr marL="1143000" indent="-228600">
              <a:lnSpc>
                <a:spcPct val="90000"/>
              </a:lnSpc>
              <a:spcBef>
                <a:spcPts val="500"/>
              </a:spcBef>
              <a:buChar char="•"/>
              <a:defRPr sz="2000">
                <a:solidFill>
                  <a:schemeClr val="tx1"/>
                </a:solidFill>
                <a:latin typeface="Calibri"/>
                <a:ea typeface="Calibri"/>
                <a:cs typeface="Calibri"/>
              </a:defRPr>
            </a:lvl3pPr>
            <a:lvl4pPr marL="1600200" indent="-228600">
              <a:lnSpc>
                <a:spcPct val="90000"/>
              </a:lnSpc>
              <a:spcBef>
                <a:spcPts val="500"/>
              </a:spcBef>
              <a:buChar char="•"/>
              <a:defRPr sz="2000">
                <a:solidFill>
                  <a:schemeClr val="tx1"/>
                </a:solidFill>
                <a:latin typeface="Calibri"/>
                <a:ea typeface="Calibri"/>
                <a:cs typeface="Calibri"/>
              </a:defRPr>
            </a:lvl4pPr>
            <a:lvl5pPr marL="2057400" indent="-228600">
              <a:lnSpc>
                <a:spcPct val="90000"/>
              </a:lnSpc>
              <a:spcBef>
                <a:spcPts val="500"/>
              </a:spcBef>
              <a:buChar char="•"/>
              <a:defRPr sz="2000">
                <a:solidFill>
                  <a:schemeClr val="tx1"/>
                </a:solidFill>
                <a:latin typeface="Calibri"/>
                <a:ea typeface="Calibri"/>
                <a:cs typeface="Calibri"/>
              </a:defRPr>
            </a:lvl5pPr>
            <a:lvl6pPr marL="2514600" indent="-228600">
              <a:lnSpc>
                <a:spcPct val="90000"/>
              </a:lnSpc>
              <a:spcBef>
                <a:spcPts val="500"/>
              </a:spcBef>
              <a:buChar char="•"/>
              <a:defRPr sz="2000">
                <a:solidFill>
                  <a:schemeClr val="tx1"/>
                </a:solidFill>
                <a:latin typeface="Calibri"/>
                <a:ea typeface="Calibri"/>
                <a:cs typeface="Calibri"/>
              </a:defRPr>
            </a:lvl6pPr>
            <a:lvl7pPr marL="2971800" indent="-228600">
              <a:lnSpc>
                <a:spcPct val="90000"/>
              </a:lnSpc>
              <a:spcBef>
                <a:spcPts val="500"/>
              </a:spcBef>
              <a:buChar char="•"/>
              <a:defRPr sz="2000">
                <a:solidFill>
                  <a:schemeClr val="tx1"/>
                </a:solidFill>
                <a:latin typeface="Calibri"/>
                <a:ea typeface="Calibri"/>
                <a:cs typeface="Calibri"/>
              </a:defRPr>
            </a:lvl7pPr>
            <a:lvl8pPr marL="3429000" indent="-228600">
              <a:lnSpc>
                <a:spcPct val="90000"/>
              </a:lnSpc>
              <a:spcBef>
                <a:spcPts val="500"/>
              </a:spcBef>
              <a:buChar char="•"/>
              <a:defRPr sz="2000">
                <a:solidFill>
                  <a:schemeClr val="tx1"/>
                </a:solidFill>
                <a:latin typeface="Calibri"/>
                <a:ea typeface="Calibri"/>
                <a:cs typeface="Calibri"/>
              </a:defRPr>
            </a:lvl8pPr>
            <a:lvl9pPr marL="3886200" indent="-228600">
              <a:lnSpc>
                <a:spcPct val="90000"/>
              </a:lnSpc>
              <a:spcBef>
                <a:spcPts val="500"/>
              </a:spcBef>
              <a:buChar char="•"/>
              <a:defRPr sz="2000">
                <a:solidFill>
                  <a:schemeClr val="tx1"/>
                </a:solidFill>
                <a:latin typeface="Calibri"/>
                <a:ea typeface="Calibri"/>
                <a:cs typeface="Calibri"/>
              </a:defRPr>
            </a:lvl9pPr>
          </a:lstStyle>
          <a:p xmlns:a="http://schemas.openxmlformats.org/drawingml/2006/main">
            <a:pPr>
              <a:lnSpc>
                <a:spcPct val="100000"/>
              </a:lnSpc>
              <a:spcBef>
                <a:spcPts val="0"/>
              </a:spcBef>
              <a:buNone/>
            </a:pPr>
            <a:r>
              <a:rPr sz="1650" b="1">
                <a:solidFill>
                  <a:srgbClr val="262626"/>
                </a:solidFill>
                <a:latin typeface="微软雅黑"/>
                <a:ea typeface="微软雅黑"/>
                <a:cs typeface="微软雅黑"/>
              </a:rPr>
              <a:t>图像识别的一般流程</a:t>
            </a:r>
          </a:p>
        </p:txBody>
      </p:sp>
      <p:sp>
        <p:nvSpPr>
          <p:cNvPr id="8" name="文本框 2">
            <a:extLst xmlns:a="http://schemas.openxmlformats.org/drawingml/2006/main">
              <a:ext uri="{FF2B5EF4-FFF2-40B4-BE49-F238E27FC236}">
                <a16:creationId xmlns:a16="http://schemas.microsoft.com/office/drawing/2014/main" id="{5F0B1883-5D60-4092-AA91-B4E9F00D098C}"/>
              </a:ext>
            </a:extLst>
          </p:cNvPr>
          <p:cNvSpPr>
            <a:spLocks xmlns:a="http://schemas.openxmlformats.org/drawingml/2006/main" noGrp="1"/>
          </p:cNvSpPr>
          <p:nvPr/>
        </p:nvSpPr>
        <p:spPr>
          <a:xfrm xmlns:a="http://schemas.openxmlformats.org/drawingml/2006/main" rot="0">
            <a:off x="3780132" y="1574644"/>
            <a:ext cx="5028555" cy="6001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57175" indent="-257175">
              <a:buChar char="•"/>
            </a:pPr>
            <a:r>
              <a:rPr sz="1650"/>
              <a:t>人脑是通过分级的、多层网络模型来识别</a:t>
            </a:r>
          </a:p>
          <a:p xmlns:a="http://schemas.openxmlformats.org/drawingml/2006/main">
            <a:pPr marL="257175" indent="-257175">
              <a:buChar char="•"/>
            </a:pPr>
            <a:r>
              <a:rPr sz="1650"/>
              <a:t>减少数据量，保留物体的有用信息</a:t>
            </a:r>
          </a:p>
        </p:txBody>
      </p:sp>
      <p:sp>
        <p:nvSpPr>
          <p:cNvPr id="19" name="TextBox 25">
            <a:extLst xmlns:a="http://schemas.openxmlformats.org/drawingml/2006/main">
              <a:ext uri="{FF2B5EF4-FFF2-40B4-BE49-F238E27FC236}">
                <a16:creationId xmlns:a16="http://schemas.microsoft.com/office/drawing/2014/main" id="{36D977C4-7005-4516-AD55-11A34CE3FE2D}"/>
              </a:ext>
            </a:extLst>
          </p:cNvPr>
          <p:cNvSpPr>
            <a:spLocks xmlns:a="http://schemas.openxmlformats.org/drawingml/2006/main" noGrp="1"/>
          </p:cNvSpPr>
          <p:nvPr/>
        </p:nvSpPr>
        <p:spPr>
          <a:xfrm xmlns:a="http://schemas.openxmlformats.org/drawingml/2006/main" rot="0">
            <a:off x="3780132" y="1251479"/>
            <a:ext cx="2262158" cy="3693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a:spAutoFit/>
          </a:bodyPr>
          <a:lstStyle xmlns:a="http://schemas.openxmlformats.org/drawingml/2006/main">
            <a:lvl1pPr>
              <a:lnSpc>
                <a:spcPct val="90000"/>
              </a:lnSpc>
              <a:spcBef>
                <a:spcPts val="1000"/>
              </a:spcBef>
              <a:buChar char="•"/>
              <a:defRPr sz="2800">
                <a:solidFill>
                  <a:schemeClr val="tx1"/>
                </a:solidFill>
                <a:latin typeface="Calibri"/>
                <a:ea typeface="Calibri"/>
                <a:cs typeface="Calibri"/>
              </a:defRPr>
            </a:lvl1pPr>
            <a:lvl2pPr marL="742950" indent="-285750">
              <a:lnSpc>
                <a:spcPct val="90000"/>
              </a:lnSpc>
              <a:spcBef>
                <a:spcPts val="500"/>
              </a:spcBef>
              <a:buChar char="•"/>
              <a:defRPr sz="2400">
                <a:solidFill>
                  <a:schemeClr val="tx1"/>
                </a:solidFill>
                <a:latin typeface="Calibri"/>
                <a:ea typeface="Calibri"/>
                <a:cs typeface="Calibri"/>
              </a:defRPr>
            </a:lvl2pPr>
            <a:lvl3pPr marL="1143000" indent="-228600">
              <a:lnSpc>
                <a:spcPct val="90000"/>
              </a:lnSpc>
              <a:spcBef>
                <a:spcPts val="500"/>
              </a:spcBef>
              <a:buChar char="•"/>
              <a:defRPr sz="2000">
                <a:solidFill>
                  <a:schemeClr val="tx1"/>
                </a:solidFill>
                <a:latin typeface="Calibri"/>
                <a:ea typeface="Calibri"/>
                <a:cs typeface="Calibri"/>
              </a:defRPr>
            </a:lvl3pPr>
            <a:lvl4pPr marL="1600200" indent="-228600">
              <a:lnSpc>
                <a:spcPct val="90000"/>
              </a:lnSpc>
              <a:spcBef>
                <a:spcPts val="500"/>
              </a:spcBef>
              <a:buChar char="•"/>
              <a:defRPr sz="2000">
                <a:solidFill>
                  <a:schemeClr val="tx1"/>
                </a:solidFill>
                <a:latin typeface="Calibri"/>
                <a:ea typeface="Calibri"/>
                <a:cs typeface="Calibri"/>
              </a:defRPr>
            </a:lvl4pPr>
            <a:lvl5pPr marL="2057400" indent="-228600">
              <a:lnSpc>
                <a:spcPct val="90000"/>
              </a:lnSpc>
              <a:spcBef>
                <a:spcPts val="500"/>
              </a:spcBef>
              <a:buChar char="•"/>
              <a:defRPr sz="2000">
                <a:solidFill>
                  <a:schemeClr val="tx1"/>
                </a:solidFill>
                <a:latin typeface="Calibri"/>
                <a:ea typeface="Calibri"/>
                <a:cs typeface="Calibri"/>
              </a:defRPr>
            </a:lvl5pPr>
            <a:lvl6pPr marL="2514600" indent="-228600">
              <a:lnSpc>
                <a:spcPct val="90000"/>
              </a:lnSpc>
              <a:spcBef>
                <a:spcPts val="500"/>
              </a:spcBef>
              <a:buChar char="•"/>
              <a:defRPr sz="2000">
                <a:solidFill>
                  <a:schemeClr val="tx1"/>
                </a:solidFill>
                <a:latin typeface="Calibri"/>
                <a:ea typeface="Calibri"/>
                <a:cs typeface="Calibri"/>
              </a:defRPr>
            </a:lvl6pPr>
            <a:lvl7pPr marL="2971800" indent="-228600">
              <a:lnSpc>
                <a:spcPct val="90000"/>
              </a:lnSpc>
              <a:spcBef>
                <a:spcPts val="500"/>
              </a:spcBef>
              <a:buChar char="•"/>
              <a:defRPr sz="2000">
                <a:solidFill>
                  <a:schemeClr val="tx1"/>
                </a:solidFill>
                <a:latin typeface="Calibri"/>
                <a:ea typeface="Calibri"/>
                <a:cs typeface="Calibri"/>
              </a:defRPr>
            </a:lvl7pPr>
            <a:lvl8pPr marL="3429000" indent="-228600">
              <a:lnSpc>
                <a:spcPct val="90000"/>
              </a:lnSpc>
              <a:spcBef>
                <a:spcPts val="500"/>
              </a:spcBef>
              <a:buChar char="•"/>
              <a:defRPr sz="2000">
                <a:solidFill>
                  <a:schemeClr val="tx1"/>
                </a:solidFill>
                <a:latin typeface="Calibri"/>
                <a:ea typeface="Calibri"/>
                <a:cs typeface="Calibri"/>
              </a:defRPr>
            </a:lvl8pPr>
            <a:lvl9pPr marL="3886200" indent="-228600">
              <a:lnSpc>
                <a:spcPct val="90000"/>
              </a:lnSpc>
              <a:spcBef>
                <a:spcPts val="500"/>
              </a:spcBef>
              <a:buChar char="•"/>
              <a:defRPr sz="2000">
                <a:solidFill>
                  <a:schemeClr val="tx1"/>
                </a:solidFill>
                <a:latin typeface="Calibri"/>
                <a:ea typeface="Calibri"/>
                <a:cs typeface="Calibri"/>
              </a:defRPr>
            </a:lvl9pPr>
          </a:lstStyle>
          <a:p xmlns:a="http://schemas.openxmlformats.org/drawingml/2006/main">
            <a:pPr>
              <a:lnSpc>
                <a:spcPct val="100000"/>
              </a:lnSpc>
              <a:spcBef>
                <a:spcPts val="0"/>
              </a:spcBef>
              <a:buNone/>
            </a:pPr>
            <a:r>
              <a:rPr sz="1800" b="1">
                <a:solidFill>
                  <a:srgbClr val="262626"/>
                </a:solidFill>
                <a:latin typeface="微软雅黑"/>
                <a:ea typeface="微软雅黑"/>
                <a:cs typeface="微软雅黑"/>
              </a:rPr>
              <a:t>人脑识别图像的过程</a:t>
            </a:r>
          </a:p>
        </p:txBody>
      </p:sp>
    </p:spTree>
    <p:extLst>
      <p:ext uri="{BB962C8B-B14F-4D97-AF65-F5344CB8AC3E}">
        <p14:creationId xmlns:p14="http://schemas.microsoft.com/office/powerpoint/2010/main" val="39652837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内容占位符 2">
            <a:extLst xmlns:a="http://schemas.openxmlformats.org/drawingml/2006/main">
              <a:ext uri="{FF2B5EF4-FFF2-40B4-BE49-F238E27FC236}">
                <a16:creationId xmlns:a16="http://schemas.microsoft.com/office/drawing/2014/main" id="{5B7C711F-AA77-4C69-8C2B-27E56988E917}"/>
              </a:ext>
            </a:extLst>
          </p:cNvPr>
          <p:cNvSpPr>
            <a:spLocks xmlns:a="http://schemas.openxmlformats.org/drawingml/2006/main" noGrp="1"/>
          </p:cNvSpPr>
          <p:nvPr/>
        </p:nvSpPr>
        <p:spPr>
          <a:xfrm xmlns:a="http://schemas.openxmlformats.org/drawingml/2006/main">
            <a:off x="459060" y="4383037"/>
            <a:ext cx="8001371" cy="1638251"/>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2000">
                <a:solidFill>
                  <a:schemeClr val="tx1"/>
                </a:solidFill>
                <a:latin typeface="+mn-lt"/>
                <a:ea typeface="+mn-lt"/>
                <a:cs typeface="+mn-lt"/>
              </a:defRPr>
            </a:lvl4pPr>
            <a:lvl5pPr marL="2057400" indent="-228600" algn="l">
              <a:lnSpc>
                <a:spcPct val="90000"/>
              </a:lnSpc>
              <a:spcBef>
                <a:spcPts val="500"/>
              </a:spcBef>
              <a:buChar char="•"/>
              <a:defRPr sz="2000">
                <a:solidFill>
                  <a:schemeClr val="tx1"/>
                </a:solidFill>
                <a:latin typeface="+mn-lt"/>
                <a:ea typeface="+mn-lt"/>
                <a:cs typeface="+mn-lt"/>
              </a:defRPr>
            </a:lvl5pPr>
            <a:lvl6pPr marL="2514600" indent="-228600" algn="l">
              <a:lnSpc>
                <a:spcPct val="90000"/>
              </a:lnSpc>
              <a:spcBef>
                <a:spcPts val="500"/>
              </a:spcBef>
              <a:buChar char="•"/>
              <a:defRPr>
                <a:solidFill>
                  <a:schemeClr val="tx1"/>
                </a:solidFill>
                <a:latin typeface="+mn-lt"/>
                <a:ea typeface="+mn-lt"/>
                <a:cs typeface="+mn-lt"/>
              </a:defRPr>
            </a:lvl6pPr>
            <a:lvl7pPr marL="2971800" indent="-228600" algn="l">
              <a:lnSpc>
                <a:spcPct val="90000"/>
              </a:lnSpc>
              <a:spcBef>
                <a:spcPts val="500"/>
              </a:spcBef>
              <a:buChar char="•"/>
              <a:defRPr>
                <a:solidFill>
                  <a:schemeClr val="tx1"/>
                </a:solidFill>
                <a:latin typeface="+mn-lt"/>
                <a:ea typeface="+mn-lt"/>
                <a:cs typeface="+mn-lt"/>
              </a:defRPr>
            </a:lvl7pPr>
            <a:lvl8pPr marL="3429000" indent="-228600" algn="l">
              <a:lnSpc>
                <a:spcPct val="90000"/>
              </a:lnSpc>
              <a:spcBef>
                <a:spcPts val="500"/>
              </a:spcBef>
              <a:buChar char="•"/>
              <a:defRPr>
                <a:solidFill>
                  <a:schemeClr val="tx1"/>
                </a:solidFill>
                <a:latin typeface="+mn-lt"/>
                <a:ea typeface="+mn-lt"/>
                <a:cs typeface="+mn-lt"/>
              </a:defRPr>
            </a:lvl8pPr>
            <a:lvl9pPr marL="3886200" indent="-228600" algn="l">
              <a:lnSpc>
                <a:spcPct val="90000"/>
              </a:lnSpc>
              <a:spcBef>
                <a:spcPts val="500"/>
              </a:spcBef>
              <a:buChar char="•"/>
              <a:defRPr>
                <a:solidFill>
                  <a:schemeClr val="tx1"/>
                </a:solidFill>
                <a:latin typeface="+mn-lt"/>
                <a:ea typeface="+mn-lt"/>
                <a:cs typeface="+mn-lt"/>
              </a:defRPr>
            </a:lvl9pPr>
          </a:lstStyle>
          <a:p xmlns:a="http://schemas.openxmlformats.org/drawingml/2006/main">
            <a:pPr>
              <a:buNone/>
            </a:pPr>
            <a:r>
              <a:rPr sz="1800">
                <a:latin typeface="Microsoft YaHei"/>
                <a:ea typeface="Microsoft YaHei"/>
                <a:cs typeface="Microsoft YaHei"/>
              </a:rPr>
              <a:t>当感知器用于两类模式的分类时，相当于在高维样本空间中，用一个超平面将两类样本分开</a:t>
            </a:r>
          </a:p>
          <a:p xmlns:a="http://schemas.openxmlformats.org/drawingml/2006/main">
            <a:pPr>
              <a:buNone/>
            </a:pPr>
            <a:r>
              <a:rPr sz="1800">
                <a:solidFill>
                  <a:srgbClr val="CC0000"/>
                </a:solidFill>
                <a:latin typeface="Microsoft YaHei"/>
                <a:ea typeface="Microsoft YaHei"/>
                <a:cs typeface="Microsoft YaHei"/>
              </a:rPr>
              <a:t>神经网络的学习过程就是神经网络参数的设定过程</a:t>
            </a:r>
          </a:p>
          <a:p xmlns:a="http://schemas.openxmlformats.org/drawingml/2006/main">
            <a:pPr>
              <a:buNone/>
            </a:pPr>
            <a:r>
              <a:rPr sz="1800">
                <a:latin typeface="Microsoft YaHei"/>
                <a:ea typeface="Microsoft YaHei"/>
                <a:cs typeface="Microsoft YaHei"/>
              </a:rPr>
              <a:t>一个神经元网络</a:t>
            </a:r>
            <a:r>
              <a:rPr sz="1800">
                <a:solidFill>
                  <a:srgbClr val="CC0000"/>
                </a:solidFill>
                <a:latin typeface="Microsoft YaHei"/>
                <a:ea typeface="Microsoft YaHei"/>
                <a:cs typeface="Microsoft YaHei"/>
              </a:rPr>
              <a:t>结构</a:t>
            </a:r>
            <a:r>
              <a:rPr sz="1800">
                <a:latin typeface="Microsoft YaHei"/>
                <a:ea typeface="Microsoft YaHei"/>
                <a:cs typeface="Microsoft YaHei"/>
              </a:rPr>
              <a:t>确定之后，需要对一系列</a:t>
            </a:r>
            <a:r>
              <a:rPr sz="1800">
                <a:solidFill>
                  <a:srgbClr val="CC0000"/>
                </a:solidFill>
                <a:latin typeface="Microsoft YaHei"/>
                <a:ea typeface="Microsoft YaHei"/>
                <a:cs typeface="Microsoft YaHei"/>
              </a:rPr>
              <a:t>参数</a:t>
            </a:r>
            <a:r>
              <a:rPr sz="1800">
                <a:latin typeface="Microsoft YaHei"/>
                <a:ea typeface="Microsoft YaHei"/>
                <a:cs typeface="Microsoft YaHei"/>
              </a:rPr>
              <a:t>（权重、阈值等）进行有效的设定。这个过程叫做学习或训练过程，此时的方法叫学习算法</a:t>
            </a:r>
          </a:p>
        </p:txBody>
      </p:sp>
      <p:sp>
        <p:nvSpPr>
          <p:cNvPr id="14" name="内容占位符 2">
            <a:extLst xmlns:a="http://schemas.openxmlformats.org/drawingml/2006/main">
              <a:ext uri="{FF2B5EF4-FFF2-40B4-BE49-F238E27FC236}">
                <a16:creationId xmlns:a16="http://schemas.microsoft.com/office/drawing/2014/main" id="{BAD543DC-0DE8-46D8-9A71-587286348321}"/>
              </a:ext>
            </a:extLst>
          </p:cNvPr>
          <p:cNvSpPr>
            <a:spLocks xmlns:a="http://schemas.openxmlformats.org/drawingml/2006/main" noGrp="1"/>
          </p:cNvSpPr>
          <p:nvPr/>
        </p:nvSpPr>
        <p:spPr>
          <a:xfrm xmlns:a="http://schemas.openxmlformats.org/drawingml/2006/main">
            <a:off x="459061" y="1379935"/>
            <a:ext cx="8001371" cy="1112961"/>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2000">
                <a:solidFill>
                  <a:schemeClr val="tx1"/>
                </a:solidFill>
                <a:latin typeface="+mn-lt"/>
                <a:ea typeface="+mn-lt"/>
                <a:cs typeface="+mn-lt"/>
              </a:defRPr>
            </a:lvl4pPr>
            <a:lvl5pPr marL="2057400" indent="-228600" algn="l">
              <a:lnSpc>
                <a:spcPct val="90000"/>
              </a:lnSpc>
              <a:spcBef>
                <a:spcPts val="500"/>
              </a:spcBef>
              <a:buChar char="•"/>
              <a:defRPr sz="2000">
                <a:solidFill>
                  <a:schemeClr val="tx1"/>
                </a:solidFill>
                <a:latin typeface="+mn-lt"/>
                <a:ea typeface="+mn-lt"/>
                <a:cs typeface="+mn-lt"/>
              </a:defRPr>
            </a:lvl5pPr>
            <a:lvl6pPr marL="2514600" indent="-228600" algn="l">
              <a:lnSpc>
                <a:spcPct val="90000"/>
              </a:lnSpc>
              <a:spcBef>
                <a:spcPts val="500"/>
              </a:spcBef>
              <a:buChar char="•"/>
              <a:defRPr>
                <a:solidFill>
                  <a:schemeClr val="tx1"/>
                </a:solidFill>
                <a:latin typeface="+mn-lt"/>
                <a:ea typeface="+mn-lt"/>
                <a:cs typeface="+mn-lt"/>
              </a:defRPr>
            </a:lvl6pPr>
            <a:lvl7pPr marL="2971800" indent="-228600" algn="l">
              <a:lnSpc>
                <a:spcPct val="90000"/>
              </a:lnSpc>
              <a:spcBef>
                <a:spcPts val="500"/>
              </a:spcBef>
              <a:buChar char="•"/>
              <a:defRPr>
                <a:solidFill>
                  <a:schemeClr val="tx1"/>
                </a:solidFill>
                <a:latin typeface="+mn-lt"/>
                <a:ea typeface="+mn-lt"/>
                <a:cs typeface="+mn-lt"/>
              </a:defRPr>
            </a:lvl7pPr>
            <a:lvl8pPr marL="3429000" indent="-228600" algn="l">
              <a:lnSpc>
                <a:spcPct val="90000"/>
              </a:lnSpc>
              <a:spcBef>
                <a:spcPts val="500"/>
              </a:spcBef>
              <a:buChar char="•"/>
              <a:defRPr>
                <a:solidFill>
                  <a:schemeClr val="tx1"/>
                </a:solidFill>
                <a:latin typeface="+mn-lt"/>
                <a:ea typeface="+mn-lt"/>
                <a:cs typeface="+mn-lt"/>
              </a:defRPr>
            </a:lvl8pPr>
            <a:lvl9pPr marL="3886200" indent="-228600" algn="l">
              <a:lnSpc>
                <a:spcPct val="90000"/>
              </a:lnSpc>
              <a:spcBef>
                <a:spcPts val="500"/>
              </a:spcBef>
              <a:buChar char="•"/>
              <a:defRPr>
                <a:solidFill>
                  <a:schemeClr val="tx1"/>
                </a:solidFill>
                <a:latin typeface="+mn-lt"/>
                <a:ea typeface="+mn-lt"/>
                <a:cs typeface="+mn-lt"/>
              </a:defRPr>
            </a:lvl9pPr>
          </a:lstStyle>
          <a:p xmlns:a="http://schemas.openxmlformats.org/drawingml/2006/main">
            <a:pPr>
              <a:buNone/>
            </a:pPr>
            <a:r>
              <a:rPr sz="1800">
                <a:latin typeface="Microsoft YaHei"/>
                <a:ea typeface="Microsoft YaHei"/>
                <a:cs typeface="Microsoft YaHei"/>
              </a:rPr>
              <a:t>一个由</a:t>
            </a:r>
            <a:r>
              <a:rPr sz="1800">
                <a:solidFill>
                  <a:srgbClr val="CC0000"/>
                </a:solidFill>
                <a:latin typeface="Microsoft YaHei"/>
                <a:ea typeface="Microsoft YaHei"/>
                <a:cs typeface="Microsoft YaHei"/>
              </a:rPr>
              <a:t>线性阈值元件</a:t>
            </a:r>
            <a:r>
              <a:rPr sz="1800">
                <a:latin typeface="Microsoft YaHei"/>
                <a:ea typeface="Microsoft YaHei"/>
                <a:cs typeface="Microsoft YaHei"/>
              </a:rPr>
              <a:t>组成的单层（或多层）神经元的神经网络</a:t>
            </a:r>
          </a:p>
          <a:p xmlns:a="http://schemas.openxmlformats.org/drawingml/2006/main">
            <a:pPr>
              <a:buNone/>
            </a:pPr>
            <a:r>
              <a:rPr sz="1800">
                <a:latin typeface="Microsoft YaHei"/>
                <a:ea typeface="Microsoft YaHei"/>
                <a:cs typeface="Microsoft YaHei"/>
              </a:rPr>
              <a:t>当输入的加权和大于或等于阈值时，输出为</a:t>
            </a:r>
            <a:r>
              <a:rPr sz="1800">
                <a:latin typeface="Microsoft YaHei"/>
                <a:ea typeface="Microsoft YaHei"/>
                <a:cs typeface="Microsoft YaHei"/>
              </a:rPr>
              <a:t>1</a:t>
            </a:r>
            <a:r>
              <a:rPr sz="1800">
                <a:latin typeface="Microsoft YaHei"/>
                <a:ea typeface="Microsoft YaHei"/>
                <a:cs typeface="Microsoft YaHei"/>
              </a:rPr>
              <a:t>，否则为</a:t>
            </a:r>
            <a:r>
              <a:rPr sz="1800">
                <a:latin typeface="Microsoft YaHei"/>
                <a:ea typeface="Microsoft YaHei"/>
                <a:cs typeface="Microsoft YaHei"/>
              </a:rPr>
              <a:t>0</a:t>
            </a:r>
          </a:p>
          <a:p xmlns:a="http://schemas.openxmlformats.org/drawingml/2006/main">
            <a:pPr>
              <a:buNone/>
            </a:pPr>
            <a:r>
              <a:rPr sz="1800">
                <a:latin typeface="Microsoft YaHei"/>
                <a:ea typeface="Microsoft YaHei"/>
                <a:cs typeface="Microsoft YaHei"/>
              </a:rPr>
              <a:t>模型假定神经元中间的耦合程度（即加权系数</a:t>
            </a:r>
            <a:r>
              <a:rPr sz="1800">
                <a:latin typeface="Microsoft YaHei"/>
                <a:ea typeface="Microsoft YaHei"/>
                <a:cs typeface="Microsoft YaHei"/>
              </a:rPr>
              <a:t>W</a:t>
            </a:r>
            <a:r>
              <a:rPr sz="1800">
                <a:latin typeface="Microsoft YaHei"/>
                <a:ea typeface="Microsoft YaHei"/>
                <a:cs typeface="Microsoft YaHei"/>
              </a:rPr>
              <a:t>）可变</a:t>
            </a:r>
          </a:p>
        </p:txBody>
      </p:sp>
      <p:sp>
        <p:nvSpPr>
          <p:cNvPr id="2" name="标题 1">
            <a:extLst xmlns:a="http://schemas.openxmlformats.org/drawingml/2006/main">
              <a:ext uri="{FF2B5EF4-FFF2-40B4-BE49-F238E27FC236}">
                <a16:creationId xmlns:a16="http://schemas.microsoft.com/office/drawing/2014/main" id="{D7255A1E-BB8F-44E7-AF2E-102DA27B12F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深度学习简介：感知器</a:t>
            </a:r>
          </a:p>
        </p:txBody>
      </p:sp>
      <p:pic>
        <p:nvPicPr>
          <p:cNvPr id="20" name="Picture 4"/>
          <p:cNvPicPr>
            <a:picLocks xmlns:a="http://schemas.openxmlformats.org/drawingml/2006/main" noChangeAspect="1"/>
          </p:cNvPicPr>
          <p:nvPr/>
        </p:nvPicPr>
        <p:blipFill>
          <a:blip xmlns:r="http://schemas.openxmlformats.org/officeDocument/2006/relationships" xmlns:a="http://schemas.openxmlformats.org/drawingml/2006/main" r:embed="R89ea06265d914000"/>
          <a:srcRect xmlns:a="http://schemas.openxmlformats.org/drawingml/2006/main" l="0" t="0" r="0" b="0"/>
          <a:stretch xmlns:a="http://schemas.openxmlformats.org/drawingml/2006/main">
            <a:fillRect l="0" t="0" r="0" b="0"/>
          </a:stretch>
        </p:blipFill>
        <p:spPr>
          <a:xfrm xmlns:a="http://schemas.openxmlformats.org/drawingml/2006/main" rot="0" flipH="0" flipV="0">
            <a:off x="963414" y="2939976"/>
            <a:ext cx="3958381" cy="995980"/>
          </a:xfrm>
          <a:prstGeom xmlns:a="http://schemas.openxmlformats.org/drawingml/2006/main" prst="rect">
            <a:avLst/>
          </a:prstGeom>
          <a:ln xmlns:a="http://schemas.openxmlformats.org/drawingml/2006/main">
            <a:noFill/>
          </a:ln>
        </p:spPr>
      </p:pic>
      <p:pic>
        <p:nvPicPr>
          <p:cNvPr id="21" name="图片 17"/>
          <p:cNvPicPr>
            <a:picLocks xmlns:a="http://schemas.openxmlformats.org/drawingml/2006/main" noChangeAspect="1"/>
          </p:cNvPicPr>
          <p:nvPr/>
        </p:nvPicPr>
        <p:blipFill>
          <a:blip xmlns:r="http://schemas.openxmlformats.org/officeDocument/2006/relationships" xmlns:a="http://schemas.openxmlformats.org/drawingml/2006/main" r:embed="R2ac3ecd3f72a49d5"/>
          <a:srcRect xmlns:a="http://schemas.openxmlformats.org/drawingml/2006/main" l="0" t="0" r="0" b="44757"/>
          <a:stretch xmlns:a="http://schemas.openxmlformats.org/drawingml/2006/main">
            <a:fillRect l="0" t="0" r="0" b="0"/>
          </a:stretch>
        </p:blipFill>
        <p:spPr>
          <a:xfrm xmlns:a="http://schemas.openxmlformats.org/drawingml/2006/main" rot="0" flipH="0" flipV="0">
            <a:off x="5571926" y="2781932"/>
            <a:ext cx="2608660" cy="1312069"/>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397955629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7424" name="TextBox 25">
            <a:extLst xmlns:a="http://schemas.openxmlformats.org/drawingml/2006/main">
              <a:ext uri="{FF2B5EF4-FFF2-40B4-BE49-F238E27FC236}">
                <a16:creationId xmlns:a16="http://schemas.microsoft.com/office/drawing/2014/main" id="{B364B5E8-1465-47A0-90BC-AA076ADD650A}"/>
              </a:ext>
            </a:extLst>
          </p:cNvPr>
          <p:cNvSpPr>
            <a:spLocks xmlns:a="http://schemas.openxmlformats.org/drawingml/2006/main" noGrp="1"/>
          </p:cNvSpPr>
          <p:nvPr/>
        </p:nvSpPr>
        <p:spPr>
          <a:xfrm xmlns:a="http://schemas.openxmlformats.org/drawingml/2006/main" rot="0">
            <a:off x="388144" y="1412776"/>
            <a:ext cx="954106" cy="328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a:spAutoFit/>
          </a:bodyPr>
          <a:lstStyle xmlns:a="http://schemas.openxmlformats.org/drawingml/2006/main">
            <a:lvl1pPr>
              <a:lnSpc>
                <a:spcPct val="90000"/>
              </a:lnSpc>
              <a:spcBef>
                <a:spcPts val="1000"/>
              </a:spcBef>
              <a:buChar char="•"/>
              <a:defRPr sz="2800">
                <a:solidFill>
                  <a:schemeClr val="tx1"/>
                </a:solidFill>
                <a:latin typeface="Calibri"/>
                <a:ea typeface="Calibri"/>
                <a:cs typeface="Calibri"/>
              </a:defRPr>
            </a:lvl1pPr>
            <a:lvl2pPr marL="742950" indent="-285750">
              <a:lnSpc>
                <a:spcPct val="90000"/>
              </a:lnSpc>
              <a:spcBef>
                <a:spcPts val="500"/>
              </a:spcBef>
              <a:buChar char="•"/>
              <a:defRPr sz="2400">
                <a:solidFill>
                  <a:schemeClr val="tx1"/>
                </a:solidFill>
                <a:latin typeface="Calibri"/>
                <a:ea typeface="Calibri"/>
                <a:cs typeface="Calibri"/>
              </a:defRPr>
            </a:lvl2pPr>
            <a:lvl3pPr marL="1143000" indent="-228600">
              <a:lnSpc>
                <a:spcPct val="90000"/>
              </a:lnSpc>
              <a:spcBef>
                <a:spcPts val="500"/>
              </a:spcBef>
              <a:buChar char="•"/>
              <a:defRPr sz="2000">
                <a:solidFill>
                  <a:schemeClr val="tx1"/>
                </a:solidFill>
                <a:latin typeface="Calibri"/>
                <a:ea typeface="Calibri"/>
                <a:cs typeface="Calibri"/>
              </a:defRPr>
            </a:lvl3pPr>
            <a:lvl4pPr marL="1600200" indent="-228600">
              <a:lnSpc>
                <a:spcPct val="90000"/>
              </a:lnSpc>
              <a:spcBef>
                <a:spcPts val="500"/>
              </a:spcBef>
              <a:buChar char="•"/>
              <a:defRPr sz="2000">
                <a:solidFill>
                  <a:schemeClr val="tx1"/>
                </a:solidFill>
                <a:latin typeface="Calibri"/>
                <a:ea typeface="Calibri"/>
                <a:cs typeface="Calibri"/>
              </a:defRPr>
            </a:lvl4pPr>
            <a:lvl5pPr marL="2057400" indent="-228600">
              <a:lnSpc>
                <a:spcPct val="90000"/>
              </a:lnSpc>
              <a:spcBef>
                <a:spcPts val="500"/>
              </a:spcBef>
              <a:buChar char="•"/>
              <a:defRPr sz="2000">
                <a:solidFill>
                  <a:schemeClr val="tx1"/>
                </a:solidFill>
                <a:latin typeface="Calibri"/>
                <a:ea typeface="Calibri"/>
                <a:cs typeface="Calibri"/>
              </a:defRPr>
            </a:lvl5pPr>
            <a:lvl6pPr marL="2514600" indent="-228600">
              <a:lnSpc>
                <a:spcPct val="90000"/>
              </a:lnSpc>
              <a:spcBef>
                <a:spcPts val="500"/>
              </a:spcBef>
              <a:buChar char="•"/>
              <a:defRPr sz="2000">
                <a:solidFill>
                  <a:schemeClr val="tx1"/>
                </a:solidFill>
                <a:latin typeface="Calibri"/>
                <a:ea typeface="Calibri"/>
                <a:cs typeface="Calibri"/>
              </a:defRPr>
            </a:lvl6pPr>
            <a:lvl7pPr marL="2971800" indent="-228600">
              <a:lnSpc>
                <a:spcPct val="90000"/>
              </a:lnSpc>
              <a:spcBef>
                <a:spcPts val="500"/>
              </a:spcBef>
              <a:buChar char="•"/>
              <a:defRPr sz="2000">
                <a:solidFill>
                  <a:schemeClr val="tx1"/>
                </a:solidFill>
                <a:latin typeface="Calibri"/>
                <a:ea typeface="Calibri"/>
                <a:cs typeface="Calibri"/>
              </a:defRPr>
            </a:lvl7pPr>
            <a:lvl8pPr marL="3429000" indent="-228600">
              <a:lnSpc>
                <a:spcPct val="90000"/>
              </a:lnSpc>
              <a:spcBef>
                <a:spcPts val="500"/>
              </a:spcBef>
              <a:buChar char="•"/>
              <a:defRPr sz="2000">
                <a:solidFill>
                  <a:schemeClr val="tx1"/>
                </a:solidFill>
                <a:latin typeface="Calibri"/>
                <a:ea typeface="Calibri"/>
                <a:cs typeface="Calibri"/>
              </a:defRPr>
            </a:lvl8pPr>
            <a:lvl9pPr marL="3886200" indent="-228600">
              <a:lnSpc>
                <a:spcPct val="90000"/>
              </a:lnSpc>
              <a:spcBef>
                <a:spcPts val="500"/>
              </a:spcBef>
              <a:buChar char="•"/>
              <a:defRPr sz="2000">
                <a:solidFill>
                  <a:schemeClr val="tx1"/>
                </a:solidFill>
                <a:latin typeface="Calibri"/>
                <a:ea typeface="Calibri"/>
                <a:cs typeface="Calibri"/>
              </a:defRPr>
            </a:lvl9pPr>
          </a:lstStyle>
          <a:p xmlns:a="http://schemas.openxmlformats.org/drawingml/2006/main">
            <a:pPr>
              <a:lnSpc>
                <a:spcPct val="100000"/>
              </a:lnSpc>
              <a:spcBef>
                <a:spcPts val="0"/>
              </a:spcBef>
              <a:buNone/>
            </a:pPr>
            <a:r>
              <a:rPr sz="1500" b="1">
                <a:solidFill>
                  <a:srgbClr val="CC0000"/>
                </a:solidFill>
                <a:latin typeface="微软雅黑"/>
                <a:ea typeface="微软雅黑"/>
                <a:cs typeface="微软雅黑"/>
              </a:rPr>
              <a:t>监督学习</a:t>
            </a:r>
          </a:p>
        </p:txBody>
      </p:sp>
      <p:sp>
        <p:nvSpPr>
          <p:cNvPr id="17425" name="矩形 1">
            <a:extLst xmlns:a="http://schemas.openxmlformats.org/drawingml/2006/main">
              <a:ext uri="{FF2B5EF4-FFF2-40B4-BE49-F238E27FC236}">
                <a16:creationId xmlns:a16="http://schemas.microsoft.com/office/drawing/2014/main" id="{35B2F176-2C69-4B8D-845D-AC0649028FDC}"/>
              </a:ext>
            </a:extLst>
          </p:cNvPr>
          <p:cNvSpPr>
            <a:spLocks xmlns:a="http://schemas.openxmlformats.org/drawingml/2006/main" noGrp="1"/>
          </p:cNvSpPr>
          <p:nvPr/>
        </p:nvSpPr>
        <p:spPr>
          <a:xfrm xmlns:a="http://schemas.openxmlformats.org/drawingml/2006/main" rot="0">
            <a:off x="388144" y="1690637"/>
            <a:ext cx="2628900" cy="15696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spAutoFit/>
          </a:bodyPr>
          <a:lstStyle xmlns:a="http://schemas.openxmlformats.org/drawingml/2006/main">
            <a:lvl1pPr>
              <a:lnSpc>
                <a:spcPct val="90000"/>
              </a:lnSpc>
              <a:spcBef>
                <a:spcPts val="1000"/>
              </a:spcBef>
              <a:buChar char="•"/>
              <a:defRPr sz="2800">
                <a:solidFill>
                  <a:schemeClr val="tx1"/>
                </a:solidFill>
                <a:latin typeface="Calibri"/>
                <a:ea typeface="Calibri"/>
                <a:cs typeface="Calibri"/>
              </a:defRPr>
            </a:lvl1pPr>
            <a:lvl2pPr marL="742950" indent="-285750">
              <a:lnSpc>
                <a:spcPct val="90000"/>
              </a:lnSpc>
              <a:spcBef>
                <a:spcPts val="500"/>
              </a:spcBef>
              <a:buChar char="•"/>
              <a:defRPr sz="2400">
                <a:solidFill>
                  <a:schemeClr val="tx1"/>
                </a:solidFill>
                <a:latin typeface="Calibri"/>
                <a:ea typeface="Calibri"/>
                <a:cs typeface="Calibri"/>
              </a:defRPr>
            </a:lvl2pPr>
            <a:lvl3pPr marL="1143000" indent="-228600">
              <a:lnSpc>
                <a:spcPct val="90000"/>
              </a:lnSpc>
              <a:spcBef>
                <a:spcPts val="500"/>
              </a:spcBef>
              <a:buChar char="•"/>
              <a:defRPr sz="2000">
                <a:solidFill>
                  <a:schemeClr val="tx1"/>
                </a:solidFill>
                <a:latin typeface="Calibri"/>
                <a:ea typeface="Calibri"/>
                <a:cs typeface="Calibri"/>
              </a:defRPr>
            </a:lvl3pPr>
            <a:lvl4pPr marL="1600200" indent="-228600">
              <a:lnSpc>
                <a:spcPct val="90000"/>
              </a:lnSpc>
              <a:spcBef>
                <a:spcPts val="500"/>
              </a:spcBef>
              <a:buChar char="•"/>
              <a:defRPr sz="2000">
                <a:solidFill>
                  <a:schemeClr val="tx1"/>
                </a:solidFill>
                <a:latin typeface="Calibri"/>
                <a:ea typeface="Calibri"/>
                <a:cs typeface="Calibri"/>
              </a:defRPr>
            </a:lvl4pPr>
            <a:lvl5pPr marL="2057400" indent="-228600">
              <a:lnSpc>
                <a:spcPct val="90000"/>
              </a:lnSpc>
              <a:spcBef>
                <a:spcPts val="500"/>
              </a:spcBef>
              <a:buChar char="•"/>
              <a:defRPr sz="2000">
                <a:solidFill>
                  <a:schemeClr val="tx1"/>
                </a:solidFill>
                <a:latin typeface="Calibri"/>
                <a:ea typeface="Calibri"/>
                <a:cs typeface="Calibri"/>
              </a:defRPr>
            </a:lvl5pPr>
            <a:lvl6pPr marL="2514600" indent="-228600">
              <a:lnSpc>
                <a:spcPct val="90000"/>
              </a:lnSpc>
              <a:spcBef>
                <a:spcPts val="500"/>
              </a:spcBef>
              <a:buChar char="•"/>
              <a:defRPr sz="2000">
                <a:solidFill>
                  <a:schemeClr val="tx1"/>
                </a:solidFill>
                <a:latin typeface="Calibri"/>
                <a:ea typeface="Calibri"/>
                <a:cs typeface="Calibri"/>
              </a:defRPr>
            </a:lvl6pPr>
            <a:lvl7pPr marL="2971800" indent="-228600">
              <a:lnSpc>
                <a:spcPct val="90000"/>
              </a:lnSpc>
              <a:spcBef>
                <a:spcPts val="500"/>
              </a:spcBef>
              <a:buChar char="•"/>
              <a:defRPr sz="2000">
                <a:solidFill>
                  <a:schemeClr val="tx1"/>
                </a:solidFill>
                <a:latin typeface="Calibri"/>
                <a:ea typeface="Calibri"/>
                <a:cs typeface="Calibri"/>
              </a:defRPr>
            </a:lvl7pPr>
            <a:lvl8pPr marL="3429000" indent="-228600">
              <a:lnSpc>
                <a:spcPct val="90000"/>
              </a:lnSpc>
              <a:spcBef>
                <a:spcPts val="500"/>
              </a:spcBef>
              <a:buChar char="•"/>
              <a:defRPr sz="2000">
                <a:solidFill>
                  <a:schemeClr val="tx1"/>
                </a:solidFill>
                <a:latin typeface="Calibri"/>
                <a:ea typeface="Calibri"/>
                <a:cs typeface="Calibri"/>
              </a:defRPr>
            </a:lvl8pPr>
            <a:lvl9pPr marL="3886200" indent="-228600">
              <a:lnSpc>
                <a:spcPct val="90000"/>
              </a:lnSpc>
              <a:spcBef>
                <a:spcPts val="500"/>
              </a:spcBef>
              <a:buChar char="•"/>
              <a:defRPr sz="2000">
                <a:solidFill>
                  <a:schemeClr val="tx1"/>
                </a:solidFill>
                <a:latin typeface="Calibri"/>
                <a:ea typeface="Calibri"/>
                <a:cs typeface="Calibri"/>
              </a:defRPr>
            </a:lvl9pPr>
          </a:lstStyle>
          <a:p xmlns:a="http://schemas.openxmlformats.org/drawingml/2006/main">
            <a:pPr>
              <a:lnSpc>
                <a:spcPct val="100000"/>
              </a:lnSpc>
              <a:spcBef>
                <a:spcPts val="0"/>
              </a:spcBef>
              <a:buNone/>
            </a:pPr>
            <a:r>
              <a:rPr sz="1200">
                <a:solidFill>
                  <a:srgbClr val="262626"/>
                </a:solidFill>
                <a:latin typeface="Microsoft YaHei"/>
                <a:ea typeface="Microsoft YaHei"/>
                <a:cs typeface="Microsoft YaHei"/>
              </a:rPr>
              <a:t>通过已有的</a:t>
            </a:r>
            <a:r>
              <a:rPr sz="1200" u="sng">
                <a:solidFill>
                  <a:srgbClr val="262626"/>
                </a:solidFill>
                <a:latin typeface="Microsoft YaHei"/>
                <a:ea typeface="Microsoft YaHei"/>
                <a:cs typeface="Microsoft YaHei"/>
              </a:rPr>
              <a:t>训练样本（即已知数据以及其对应的输出）训练</a:t>
            </a:r>
            <a:r>
              <a:rPr sz="1200">
                <a:solidFill>
                  <a:srgbClr val="262626"/>
                </a:solidFill>
                <a:latin typeface="Microsoft YaHei"/>
                <a:ea typeface="Microsoft YaHei"/>
                <a:cs typeface="Microsoft YaHei"/>
              </a:rPr>
              <a:t>得到一个最优模型（这个模型属于某个函数的集合，最优则表示在某个评价准则下是最佳的），再利用这个模型将所有的输入映射为相应的输出，对输出进行简单的判断从而实现分类的目的，从而也就具有了对未知数据进行分类的能力</a:t>
            </a:r>
          </a:p>
        </p:txBody>
      </p:sp>
      <p:sp>
        <p:nvSpPr>
          <p:cNvPr id="17414" name="直接连接符 34">
            <a:extLst xmlns:a="http://schemas.openxmlformats.org/drawingml/2006/main">
              <a:ext uri="{FF2B5EF4-FFF2-40B4-BE49-F238E27FC236}">
                <a16:creationId xmlns:a16="http://schemas.microsoft.com/office/drawing/2014/main" id="{149FCE73-14F3-439A-8EC2-5CA877388E28}"/>
              </a:ext>
            </a:extLst>
          </p:cNvPr>
          <p:cNvSpPr>
            <a:spLocks xmlns:a="http://schemas.openxmlformats.org/drawingml/2006/main" noGrp="1"/>
          </p:cNvSpPr>
          <p:nvPr/>
        </p:nvSpPr>
        <p:spPr>
          <a:xfrm xmlns:a="http://schemas.openxmlformats.org/drawingml/2006/main">
            <a:off x="828676" y="3542110"/>
            <a:ext cx="1775222" cy="0"/>
          </a:xfrm>
          <a:prstGeom xmlns:a="http://schemas.openxmlformats.org/drawingml/2006/main" prst="line">
            <a:avLst/>
          </a:prstGeom>
          <a:noFill xmlns:a="http://schemas.openxmlformats.org/drawingml/2006/main"/>
          <a:ln xmlns:a="http://schemas.openxmlformats.org/drawingml/2006/main" w="3175">
            <a:solidFill>
              <a:srgbClr val="FCFCFC"/>
            </a:solidFill>
          </a:ln>
        </p:spPr>
      </p:sp>
      <p:sp>
        <p:nvSpPr>
          <p:cNvPr id="17422" name="TextBox 25">
            <a:extLst xmlns:a="http://schemas.openxmlformats.org/drawingml/2006/main">
              <a:ext uri="{FF2B5EF4-FFF2-40B4-BE49-F238E27FC236}">
                <a16:creationId xmlns:a16="http://schemas.microsoft.com/office/drawing/2014/main" id="{F63A7995-FE8C-4355-AB65-F65F7DB5B134}"/>
              </a:ext>
            </a:extLst>
          </p:cNvPr>
          <p:cNvSpPr>
            <a:spLocks xmlns:a="http://schemas.openxmlformats.org/drawingml/2006/main" noGrp="1"/>
          </p:cNvSpPr>
          <p:nvPr/>
        </p:nvSpPr>
        <p:spPr>
          <a:xfrm xmlns:a="http://schemas.openxmlformats.org/drawingml/2006/main" rot="0">
            <a:off x="3261478" y="4515829"/>
            <a:ext cx="1887439" cy="30008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lnSpc>
                <a:spcPct val="90000"/>
              </a:lnSpc>
              <a:spcBef>
                <a:spcPts val="1000"/>
              </a:spcBef>
              <a:buChar char="•"/>
              <a:defRPr sz="2800">
                <a:solidFill>
                  <a:schemeClr val="tx1"/>
                </a:solidFill>
                <a:latin typeface="Calibri"/>
                <a:ea typeface="Calibri"/>
                <a:cs typeface="Calibri"/>
              </a:defRPr>
            </a:lvl1pPr>
            <a:lvl2pPr marL="742950" indent="-285750">
              <a:lnSpc>
                <a:spcPct val="90000"/>
              </a:lnSpc>
              <a:spcBef>
                <a:spcPts val="500"/>
              </a:spcBef>
              <a:buChar char="•"/>
              <a:defRPr sz="2400">
                <a:solidFill>
                  <a:schemeClr val="tx1"/>
                </a:solidFill>
                <a:latin typeface="Calibri"/>
                <a:ea typeface="Calibri"/>
                <a:cs typeface="Calibri"/>
              </a:defRPr>
            </a:lvl2pPr>
            <a:lvl3pPr marL="1143000" indent="-228600">
              <a:lnSpc>
                <a:spcPct val="90000"/>
              </a:lnSpc>
              <a:spcBef>
                <a:spcPts val="500"/>
              </a:spcBef>
              <a:buChar char="•"/>
              <a:defRPr sz="2000">
                <a:solidFill>
                  <a:schemeClr val="tx1"/>
                </a:solidFill>
                <a:latin typeface="Calibri"/>
                <a:ea typeface="Calibri"/>
                <a:cs typeface="Calibri"/>
              </a:defRPr>
            </a:lvl3pPr>
            <a:lvl4pPr marL="1600200" indent="-228600">
              <a:lnSpc>
                <a:spcPct val="90000"/>
              </a:lnSpc>
              <a:spcBef>
                <a:spcPts val="500"/>
              </a:spcBef>
              <a:buChar char="•"/>
              <a:defRPr sz="2000">
                <a:solidFill>
                  <a:schemeClr val="tx1"/>
                </a:solidFill>
                <a:latin typeface="Calibri"/>
                <a:ea typeface="Calibri"/>
                <a:cs typeface="Calibri"/>
              </a:defRPr>
            </a:lvl4pPr>
            <a:lvl5pPr marL="2057400" indent="-228600">
              <a:lnSpc>
                <a:spcPct val="90000"/>
              </a:lnSpc>
              <a:spcBef>
                <a:spcPts val="500"/>
              </a:spcBef>
              <a:buChar char="•"/>
              <a:defRPr sz="2000">
                <a:solidFill>
                  <a:schemeClr val="tx1"/>
                </a:solidFill>
                <a:latin typeface="Calibri"/>
                <a:ea typeface="Calibri"/>
                <a:cs typeface="Calibri"/>
              </a:defRPr>
            </a:lvl5pPr>
            <a:lvl6pPr marL="2514600" indent="-228600">
              <a:lnSpc>
                <a:spcPct val="90000"/>
              </a:lnSpc>
              <a:spcBef>
                <a:spcPts val="500"/>
              </a:spcBef>
              <a:buChar char="•"/>
              <a:defRPr sz="2000">
                <a:solidFill>
                  <a:schemeClr val="tx1"/>
                </a:solidFill>
                <a:latin typeface="Calibri"/>
                <a:ea typeface="Calibri"/>
                <a:cs typeface="Calibri"/>
              </a:defRPr>
            </a:lvl6pPr>
            <a:lvl7pPr marL="2971800" indent="-228600">
              <a:lnSpc>
                <a:spcPct val="90000"/>
              </a:lnSpc>
              <a:spcBef>
                <a:spcPts val="500"/>
              </a:spcBef>
              <a:buChar char="•"/>
              <a:defRPr sz="2000">
                <a:solidFill>
                  <a:schemeClr val="tx1"/>
                </a:solidFill>
                <a:latin typeface="Calibri"/>
                <a:ea typeface="Calibri"/>
                <a:cs typeface="Calibri"/>
              </a:defRPr>
            </a:lvl7pPr>
            <a:lvl8pPr marL="3429000" indent="-228600">
              <a:lnSpc>
                <a:spcPct val="90000"/>
              </a:lnSpc>
              <a:spcBef>
                <a:spcPts val="500"/>
              </a:spcBef>
              <a:buChar char="•"/>
              <a:defRPr sz="2000">
                <a:solidFill>
                  <a:schemeClr val="tx1"/>
                </a:solidFill>
                <a:latin typeface="Calibri"/>
                <a:ea typeface="Calibri"/>
                <a:cs typeface="Calibri"/>
              </a:defRPr>
            </a:lvl8pPr>
            <a:lvl9pPr marL="3886200" indent="-228600">
              <a:lnSpc>
                <a:spcPct val="90000"/>
              </a:lnSpc>
              <a:spcBef>
                <a:spcPts val="500"/>
              </a:spcBef>
              <a:buChar char="•"/>
              <a:defRPr sz="2000">
                <a:solidFill>
                  <a:schemeClr val="tx1"/>
                </a:solidFill>
                <a:latin typeface="Calibri"/>
                <a:ea typeface="Calibri"/>
                <a:cs typeface="Calibri"/>
              </a:defRPr>
            </a:lvl9pPr>
          </a:lstStyle>
          <a:p xmlns:a="http://schemas.openxmlformats.org/drawingml/2006/main">
            <a:pPr>
              <a:lnSpc>
                <a:spcPct val="100000"/>
              </a:lnSpc>
              <a:spcBef>
                <a:spcPts val="0"/>
              </a:spcBef>
              <a:buNone/>
            </a:pPr>
            <a:r>
              <a:rPr sz="1350" b="1">
                <a:solidFill>
                  <a:srgbClr val="262626"/>
                </a:solidFill>
                <a:latin typeface="微软雅黑"/>
                <a:ea typeface="微软雅黑"/>
                <a:cs typeface="微软雅黑"/>
              </a:rPr>
              <a:t>各种神经网络类型</a:t>
            </a:r>
          </a:p>
        </p:txBody>
      </p:sp>
      <p:sp>
        <p:nvSpPr>
          <p:cNvPr id="17423" name="矩形 1">
            <a:extLst xmlns:a="http://schemas.openxmlformats.org/drawingml/2006/main">
              <a:ext uri="{FF2B5EF4-FFF2-40B4-BE49-F238E27FC236}">
                <a16:creationId xmlns:a16="http://schemas.microsoft.com/office/drawing/2014/main" id="{4B9D0A29-9271-4517-923C-654C93A20D0F}"/>
              </a:ext>
            </a:extLst>
          </p:cNvPr>
          <p:cNvSpPr>
            <a:spLocks xmlns:a="http://schemas.openxmlformats.org/drawingml/2006/main" noGrp="1"/>
          </p:cNvSpPr>
          <p:nvPr/>
        </p:nvSpPr>
        <p:spPr>
          <a:xfrm xmlns:a="http://schemas.openxmlformats.org/drawingml/2006/main" rot="0">
            <a:off x="3261479" y="4842417"/>
            <a:ext cx="2068115" cy="115672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spAutoFit/>
          </a:bodyPr>
          <a:lstStyle xmlns:a="http://schemas.openxmlformats.org/drawingml/2006/main">
            <a:lvl1pPr>
              <a:lnSpc>
                <a:spcPct val="90000"/>
              </a:lnSpc>
              <a:spcBef>
                <a:spcPts val="1000"/>
              </a:spcBef>
              <a:buChar char="•"/>
              <a:defRPr sz="2800">
                <a:solidFill>
                  <a:schemeClr val="tx1"/>
                </a:solidFill>
                <a:latin typeface="Calibri"/>
                <a:ea typeface="Calibri"/>
                <a:cs typeface="Calibri"/>
              </a:defRPr>
            </a:lvl1pPr>
            <a:lvl2pPr marL="742950" indent="-285750">
              <a:lnSpc>
                <a:spcPct val="90000"/>
              </a:lnSpc>
              <a:spcBef>
                <a:spcPts val="500"/>
              </a:spcBef>
              <a:buChar char="•"/>
              <a:defRPr sz="2400">
                <a:solidFill>
                  <a:schemeClr val="tx1"/>
                </a:solidFill>
                <a:latin typeface="Calibri"/>
                <a:ea typeface="Calibri"/>
                <a:cs typeface="Calibri"/>
              </a:defRPr>
            </a:lvl2pPr>
            <a:lvl3pPr marL="1143000" indent="-228600">
              <a:lnSpc>
                <a:spcPct val="90000"/>
              </a:lnSpc>
              <a:spcBef>
                <a:spcPts val="500"/>
              </a:spcBef>
              <a:buChar char="•"/>
              <a:defRPr sz="2000">
                <a:solidFill>
                  <a:schemeClr val="tx1"/>
                </a:solidFill>
                <a:latin typeface="Calibri"/>
                <a:ea typeface="Calibri"/>
                <a:cs typeface="Calibri"/>
              </a:defRPr>
            </a:lvl3pPr>
            <a:lvl4pPr marL="1600200" indent="-228600">
              <a:lnSpc>
                <a:spcPct val="90000"/>
              </a:lnSpc>
              <a:spcBef>
                <a:spcPts val="500"/>
              </a:spcBef>
              <a:buChar char="•"/>
              <a:defRPr sz="2000">
                <a:solidFill>
                  <a:schemeClr val="tx1"/>
                </a:solidFill>
                <a:latin typeface="Calibri"/>
                <a:ea typeface="Calibri"/>
                <a:cs typeface="Calibri"/>
              </a:defRPr>
            </a:lvl4pPr>
            <a:lvl5pPr marL="2057400" indent="-228600">
              <a:lnSpc>
                <a:spcPct val="90000"/>
              </a:lnSpc>
              <a:spcBef>
                <a:spcPts val="500"/>
              </a:spcBef>
              <a:buChar char="•"/>
              <a:defRPr sz="2000">
                <a:solidFill>
                  <a:schemeClr val="tx1"/>
                </a:solidFill>
                <a:latin typeface="Calibri"/>
                <a:ea typeface="Calibri"/>
                <a:cs typeface="Calibri"/>
              </a:defRPr>
            </a:lvl5pPr>
            <a:lvl6pPr marL="2514600" indent="-228600">
              <a:lnSpc>
                <a:spcPct val="90000"/>
              </a:lnSpc>
              <a:spcBef>
                <a:spcPts val="500"/>
              </a:spcBef>
              <a:buChar char="•"/>
              <a:defRPr sz="2000">
                <a:solidFill>
                  <a:schemeClr val="tx1"/>
                </a:solidFill>
                <a:latin typeface="Calibri"/>
                <a:ea typeface="Calibri"/>
                <a:cs typeface="Calibri"/>
              </a:defRPr>
            </a:lvl6pPr>
            <a:lvl7pPr marL="2971800" indent="-228600">
              <a:lnSpc>
                <a:spcPct val="90000"/>
              </a:lnSpc>
              <a:spcBef>
                <a:spcPts val="500"/>
              </a:spcBef>
              <a:buChar char="•"/>
              <a:defRPr sz="2000">
                <a:solidFill>
                  <a:schemeClr val="tx1"/>
                </a:solidFill>
                <a:latin typeface="Calibri"/>
                <a:ea typeface="Calibri"/>
                <a:cs typeface="Calibri"/>
              </a:defRPr>
            </a:lvl7pPr>
            <a:lvl8pPr marL="3429000" indent="-228600">
              <a:lnSpc>
                <a:spcPct val="90000"/>
              </a:lnSpc>
              <a:spcBef>
                <a:spcPts val="500"/>
              </a:spcBef>
              <a:buChar char="•"/>
              <a:defRPr sz="2000">
                <a:solidFill>
                  <a:schemeClr val="tx1"/>
                </a:solidFill>
                <a:latin typeface="Calibri"/>
                <a:ea typeface="Calibri"/>
                <a:cs typeface="Calibri"/>
              </a:defRPr>
            </a:lvl8pPr>
            <a:lvl9pPr marL="3886200" indent="-228600">
              <a:lnSpc>
                <a:spcPct val="90000"/>
              </a:lnSpc>
              <a:spcBef>
                <a:spcPts val="500"/>
              </a:spcBef>
              <a:buChar char="•"/>
              <a:defRPr sz="2000">
                <a:solidFill>
                  <a:schemeClr val="tx1"/>
                </a:solidFill>
                <a:latin typeface="Calibri"/>
                <a:ea typeface="Calibri"/>
                <a:cs typeface="Calibri"/>
              </a:defRPr>
            </a:lvl9pPr>
          </a:lstStyle>
          <a:p xmlns:a="http://schemas.openxmlformats.org/drawingml/2006/main">
            <a:pPr>
              <a:lnSpc>
                <a:spcPct val="100000"/>
              </a:lnSpc>
              <a:spcBef>
                <a:spcPts val="0"/>
              </a:spcBef>
              <a:spcAft>
                <a:spcPts val="450"/>
              </a:spcAft>
              <a:buChar char="Ø"/>
            </a:pPr>
            <a:r>
              <a:rPr sz="1050">
                <a:solidFill>
                  <a:srgbClr val="262626"/>
                </a:solidFill>
                <a:latin typeface="微软雅黑"/>
                <a:ea typeface="微软雅黑"/>
                <a:cs typeface="微软雅黑"/>
              </a:rPr>
              <a:t>Logistic</a:t>
            </a:r>
          </a:p>
          <a:p xmlns:a="http://schemas.openxmlformats.org/drawingml/2006/main">
            <a:pPr>
              <a:lnSpc>
                <a:spcPct val="100000"/>
              </a:lnSpc>
              <a:spcBef>
                <a:spcPts val="0"/>
              </a:spcBef>
              <a:spcAft>
                <a:spcPts val="450"/>
              </a:spcAft>
              <a:buChar char="Ø"/>
            </a:pPr>
            <a:r>
              <a:rPr sz="1050">
                <a:solidFill>
                  <a:srgbClr val="262626"/>
                </a:solidFill>
                <a:latin typeface="微软雅黑"/>
                <a:ea typeface="微软雅黑"/>
                <a:cs typeface="微软雅黑"/>
              </a:rPr>
              <a:t>RBM</a:t>
            </a:r>
          </a:p>
          <a:p xmlns:a="http://schemas.openxmlformats.org/drawingml/2006/main">
            <a:pPr>
              <a:lnSpc>
                <a:spcPct val="100000"/>
              </a:lnSpc>
              <a:spcBef>
                <a:spcPts val="0"/>
              </a:spcBef>
              <a:spcAft>
                <a:spcPts val="450"/>
              </a:spcAft>
              <a:buChar char="Ø"/>
            </a:pPr>
            <a:r>
              <a:rPr sz="1050">
                <a:solidFill>
                  <a:srgbClr val="262626"/>
                </a:solidFill>
                <a:latin typeface="微软雅黑"/>
                <a:ea typeface="微软雅黑"/>
                <a:cs typeface="微软雅黑"/>
              </a:rPr>
              <a:t>Auto Encoder</a:t>
            </a:r>
          </a:p>
          <a:p xmlns:a="http://schemas.openxmlformats.org/drawingml/2006/main">
            <a:pPr>
              <a:lnSpc>
                <a:spcPct val="100000"/>
              </a:lnSpc>
              <a:spcBef>
                <a:spcPts val="0"/>
              </a:spcBef>
              <a:spcAft>
                <a:spcPts val="450"/>
              </a:spcAft>
              <a:buChar char="Ø"/>
            </a:pPr>
            <a:r>
              <a:rPr sz="1050">
                <a:solidFill>
                  <a:srgbClr val="262626"/>
                </a:solidFill>
                <a:latin typeface="微软雅黑"/>
                <a:ea typeface="微软雅黑"/>
                <a:cs typeface="微软雅黑"/>
              </a:rPr>
              <a:t>Sparse Coding</a:t>
            </a:r>
          </a:p>
          <a:p xmlns:a="http://schemas.openxmlformats.org/drawingml/2006/main">
            <a:pPr>
              <a:lnSpc>
                <a:spcPct val="100000"/>
              </a:lnSpc>
              <a:spcBef>
                <a:spcPts val="0"/>
              </a:spcBef>
              <a:spcAft>
                <a:spcPts val="450"/>
              </a:spcAft>
              <a:buChar char="Ø"/>
            </a:pPr>
            <a:r>
              <a:rPr sz="1050">
                <a:solidFill>
                  <a:srgbClr val="FF0000"/>
                </a:solidFill>
                <a:latin typeface="微软雅黑"/>
                <a:ea typeface="微软雅黑"/>
                <a:cs typeface="微软雅黑"/>
              </a:rPr>
              <a:t>Convolutional</a:t>
            </a:r>
            <a:r>
              <a:rPr sz="1050">
                <a:solidFill>
                  <a:srgbClr val="FF0000"/>
                </a:solidFill>
                <a:latin typeface="微软雅黑"/>
                <a:ea typeface="微软雅黑"/>
                <a:cs typeface="微软雅黑"/>
              </a:rPr>
              <a:t>（卷积）</a:t>
            </a:r>
          </a:p>
        </p:txBody>
      </p:sp>
      <p:sp>
        <p:nvSpPr>
          <p:cNvPr id="17416" name="直接连接符 38">
            <a:extLst xmlns:a="http://schemas.openxmlformats.org/drawingml/2006/main">
              <a:ext uri="{FF2B5EF4-FFF2-40B4-BE49-F238E27FC236}">
                <a16:creationId xmlns:a16="http://schemas.microsoft.com/office/drawing/2014/main" id="{2F8F8A29-6A22-4AF8-809C-361F920F3BD2}"/>
              </a:ext>
            </a:extLst>
          </p:cNvPr>
          <p:cNvSpPr>
            <a:spLocks xmlns:a="http://schemas.openxmlformats.org/drawingml/2006/main" noGrp="1"/>
          </p:cNvSpPr>
          <p:nvPr/>
        </p:nvSpPr>
        <p:spPr>
          <a:xfrm xmlns:a="http://schemas.openxmlformats.org/drawingml/2006/main">
            <a:off x="3317586" y="4815912"/>
            <a:ext cx="1775222" cy="0"/>
          </a:xfrm>
          <a:prstGeom xmlns:a="http://schemas.openxmlformats.org/drawingml/2006/main" prst="line">
            <a:avLst/>
          </a:prstGeom>
          <a:noFill xmlns:a="http://schemas.openxmlformats.org/drawingml/2006/main"/>
          <a:ln xmlns:a="http://schemas.openxmlformats.org/drawingml/2006/main" w="3175">
            <a:solidFill>
              <a:srgbClr val="C00000"/>
            </a:solidFill>
          </a:ln>
        </p:spPr>
      </p:sp>
      <p:sp>
        <p:nvSpPr>
          <p:cNvPr id="17420" name="TextBox 25">
            <a:extLst xmlns:a="http://schemas.openxmlformats.org/drawingml/2006/main">
              <a:ext uri="{FF2B5EF4-FFF2-40B4-BE49-F238E27FC236}">
                <a16:creationId xmlns:a16="http://schemas.microsoft.com/office/drawing/2014/main" id="{AC5B00BC-68EF-4274-AC70-FA4CDFEACAA9}"/>
              </a:ext>
            </a:extLst>
          </p:cNvPr>
          <p:cNvSpPr>
            <a:spLocks xmlns:a="http://schemas.openxmlformats.org/drawingml/2006/main" noGrp="1"/>
          </p:cNvSpPr>
          <p:nvPr/>
        </p:nvSpPr>
        <p:spPr>
          <a:xfrm xmlns:a="http://schemas.openxmlformats.org/drawingml/2006/main" rot="0">
            <a:off x="376714" y="3467307"/>
            <a:ext cx="954107" cy="323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a:spAutoFit/>
          </a:bodyPr>
          <a:lstStyle xmlns:a="http://schemas.openxmlformats.org/drawingml/2006/main">
            <a:lvl1pPr>
              <a:lnSpc>
                <a:spcPct val="90000"/>
              </a:lnSpc>
              <a:spcBef>
                <a:spcPts val="1000"/>
              </a:spcBef>
              <a:buChar char="•"/>
              <a:defRPr sz="2800">
                <a:solidFill>
                  <a:schemeClr val="tx1"/>
                </a:solidFill>
                <a:latin typeface="Calibri"/>
                <a:ea typeface="Calibri"/>
                <a:cs typeface="Calibri"/>
              </a:defRPr>
            </a:lvl1pPr>
            <a:lvl2pPr marL="742950" indent="-285750">
              <a:lnSpc>
                <a:spcPct val="90000"/>
              </a:lnSpc>
              <a:spcBef>
                <a:spcPts val="500"/>
              </a:spcBef>
              <a:buChar char="•"/>
              <a:defRPr sz="2400">
                <a:solidFill>
                  <a:schemeClr val="tx1"/>
                </a:solidFill>
                <a:latin typeface="Calibri"/>
                <a:ea typeface="Calibri"/>
                <a:cs typeface="Calibri"/>
              </a:defRPr>
            </a:lvl2pPr>
            <a:lvl3pPr marL="1143000" indent="-228600">
              <a:lnSpc>
                <a:spcPct val="90000"/>
              </a:lnSpc>
              <a:spcBef>
                <a:spcPts val="500"/>
              </a:spcBef>
              <a:buChar char="•"/>
              <a:defRPr sz="2000">
                <a:solidFill>
                  <a:schemeClr val="tx1"/>
                </a:solidFill>
                <a:latin typeface="Calibri"/>
                <a:ea typeface="Calibri"/>
                <a:cs typeface="Calibri"/>
              </a:defRPr>
            </a:lvl3pPr>
            <a:lvl4pPr marL="1600200" indent="-228600">
              <a:lnSpc>
                <a:spcPct val="90000"/>
              </a:lnSpc>
              <a:spcBef>
                <a:spcPts val="500"/>
              </a:spcBef>
              <a:buChar char="•"/>
              <a:defRPr sz="2000">
                <a:solidFill>
                  <a:schemeClr val="tx1"/>
                </a:solidFill>
                <a:latin typeface="Calibri"/>
                <a:ea typeface="Calibri"/>
                <a:cs typeface="Calibri"/>
              </a:defRPr>
            </a:lvl4pPr>
            <a:lvl5pPr marL="2057400" indent="-228600">
              <a:lnSpc>
                <a:spcPct val="90000"/>
              </a:lnSpc>
              <a:spcBef>
                <a:spcPts val="500"/>
              </a:spcBef>
              <a:buChar char="•"/>
              <a:defRPr sz="2000">
                <a:solidFill>
                  <a:schemeClr val="tx1"/>
                </a:solidFill>
                <a:latin typeface="Calibri"/>
                <a:ea typeface="Calibri"/>
                <a:cs typeface="Calibri"/>
              </a:defRPr>
            </a:lvl5pPr>
            <a:lvl6pPr marL="2514600" indent="-228600">
              <a:lnSpc>
                <a:spcPct val="90000"/>
              </a:lnSpc>
              <a:spcBef>
                <a:spcPts val="500"/>
              </a:spcBef>
              <a:buChar char="•"/>
              <a:defRPr sz="2000">
                <a:solidFill>
                  <a:schemeClr val="tx1"/>
                </a:solidFill>
                <a:latin typeface="Calibri"/>
                <a:ea typeface="Calibri"/>
                <a:cs typeface="Calibri"/>
              </a:defRPr>
            </a:lvl6pPr>
            <a:lvl7pPr marL="2971800" indent="-228600">
              <a:lnSpc>
                <a:spcPct val="90000"/>
              </a:lnSpc>
              <a:spcBef>
                <a:spcPts val="500"/>
              </a:spcBef>
              <a:buChar char="•"/>
              <a:defRPr sz="2000">
                <a:solidFill>
                  <a:schemeClr val="tx1"/>
                </a:solidFill>
                <a:latin typeface="Calibri"/>
                <a:ea typeface="Calibri"/>
                <a:cs typeface="Calibri"/>
              </a:defRPr>
            </a:lvl7pPr>
            <a:lvl8pPr marL="3429000" indent="-228600">
              <a:lnSpc>
                <a:spcPct val="90000"/>
              </a:lnSpc>
              <a:spcBef>
                <a:spcPts val="500"/>
              </a:spcBef>
              <a:buChar char="•"/>
              <a:defRPr sz="2000">
                <a:solidFill>
                  <a:schemeClr val="tx1"/>
                </a:solidFill>
                <a:latin typeface="Calibri"/>
                <a:ea typeface="Calibri"/>
                <a:cs typeface="Calibri"/>
              </a:defRPr>
            </a:lvl8pPr>
            <a:lvl9pPr marL="3886200" indent="-228600">
              <a:lnSpc>
                <a:spcPct val="90000"/>
              </a:lnSpc>
              <a:spcBef>
                <a:spcPts val="500"/>
              </a:spcBef>
              <a:buChar char="•"/>
              <a:defRPr sz="2000">
                <a:solidFill>
                  <a:schemeClr val="tx1"/>
                </a:solidFill>
                <a:latin typeface="Calibri"/>
                <a:ea typeface="Calibri"/>
                <a:cs typeface="Calibri"/>
              </a:defRPr>
            </a:lvl9pPr>
          </a:lstStyle>
          <a:p xmlns:a="http://schemas.openxmlformats.org/drawingml/2006/main">
            <a:pPr>
              <a:lnSpc>
                <a:spcPct val="100000"/>
              </a:lnSpc>
              <a:spcBef>
                <a:spcPts val="0"/>
              </a:spcBef>
              <a:buNone/>
            </a:pPr>
            <a:r>
              <a:rPr sz="1500" b="1">
                <a:solidFill>
                  <a:srgbClr val="CC0000"/>
                </a:solidFill>
                <a:latin typeface="微软雅黑"/>
                <a:ea typeface="微软雅黑"/>
                <a:cs typeface="微软雅黑"/>
              </a:rPr>
              <a:t>强化学习</a:t>
            </a:r>
          </a:p>
        </p:txBody>
      </p:sp>
      <p:sp>
        <p:nvSpPr>
          <p:cNvPr id="17421" name="矩形 1">
            <a:extLst xmlns:a="http://schemas.openxmlformats.org/drawingml/2006/main">
              <a:ext uri="{FF2B5EF4-FFF2-40B4-BE49-F238E27FC236}">
                <a16:creationId xmlns:a16="http://schemas.microsoft.com/office/drawing/2014/main" id="{8EBEFC48-E9F0-4C23-8342-82F969CA65AB}"/>
              </a:ext>
            </a:extLst>
          </p:cNvPr>
          <p:cNvSpPr>
            <a:spLocks xmlns:a="http://schemas.openxmlformats.org/drawingml/2006/main" noGrp="1"/>
          </p:cNvSpPr>
          <p:nvPr/>
        </p:nvSpPr>
        <p:spPr>
          <a:xfrm xmlns:a="http://schemas.openxmlformats.org/drawingml/2006/main" rot="0">
            <a:off x="376714" y="3736533"/>
            <a:ext cx="2615804" cy="23083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spAutoFit/>
          </a:bodyPr>
          <a:lstStyle xmlns:a="http://schemas.openxmlformats.org/drawingml/2006/main">
            <a:lvl1pPr>
              <a:lnSpc>
                <a:spcPct val="90000"/>
              </a:lnSpc>
              <a:spcBef>
                <a:spcPts val="1000"/>
              </a:spcBef>
              <a:buChar char="•"/>
              <a:defRPr sz="2800">
                <a:solidFill>
                  <a:schemeClr val="tx1"/>
                </a:solidFill>
                <a:latin typeface="Calibri"/>
                <a:ea typeface="Calibri"/>
                <a:cs typeface="Calibri"/>
              </a:defRPr>
            </a:lvl1pPr>
            <a:lvl2pPr marL="742950" indent="-285750">
              <a:lnSpc>
                <a:spcPct val="90000"/>
              </a:lnSpc>
              <a:spcBef>
                <a:spcPts val="500"/>
              </a:spcBef>
              <a:buChar char="•"/>
              <a:defRPr sz="2400">
                <a:solidFill>
                  <a:schemeClr val="tx1"/>
                </a:solidFill>
                <a:latin typeface="Calibri"/>
                <a:ea typeface="Calibri"/>
                <a:cs typeface="Calibri"/>
              </a:defRPr>
            </a:lvl2pPr>
            <a:lvl3pPr marL="1143000" indent="-228600">
              <a:lnSpc>
                <a:spcPct val="90000"/>
              </a:lnSpc>
              <a:spcBef>
                <a:spcPts val="500"/>
              </a:spcBef>
              <a:buChar char="•"/>
              <a:defRPr sz="2000">
                <a:solidFill>
                  <a:schemeClr val="tx1"/>
                </a:solidFill>
                <a:latin typeface="Calibri"/>
                <a:ea typeface="Calibri"/>
                <a:cs typeface="Calibri"/>
              </a:defRPr>
            </a:lvl3pPr>
            <a:lvl4pPr marL="1600200" indent="-228600">
              <a:lnSpc>
                <a:spcPct val="90000"/>
              </a:lnSpc>
              <a:spcBef>
                <a:spcPts val="500"/>
              </a:spcBef>
              <a:buChar char="•"/>
              <a:defRPr sz="2000">
                <a:solidFill>
                  <a:schemeClr val="tx1"/>
                </a:solidFill>
                <a:latin typeface="Calibri"/>
                <a:ea typeface="Calibri"/>
                <a:cs typeface="Calibri"/>
              </a:defRPr>
            </a:lvl4pPr>
            <a:lvl5pPr marL="2057400" indent="-228600">
              <a:lnSpc>
                <a:spcPct val="90000"/>
              </a:lnSpc>
              <a:spcBef>
                <a:spcPts val="500"/>
              </a:spcBef>
              <a:buChar char="•"/>
              <a:defRPr sz="2000">
                <a:solidFill>
                  <a:schemeClr val="tx1"/>
                </a:solidFill>
                <a:latin typeface="Calibri"/>
                <a:ea typeface="Calibri"/>
                <a:cs typeface="Calibri"/>
              </a:defRPr>
            </a:lvl5pPr>
            <a:lvl6pPr marL="2514600" indent="-228600">
              <a:lnSpc>
                <a:spcPct val="90000"/>
              </a:lnSpc>
              <a:spcBef>
                <a:spcPts val="500"/>
              </a:spcBef>
              <a:buChar char="•"/>
              <a:defRPr sz="2000">
                <a:solidFill>
                  <a:schemeClr val="tx1"/>
                </a:solidFill>
                <a:latin typeface="Calibri"/>
                <a:ea typeface="Calibri"/>
                <a:cs typeface="Calibri"/>
              </a:defRPr>
            </a:lvl6pPr>
            <a:lvl7pPr marL="2971800" indent="-228600">
              <a:lnSpc>
                <a:spcPct val="90000"/>
              </a:lnSpc>
              <a:spcBef>
                <a:spcPts val="500"/>
              </a:spcBef>
              <a:buChar char="•"/>
              <a:defRPr sz="2000">
                <a:solidFill>
                  <a:schemeClr val="tx1"/>
                </a:solidFill>
                <a:latin typeface="Calibri"/>
                <a:ea typeface="Calibri"/>
                <a:cs typeface="Calibri"/>
              </a:defRPr>
            </a:lvl7pPr>
            <a:lvl8pPr marL="3429000" indent="-228600">
              <a:lnSpc>
                <a:spcPct val="90000"/>
              </a:lnSpc>
              <a:spcBef>
                <a:spcPts val="500"/>
              </a:spcBef>
              <a:buChar char="•"/>
              <a:defRPr sz="2000">
                <a:solidFill>
                  <a:schemeClr val="tx1"/>
                </a:solidFill>
                <a:latin typeface="Calibri"/>
                <a:ea typeface="Calibri"/>
                <a:cs typeface="Calibri"/>
              </a:defRPr>
            </a:lvl8pPr>
            <a:lvl9pPr marL="3886200" indent="-228600">
              <a:lnSpc>
                <a:spcPct val="90000"/>
              </a:lnSpc>
              <a:spcBef>
                <a:spcPts val="500"/>
              </a:spcBef>
              <a:buChar char="•"/>
              <a:defRPr sz="2000">
                <a:solidFill>
                  <a:schemeClr val="tx1"/>
                </a:solidFill>
                <a:latin typeface="Calibri"/>
                <a:ea typeface="Calibri"/>
                <a:cs typeface="Calibri"/>
              </a:defRPr>
            </a:lvl9pPr>
          </a:lstStyle>
          <a:p xmlns:a="http://schemas.openxmlformats.org/drawingml/2006/main">
            <a:pPr>
              <a:lnSpc>
                <a:spcPct val="100000"/>
              </a:lnSpc>
              <a:spcBef>
                <a:spcPts val="0"/>
              </a:spcBef>
              <a:buNone/>
            </a:pPr>
            <a:r>
              <a:rPr sz="1200">
                <a:solidFill>
                  <a:srgbClr val="262626"/>
                </a:solidFill>
                <a:latin typeface="Microsoft YaHei"/>
                <a:ea typeface="Microsoft YaHei"/>
                <a:cs typeface="Microsoft YaHei"/>
              </a:rPr>
              <a:t>类似人类与环境交互的方式，智能系统从环境到行为映射的学习，以使奖励信号函数值最大。</a:t>
            </a:r>
            <a:r>
              <a:rPr sz="1200" u="sng">
                <a:solidFill>
                  <a:srgbClr val="262626"/>
                </a:solidFill>
                <a:latin typeface="Microsoft YaHei"/>
                <a:ea typeface="Microsoft YaHei"/>
                <a:cs typeface="Microsoft YaHei"/>
              </a:rPr>
              <a:t>环境对产生动作的好坏通过奖励信号作评价</a:t>
            </a:r>
            <a:r>
              <a:rPr sz="1200">
                <a:solidFill>
                  <a:srgbClr val="262626"/>
                </a:solidFill>
                <a:latin typeface="Microsoft YaHei"/>
                <a:ea typeface="Microsoft YaHei"/>
                <a:cs typeface="Microsoft YaHei"/>
              </a:rPr>
              <a:t>，而不是告诉强化学习系统如何去产生正确的动作。</a:t>
            </a:r>
            <a:r>
              <a:rPr sz="1200" u="sng">
                <a:solidFill>
                  <a:srgbClr val="262626"/>
                </a:solidFill>
                <a:latin typeface="Microsoft YaHei"/>
                <a:ea typeface="Microsoft YaHei"/>
                <a:cs typeface="Microsoft YaHei"/>
              </a:rPr>
              <a:t>强化学习不能立即得到标记，而只能得到一个反馈</a:t>
            </a:r>
            <a:r>
              <a:rPr sz="1200">
                <a:solidFill>
                  <a:srgbClr val="262626"/>
                </a:solidFill>
                <a:latin typeface="Microsoft YaHei"/>
                <a:ea typeface="Microsoft YaHei"/>
                <a:cs typeface="Microsoft YaHei"/>
              </a:rPr>
              <a:t>，因此可以说强化学习是一种具有“延迟标记信息”的监督学习</a:t>
            </a:r>
          </a:p>
          <a:p xmlns:a="http://schemas.openxmlformats.org/drawingml/2006/main">
            <a:pPr>
              <a:lnSpc>
                <a:spcPct val="100000"/>
              </a:lnSpc>
              <a:spcBef>
                <a:spcPts val="0"/>
              </a:spcBef>
              <a:buNone/>
            </a:pPr>
          </a:p>
          <a:p xmlns:a="http://schemas.openxmlformats.org/drawingml/2006/main">
            <a:pPr>
              <a:lnSpc>
                <a:spcPct val="100000"/>
              </a:lnSpc>
              <a:spcBef>
                <a:spcPts val="0"/>
              </a:spcBef>
              <a:buNone/>
            </a:pPr>
            <a:r>
              <a:rPr sz="1200">
                <a:solidFill>
                  <a:srgbClr val="262626"/>
                </a:solidFill>
                <a:latin typeface="Microsoft YaHei"/>
                <a:ea typeface="Microsoft YaHei"/>
                <a:cs typeface="Microsoft YaHei"/>
              </a:rPr>
              <a:t>典型案例：</a:t>
            </a:r>
            <a:r>
              <a:rPr sz="1200">
                <a:solidFill>
                  <a:srgbClr val="262626"/>
                </a:solidFill>
                <a:latin typeface="Helvetica"/>
                <a:ea typeface="Helvetica"/>
                <a:cs typeface="Helvetica"/>
              </a:rPr>
              <a:t>AlphaGo</a:t>
            </a:r>
          </a:p>
          <a:p xmlns:a="http://schemas.openxmlformats.org/drawingml/2006/main">
            <a:pPr>
              <a:lnSpc>
                <a:spcPct val="100000"/>
              </a:lnSpc>
              <a:spcBef>
                <a:spcPts val="0"/>
              </a:spcBef>
              <a:buNone/>
            </a:pPr>
          </a:p>
        </p:txBody>
      </p:sp>
      <p:pic>
        <p:nvPicPr>
          <p:cNvPr id="17435" name="Picture 1"/>
          <p:cNvPicPr>
            <a:picLocks xmlns:a="http://schemas.openxmlformats.org/drawingml/2006/main" noChangeAspect="1"/>
          </p:cNvPicPr>
          <p:nvPr/>
        </p:nvPicPr>
        <p:blipFill>
          <a:blip xmlns:r="http://schemas.openxmlformats.org/officeDocument/2006/relationships" xmlns:a="http://schemas.openxmlformats.org/drawingml/2006/main" r:embed="R4b0805971b3d4757"/>
          <a:srcRect xmlns:a="http://schemas.openxmlformats.org/drawingml/2006/main" l="0" t="0" r="0" b="0"/>
          <a:stretch xmlns:a="http://schemas.openxmlformats.org/drawingml/2006/main">
            <a:fillRect l="0" t="0" r="0" b="0"/>
          </a:stretch>
        </p:blipFill>
        <p:spPr>
          <a:xfrm xmlns:a="http://schemas.openxmlformats.org/drawingml/2006/main">
            <a:off x="3379946" y="1692858"/>
            <a:ext cx="1831181" cy="2240756"/>
          </a:xfrm>
          <a:prstGeom xmlns:a="http://schemas.openxmlformats.org/drawingml/2006/main" prst="rect">
            <a:avLst/>
          </a:prstGeom>
          <a:ln xmlns:a="http://schemas.openxmlformats.org/drawingml/2006/main">
            <a:noFill/>
          </a:ln>
        </p:spPr>
      </p:pic>
      <p:sp>
        <p:nvSpPr>
          <p:cNvPr id="2" name="标题 1">
            <a:extLst xmlns:a="http://schemas.openxmlformats.org/drawingml/2006/main">
              <a:ext uri="{FF2B5EF4-FFF2-40B4-BE49-F238E27FC236}">
                <a16:creationId xmlns:a16="http://schemas.microsoft.com/office/drawing/2014/main" id="{905BB366-F780-4378-AB3B-5DCBF3606F8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深度学习的训练方法</a:t>
            </a:r>
          </a:p>
        </p:txBody>
      </p:sp>
      <p:sp>
        <p:nvSpPr>
          <p:cNvPr id="17" name="内容占位符 2">
            <a:extLst xmlns:a="http://schemas.openxmlformats.org/drawingml/2006/main">
              <a:ext uri="{FF2B5EF4-FFF2-40B4-BE49-F238E27FC236}">
                <a16:creationId xmlns:a16="http://schemas.microsoft.com/office/drawing/2014/main" id="{039010D7-1CFE-4EB3-B1C2-619AFFF4AB67}"/>
              </a:ext>
            </a:extLst>
          </p:cNvPr>
          <p:cNvSpPr>
            <a:spLocks xmlns:a="http://schemas.openxmlformats.org/drawingml/2006/main" noGrp="1"/>
          </p:cNvSpPr>
          <p:nvPr/>
        </p:nvSpPr>
        <p:spPr>
          <a:xfrm xmlns:a="http://schemas.openxmlformats.org/drawingml/2006/main">
            <a:off x="5645707" y="1399121"/>
            <a:ext cx="3349703" cy="2285405"/>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2000">
                <a:solidFill>
                  <a:schemeClr val="tx1"/>
                </a:solidFill>
                <a:latin typeface="+mn-lt"/>
                <a:ea typeface="+mn-lt"/>
                <a:cs typeface="+mn-lt"/>
              </a:defRPr>
            </a:lvl4pPr>
            <a:lvl5pPr marL="2057400" indent="-228600" algn="l">
              <a:lnSpc>
                <a:spcPct val="90000"/>
              </a:lnSpc>
              <a:spcBef>
                <a:spcPts val="500"/>
              </a:spcBef>
              <a:buChar char="•"/>
              <a:defRPr sz="2000">
                <a:solidFill>
                  <a:schemeClr val="tx1"/>
                </a:solidFill>
                <a:latin typeface="+mn-lt"/>
                <a:ea typeface="+mn-lt"/>
                <a:cs typeface="+mn-lt"/>
              </a:defRPr>
            </a:lvl5pPr>
            <a:lvl6pPr marL="2514600" indent="-228600" algn="l">
              <a:lnSpc>
                <a:spcPct val="90000"/>
              </a:lnSpc>
              <a:spcBef>
                <a:spcPts val="500"/>
              </a:spcBef>
              <a:buChar char="•"/>
              <a:defRPr>
                <a:solidFill>
                  <a:schemeClr val="tx1"/>
                </a:solidFill>
                <a:latin typeface="+mn-lt"/>
                <a:ea typeface="+mn-lt"/>
                <a:cs typeface="+mn-lt"/>
              </a:defRPr>
            </a:lvl6pPr>
            <a:lvl7pPr marL="2971800" indent="-228600" algn="l">
              <a:lnSpc>
                <a:spcPct val="90000"/>
              </a:lnSpc>
              <a:spcBef>
                <a:spcPts val="500"/>
              </a:spcBef>
              <a:buChar char="•"/>
              <a:defRPr>
                <a:solidFill>
                  <a:schemeClr val="tx1"/>
                </a:solidFill>
                <a:latin typeface="+mn-lt"/>
                <a:ea typeface="+mn-lt"/>
                <a:cs typeface="+mn-lt"/>
              </a:defRPr>
            </a:lvl7pPr>
            <a:lvl8pPr marL="3429000" indent="-228600" algn="l">
              <a:lnSpc>
                <a:spcPct val="90000"/>
              </a:lnSpc>
              <a:spcBef>
                <a:spcPts val="500"/>
              </a:spcBef>
              <a:buChar char="•"/>
              <a:defRPr>
                <a:solidFill>
                  <a:schemeClr val="tx1"/>
                </a:solidFill>
                <a:latin typeface="+mn-lt"/>
                <a:ea typeface="+mn-lt"/>
                <a:cs typeface="+mn-lt"/>
              </a:defRPr>
            </a:lvl8pPr>
            <a:lvl9pPr marL="3886200" indent="-228600" algn="l">
              <a:lnSpc>
                <a:spcPct val="90000"/>
              </a:lnSpc>
              <a:spcBef>
                <a:spcPts val="500"/>
              </a:spcBef>
              <a:buChar char="•"/>
              <a:defRPr>
                <a:solidFill>
                  <a:schemeClr val="tx1"/>
                </a:solidFill>
                <a:latin typeface="+mn-lt"/>
                <a:ea typeface="+mn-lt"/>
                <a:cs typeface="+mn-lt"/>
              </a:defRPr>
            </a:lvl9pPr>
          </a:lstStyle>
          <a:p xmlns:a="http://schemas.openxmlformats.org/drawingml/2006/main">
            <a:pPr marL="0" indent="0">
              <a:buNone/>
            </a:pPr>
            <a:r>
              <a:rPr sz="1350">
                <a:latin typeface="Microsoft YaHei"/>
                <a:ea typeface="Microsoft YaHei"/>
                <a:cs typeface="Microsoft YaHei"/>
              </a:rPr>
              <a:t>2006</a:t>
            </a:r>
            <a:r>
              <a:rPr sz="1350">
                <a:latin typeface="Microsoft YaHei"/>
                <a:ea typeface="Microsoft YaHei"/>
                <a:cs typeface="Microsoft YaHei"/>
              </a:rPr>
              <a:t>年，</a:t>
            </a:r>
            <a:r>
              <a:rPr sz="1350">
                <a:latin typeface="Microsoft YaHei"/>
                <a:ea typeface="Microsoft YaHei"/>
                <a:cs typeface="Microsoft YaHei"/>
              </a:rPr>
              <a:t>Geoffrey Hinton</a:t>
            </a:r>
            <a:r>
              <a:rPr sz="1350">
                <a:latin typeface="Microsoft YaHei"/>
                <a:ea typeface="Microsoft YaHei"/>
                <a:cs typeface="Microsoft YaHei"/>
              </a:rPr>
              <a:t>在</a:t>
            </a:r>
            <a:r>
              <a:rPr sz="1350">
                <a:latin typeface="Microsoft YaHei"/>
                <a:ea typeface="Microsoft YaHei"/>
                <a:cs typeface="Microsoft YaHei"/>
              </a:rPr>
              <a:t>《</a:t>
            </a:r>
            <a:r>
              <a:rPr sz="1350">
                <a:latin typeface="Microsoft YaHei"/>
                <a:ea typeface="Microsoft YaHei"/>
                <a:cs typeface="Microsoft YaHei"/>
              </a:rPr>
              <a:t>科学</a:t>
            </a:r>
            <a:r>
              <a:rPr sz="1350">
                <a:latin typeface="Microsoft YaHei"/>
                <a:ea typeface="Microsoft YaHei"/>
                <a:cs typeface="Microsoft YaHei"/>
              </a:rPr>
              <a:t>》</a:t>
            </a:r>
            <a:r>
              <a:rPr sz="1350">
                <a:latin typeface="Microsoft YaHei"/>
                <a:ea typeface="Microsoft YaHei"/>
                <a:cs typeface="Microsoft YaHei"/>
              </a:rPr>
              <a:t>上发表论文提出深度学习主要观点：</a:t>
            </a:r>
          </a:p>
          <a:p xmlns:a="http://schemas.openxmlformats.org/drawingml/2006/main">
            <a:pPr>
              <a:buNone/>
            </a:pPr>
            <a:r>
              <a:rPr sz="1350">
                <a:latin typeface="Microsoft YaHei"/>
                <a:ea typeface="Microsoft YaHei"/>
                <a:cs typeface="Microsoft YaHei"/>
              </a:rPr>
              <a:t>多隐层的人工神经网络具有优异的特征学习能力，学习得到的特征对数据有更本质的刻画，从而有利于可视化或分类</a:t>
            </a:r>
          </a:p>
          <a:p xmlns:a="http://schemas.openxmlformats.org/drawingml/2006/main">
            <a:pPr>
              <a:buNone/>
            </a:pPr>
            <a:r>
              <a:rPr sz="1350">
                <a:latin typeface="Microsoft YaHei"/>
                <a:ea typeface="Microsoft YaHei"/>
                <a:cs typeface="Microsoft YaHei"/>
              </a:rPr>
              <a:t>深度神经网络在训练上的难度，可以通过“逐层初始化”（</a:t>
            </a:r>
            <a:r>
              <a:rPr sz="1350">
                <a:latin typeface="Microsoft YaHei"/>
                <a:ea typeface="Microsoft YaHei"/>
                <a:cs typeface="Microsoft YaHei"/>
              </a:rPr>
              <a:t>layer-wise pre-training</a:t>
            </a:r>
            <a:r>
              <a:rPr sz="1350">
                <a:latin typeface="Microsoft YaHei"/>
                <a:ea typeface="Microsoft YaHei"/>
                <a:cs typeface="Microsoft YaHei"/>
              </a:rPr>
              <a:t>）来有效克服，逐层初始化可通过无监督学习实现的</a:t>
            </a:r>
          </a:p>
          <a:p xmlns:a="http://schemas.openxmlformats.org/drawingml/2006/main">
            <a:pPr>
              <a:buNone/>
            </a:pPr>
            <a:r>
              <a:rPr sz="1350">
                <a:latin typeface="Microsoft YaHei"/>
                <a:ea typeface="Microsoft YaHei"/>
                <a:cs typeface="Microsoft YaHei"/>
              </a:rPr>
              <a:t>在著名的</a:t>
            </a:r>
            <a:r>
              <a:rPr sz="1350">
                <a:latin typeface="Microsoft YaHei"/>
                <a:ea typeface="Microsoft YaHei"/>
                <a:cs typeface="Microsoft YaHei"/>
              </a:rPr>
              <a:t>ImageNet</a:t>
            </a:r>
            <a:r>
              <a:rPr sz="1350">
                <a:latin typeface="Microsoft YaHei"/>
                <a:ea typeface="Microsoft YaHei"/>
                <a:cs typeface="Microsoft YaHei"/>
              </a:rPr>
              <a:t>问题上将错误率从</a:t>
            </a:r>
            <a:r>
              <a:rPr sz="1350">
                <a:latin typeface="Microsoft YaHei"/>
                <a:ea typeface="Microsoft YaHei"/>
                <a:cs typeface="Microsoft YaHei"/>
              </a:rPr>
              <a:t>26</a:t>
            </a:r>
            <a:r>
              <a:rPr sz="1350">
                <a:latin typeface="Microsoft YaHei"/>
                <a:ea typeface="Microsoft YaHei"/>
                <a:cs typeface="Microsoft YaHei"/>
              </a:rPr>
              <a:t>％降低到了</a:t>
            </a:r>
            <a:r>
              <a:rPr sz="1350">
                <a:latin typeface="Microsoft YaHei"/>
                <a:ea typeface="Microsoft YaHei"/>
                <a:cs typeface="Microsoft YaHei"/>
              </a:rPr>
              <a:t>15</a:t>
            </a:r>
            <a:r>
              <a:rPr sz="1350">
                <a:latin typeface="Microsoft YaHei"/>
                <a:ea typeface="Microsoft YaHei"/>
                <a:cs typeface="Microsoft YaHei"/>
              </a:rPr>
              <a:t>％，并且输入没有用到其他任何人工特征，仅仅是图像的像素</a:t>
            </a:r>
          </a:p>
          <a:p xmlns:a="http://schemas.openxmlformats.org/drawingml/2006/main">
            <a:pPr>
              <a:buNone/>
            </a:pPr>
          </a:p>
        </p:txBody>
      </p:sp>
      <p:sp>
        <p:nvSpPr>
          <p:cNvPr id="19" name="TextBox 25">
            <a:extLst xmlns:a="http://schemas.openxmlformats.org/drawingml/2006/main">
              <a:ext uri="{FF2B5EF4-FFF2-40B4-BE49-F238E27FC236}">
                <a16:creationId xmlns:a16="http://schemas.microsoft.com/office/drawing/2014/main" id="{E6626C05-E4F6-4E3D-9CC2-F3BF22F96DA2}"/>
              </a:ext>
            </a:extLst>
          </p:cNvPr>
          <p:cNvSpPr>
            <a:spLocks xmlns:a="http://schemas.openxmlformats.org/drawingml/2006/main" noGrp="1"/>
          </p:cNvSpPr>
          <p:nvPr/>
        </p:nvSpPr>
        <p:spPr>
          <a:xfrm xmlns:a="http://schemas.openxmlformats.org/drawingml/2006/main" rot="0">
            <a:off x="5680432" y="4254410"/>
            <a:ext cx="954107" cy="3231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a:spAutoFit/>
          </a:bodyPr>
          <a:lstStyle xmlns:a="http://schemas.openxmlformats.org/drawingml/2006/main">
            <a:lvl1pPr>
              <a:lnSpc>
                <a:spcPct val="90000"/>
              </a:lnSpc>
              <a:spcBef>
                <a:spcPts val="1000"/>
              </a:spcBef>
              <a:buChar char="•"/>
              <a:defRPr sz="2800">
                <a:solidFill>
                  <a:schemeClr val="tx1"/>
                </a:solidFill>
                <a:latin typeface="Calibri"/>
                <a:ea typeface="Calibri"/>
                <a:cs typeface="Calibri"/>
              </a:defRPr>
            </a:lvl1pPr>
            <a:lvl2pPr marL="742950" indent="-285750">
              <a:lnSpc>
                <a:spcPct val="90000"/>
              </a:lnSpc>
              <a:spcBef>
                <a:spcPts val="500"/>
              </a:spcBef>
              <a:buChar char="•"/>
              <a:defRPr sz="2400">
                <a:solidFill>
                  <a:schemeClr val="tx1"/>
                </a:solidFill>
                <a:latin typeface="Calibri"/>
                <a:ea typeface="Calibri"/>
                <a:cs typeface="Calibri"/>
              </a:defRPr>
            </a:lvl2pPr>
            <a:lvl3pPr marL="1143000" indent="-228600">
              <a:lnSpc>
                <a:spcPct val="90000"/>
              </a:lnSpc>
              <a:spcBef>
                <a:spcPts val="500"/>
              </a:spcBef>
              <a:buChar char="•"/>
              <a:defRPr sz="2000">
                <a:solidFill>
                  <a:schemeClr val="tx1"/>
                </a:solidFill>
                <a:latin typeface="Calibri"/>
                <a:ea typeface="Calibri"/>
                <a:cs typeface="Calibri"/>
              </a:defRPr>
            </a:lvl3pPr>
            <a:lvl4pPr marL="1600200" indent="-228600">
              <a:lnSpc>
                <a:spcPct val="90000"/>
              </a:lnSpc>
              <a:spcBef>
                <a:spcPts val="500"/>
              </a:spcBef>
              <a:buChar char="•"/>
              <a:defRPr sz="2000">
                <a:solidFill>
                  <a:schemeClr val="tx1"/>
                </a:solidFill>
                <a:latin typeface="Calibri"/>
                <a:ea typeface="Calibri"/>
                <a:cs typeface="Calibri"/>
              </a:defRPr>
            </a:lvl4pPr>
            <a:lvl5pPr marL="2057400" indent="-228600">
              <a:lnSpc>
                <a:spcPct val="90000"/>
              </a:lnSpc>
              <a:spcBef>
                <a:spcPts val="500"/>
              </a:spcBef>
              <a:buChar char="•"/>
              <a:defRPr sz="2000">
                <a:solidFill>
                  <a:schemeClr val="tx1"/>
                </a:solidFill>
                <a:latin typeface="Calibri"/>
                <a:ea typeface="Calibri"/>
                <a:cs typeface="Calibri"/>
              </a:defRPr>
            </a:lvl5pPr>
            <a:lvl6pPr marL="2514600" indent="-228600">
              <a:lnSpc>
                <a:spcPct val="90000"/>
              </a:lnSpc>
              <a:spcBef>
                <a:spcPts val="500"/>
              </a:spcBef>
              <a:buChar char="•"/>
              <a:defRPr sz="2000">
                <a:solidFill>
                  <a:schemeClr val="tx1"/>
                </a:solidFill>
                <a:latin typeface="Calibri"/>
                <a:ea typeface="Calibri"/>
                <a:cs typeface="Calibri"/>
              </a:defRPr>
            </a:lvl6pPr>
            <a:lvl7pPr marL="2971800" indent="-228600">
              <a:lnSpc>
                <a:spcPct val="90000"/>
              </a:lnSpc>
              <a:spcBef>
                <a:spcPts val="500"/>
              </a:spcBef>
              <a:buChar char="•"/>
              <a:defRPr sz="2000">
                <a:solidFill>
                  <a:schemeClr val="tx1"/>
                </a:solidFill>
                <a:latin typeface="Calibri"/>
                <a:ea typeface="Calibri"/>
                <a:cs typeface="Calibri"/>
              </a:defRPr>
            </a:lvl7pPr>
            <a:lvl8pPr marL="3429000" indent="-228600">
              <a:lnSpc>
                <a:spcPct val="90000"/>
              </a:lnSpc>
              <a:spcBef>
                <a:spcPts val="500"/>
              </a:spcBef>
              <a:buChar char="•"/>
              <a:defRPr sz="2000">
                <a:solidFill>
                  <a:schemeClr val="tx1"/>
                </a:solidFill>
                <a:latin typeface="Calibri"/>
                <a:ea typeface="Calibri"/>
                <a:cs typeface="Calibri"/>
              </a:defRPr>
            </a:lvl8pPr>
            <a:lvl9pPr marL="3886200" indent="-228600">
              <a:lnSpc>
                <a:spcPct val="90000"/>
              </a:lnSpc>
              <a:spcBef>
                <a:spcPts val="500"/>
              </a:spcBef>
              <a:buChar char="•"/>
              <a:defRPr sz="2000">
                <a:solidFill>
                  <a:schemeClr val="tx1"/>
                </a:solidFill>
                <a:latin typeface="Calibri"/>
                <a:ea typeface="Calibri"/>
                <a:cs typeface="Calibri"/>
              </a:defRPr>
            </a:lvl9pPr>
          </a:lstStyle>
          <a:p xmlns:a="http://schemas.openxmlformats.org/drawingml/2006/main">
            <a:pPr>
              <a:lnSpc>
                <a:spcPct val="100000"/>
              </a:lnSpc>
              <a:spcBef>
                <a:spcPts val="0"/>
              </a:spcBef>
              <a:buNone/>
            </a:pPr>
            <a:r>
              <a:rPr sz="1500" b="1">
                <a:solidFill>
                  <a:srgbClr val="CC0000"/>
                </a:solidFill>
                <a:latin typeface="微软雅黑"/>
                <a:ea typeface="微软雅黑"/>
                <a:cs typeface="微软雅黑"/>
              </a:rPr>
              <a:t>迁移学习</a:t>
            </a:r>
          </a:p>
        </p:txBody>
      </p:sp>
      <p:sp>
        <p:nvSpPr>
          <p:cNvPr id="20" name="矩形 1">
            <a:extLst xmlns:a="http://schemas.openxmlformats.org/drawingml/2006/main">
              <a:ext uri="{FF2B5EF4-FFF2-40B4-BE49-F238E27FC236}">
                <a16:creationId xmlns:a16="http://schemas.microsoft.com/office/drawing/2014/main" id="{7F7F9016-F062-4ECF-9945-49748209F468}"/>
              </a:ext>
            </a:extLst>
          </p:cNvPr>
          <p:cNvSpPr>
            <a:spLocks xmlns:a="http://schemas.openxmlformats.org/drawingml/2006/main" noGrp="1"/>
          </p:cNvSpPr>
          <p:nvPr/>
        </p:nvSpPr>
        <p:spPr>
          <a:xfrm xmlns:a="http://schemas.openxmlformats.org/drawingml/2006/main" rot="0">
            <a:off x="5680432" y="4523636"/>
            <a:ext cx="2615804" cy="156965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spAutoFit/>
          </a:bodyPr>
          <a:lstStyle xmlns:a="http://schemas.openxmlformats.org/drawingml/2006/main">
            <a:lvl1pPr>
              <a:lnSpc>
                <a:spcPct val="90000"/>
              </a:lnSpc>
              <a:spcBef>
                <a:spcPts val="1000"/>
              </a:spcBef>
              <a:buChar char="•"/>
              <a:defRPr sz="2800">
                <a:solidFill>
                  <a:schemeClr val="tx1"/>
                </a:solidFill>
                <a:latin typeface="Calibri"/>
                <a:ea typeface="Calibri"/>
                <a:cs typeface="Calibri"/>
              </a:defRPr>
            </a:lvl1pPr>
            <a:lvl2pPr marL="742950" indent="-285750">
              <a:lnSpc>
                <a:spcPct val="90000"/>
              </a:lnSpc>
              <a:spcBef>
                <a:spcPts val="500"/>
              </a:spcBef>
              <a:buChar char="•"/>
              <a:defRPr sz="2400">
                <a:solidFill>
                  <a:schemeClr val="tx1"/>
                </a:solidFill>
                <a:latin typeface="Calibri"/>
                <a:ea typeface="Calibri"/>
                <a:cs typeface="Calibri"/>
              </a:defRPr>
            </a:lvl2pPr>
            <a:lvl3pPr marL="1143000" indent="-228600">
              <a:lnSpc>
                <a:spcPct val="90000"/>
              </a:lnSpc>
              <a:spcBef>
                <a:spcPts val="500"/>
              </a:spcBef>
              <a:buChar char="•"/>
              <a:defRPr sz="2000">
                <a:solidFill>
                  <a:schemeClr val="tx1"/>
                </a:solidFill>
                <a:latin typeface="Calibri"/>
                <a:ea typeface="Calibri"/>
                <a:cs typeface="Calibri"/>
              </a:defRPr>
            </a:lvl3pPr>
            <a:lvl4pPr marL="1600200" indent="-228600">
              <a:lnSpc>
                <a:spcPct val="90000"/>
              </a:lnSpc>
              <a:spcBef>
                <a:spcPts val="500"/>
              </a:spcBef>
              <a:buChar char="•"/>
              <a:defRPr sz="2000">
                <a:solidFill>
                  <a:schemeClr val="tx1"/>
                </a:solidFill>
                <a:latin typeface="Calibri"/>
                <a:ea typeface="Calibri"/>
                <a:cs typeface="Calibri"/>
              </a:defRPr>
            </a:lvl4pPr>
            <a:lvl5pPr marL="2057400" indent="-228600">
              <a:lnSpc>
                <a:spcPct val="90000"/>
              </a:lnSpc>
              <a:spcBef>
                <a:spcPts val="500"/>
              </a:spcBef>
              <a:buChar char="•"/>
              <a:defRPr sz="2000">
                <a:solidFill>
                  <a:schemeClr val="tx1"/>
                </a:solidFill>
                <a:latin typeface="Calibri"/>
                <a:ea typeface="Calibri"/>
                <a:cs typeface="Calibri"/>
              </a:defRPr>
            </a:lvl5pPr>
            <a:lvl6pPr marL="2514600" indent="-228600">
              <a:lnSpc>
                <a:spcPct val="90000"/>
              </a:lnSpc>
              <a:spcBef>
                <a:spcPts val="500"/>
              </a:spcBef>
              <a:buChar char="•"/>
              <a:defRPr sz="2000">
                <a:solidFill>
                  <a:schemeClr val="tx1"/>
                </a:solidFill>
                <a:latin typeface="Calibri"/>
                <a:ea typeface="Calibri"/>
                <a:cs typeface="Calibri"/>
              </a:defRPr>
            </a:lvl6pPr>
            <a:lvl7pPr marL="2971800" indent="-228600">
              <a:lnSpc>
                <a:spcPct val="90000"/>
              </a:lnSpc>
              <a:spcBef>
                <a:spcPts val="500"/>
              </a:spcBef>
              <a:buChar char="•"/>
              <a:defRPr sz="2000">
                <a:solidFill>
                  <a:schemeClr val="tx1"/>
                </a:solidFill>
                <a:latin typeface="Calibri"/>
                <a:ea typeface="Calibri"/>
                <a:cs typeface="Calibri"/>
              </a:defRPr>
            </a:lvl7pPr>
            <a:lvl8pPr marL="3429000" indent="-228600">
              <a:lnSpc>
                <a:spcPct val="90000"/>
              </a:lnSpc>
              <a:spcBef>
                <a:spcPts val="500"/>
              </a:spcBef>
              <a:buChar char="•"/>
              <a:defRPr sz="2000">
                <a:solidFill>
                  <a:schemeClr val="tx1"/>
                </a:solidFill>
                <a:latin typeface="Calibri"/>
                <a:ea typeface="Calibri"/>
                <a:cs typeface="Calibri"/>
              </a:defRPr>
            </a:lvl8pPr>
            <a:lvl9pPr marL="3886200" indent="-228600">
              <a:lnSpc>
                <a:spcPct val="90000"/>
              </a:lnSpc>
              <a:spcBef>
                <a:spcPts val="500"/>
              </a:spcBef>
              <a:buChar char="•"/>
              <a:defRPr sz="2000">
                <a:solidFill>
                  <a:schemeClr val="tx1"/>
                </a:solidFill>
                <a:latin typeface="Calibri"/>
                <a:ea typeface="Calibri"/>
                <a:cs typeface="Calibri"/>
              </a:defRPr>
            </a:lvl9pPr>
          </a:lstStyle>
          <a:p xmlns:a="http://schemas.openxmlformats.org/drawingml/2006/main">
            <a:pPr>
              <a:lnSpc>
                <a:spcPct val="100000"/>
              </a:lnSpc>
              <a:spcBef>
                <a:spcPts val="0"/>
              </a:spcBef>
              <a:buNone/>
            </a:pPr>
            <a:r>
              <a:rPr sz="1200">
                <a:solidFill>
                  <a:srgbClr val="262626"/>
                </a:solidFill>
                <a:latin typeface="Microsoft YaHei"/>
                <a:ea typeface="Microsoft YaHei"/>
                <a:cs typeface="Microsoft YaHei"/>
              </a:rPr>
              <a:t>将从拥有大数据的源领域上学习到的东西应用到仅有小数据的目标领域上去，实现个性化迁移，即举一反三、触类旁通。</a:t>
            </a:r>
          </a:p>
          <a:p xmlns:a="http://schemas.openxmlformats.org/drawingml/2006/main">
            <a:pPr>
              <a:lnSpc>
                <a:spcPct val="100000"/>
              </a:lnSpc>
              <a:spcBef>
                <a:spcPts val="0"/>
              </a:spcBef>
              <a:buNone/>
            </a:pPr>
          </a:p>
          <a:p xmlns:a="http://schemas.openxmlformats.org/drawingml/2006/main">
            <a:pPr>
              <a:lnSpc>
                <a:spcPct val="100000"/>
              </a:lnSpc>
              <a:spcBef>
                <a:spcPts val="0"/>
              </a:spcBef>
              <a:buNone/>
            </a:pPr>
            <a:r>
              <a:rPr sz="1200">
                <a:solidFill>
                  <a:srgbClr val="262626"/>
                </a:solidFill>
                <a:latin typeface="Microsoft YaHei"/>
                <a:ea typeface="Microsoft YaHei"/>
                <a:cs typeface="Microsoft YaHei"/>
              </a:rPr>
              <a:t>典型案例：斯坦福学者使用卫星图像获取的灯光信息来分析非洲大陆的贫穷情况</a:t>
            </a:r>
          </a:p>
        </p:txBody>
      </p:sp>
    </p:spTree>
    <p:extLst>
      <p:ext uri="{BB962C8B-B14F-4D97-AF65-F5344CB8AC3E}">
        <p14:creationId xmlns:p14="http://schemas.microsoft.com/office/powerpoint/2010/main" val="56248647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标题 3">
            <a:extLst xmlns:a="http://schemas.openxmlformats.org/drawingml/2006/main">
              <a:ext uri="{FF2B5EF4-FFF2-40B4-BE49-F238E27FC236}">
                <a16:creationId xmlns:a16="http://schemas.microsoft.com/office/drawing/2014/main" id="{AE6921DD-B36F-4479-A719-4392684C28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深度学习的训练方法</a:t>
            </a:r>
          </a:p>
        </p:txBody>
      </p:sp>
      <p:sp>
        <p:nvSpPr>
          <p:cNvPr id="3" name="内容占位符 2">
            <a:extLst xmlns:a="http://schemas.openxmlformats.org/drawingml/2006/main">
              <a:ext uri="{FF2B5EF4-FFF2-40B4-BE49-F238E27FC236}">
                <a16:creationId xmlns:a16="http://schemas.microsoft.com/office/drawing/2014/main" id="{7EBB9692-1A5B-4A6B-8105-A983A862337D}"/>
              </a:ext>
            </a:extLst>
          </p:cNvPr>
          <p:cNvSpPr>
            <a:spLocks xmlns:a="http://schemas.openxmlformats.org/drawingml/2006/main" noGrp="1"/>
          </p:cNvSpPr>
          <p:nvPr>
            <p:ph idx="4294967295"/>
          </p:nvPr>
        </p:nvSpPr>
        <p:spPr>
          <a:xfrm xmlns:a="http://schemas.openxmlformats.org/drawingml/2006/main">
            <a:off x="0" y="3429000"/>
            <a:ext cx="8229600" cy="3121025"/>
          </a:xfrm>
        </p:spPr>
        <p:txBody>
          <a:bodyPr xmlns:a="http://schemas.openxmlformats.org/drawingml/2006/main"/>
          <a:lstStyle xmlns:a="http://schemas.openxmlformats.org/drawingml/2006/main"/>
          <a:p xmlns:a="http://schemas.openxmlformats.org/drawingml/2006/main">
            <a:pPr marL="0" indent="0">
              <a:buNone/>
            </a:pPr>
            <a:r>
              <a:rPr sz="1500"/>
              <a:t>C1</a:t>
            </a:r>
            <a:r>
              <a:rPr sz="1500"/>
              <a:t>层：</a:t>
            </a:r>
          </a:p>
          <a:p xmlns:a="http://schemas.openxmlformats.org/drawingml/2006/main">
            <a:pPr marL="0" indent="0">
              <a:buNone/>
            </a:pPr>
            <a:r>
              <a:rPr sz="1350"/>
              <a:t>输入图片大小：</a:t>
            </a:r>
            <a:r>
              <a:rPr sz="1350"/>
              <a:t>	32</a:t>
            </a:r>
            <a:r>
              <a:rPr sz="1350"/>
              <a:t>*</a:t>
            </a:r>
            <a:r>
              <a:rPr sz="1350"/>
              <a:t>32</a:t>
            </a:r>
          </a:p>
          <a:p xmlns:a="http://schemas.openxmlformats.org/drawingml/2006/main">
            <a:pPr marL="0" indent="0">
              <a:buNone/>
            </a:pPr>
            <a:r>
              <a:rPr sz="1350"/>
              <a:t>卷积窗大小：</a:t>
            </a:r>
            <a:r>
              <a:rPr sz="1350"/>
              <a:t>	5</a:t>
            </a:r>
            <a:r>
              <a:rPr sz="1350"/>
              <a:t>*</a:t>
            </a:r>
            <a:r>
              <a:rPr sz="1350"/>
              <a:t>5</a:t>
            </a:r>
          </a:p>
          <a:p xmlns:a="http://schemas.openxmlformats.org/drawingml/2006/main">
            <a:pPr marL="0" indent="0">
              <a:buNone/>
            </a:pPr>
            <a:r>
              <a:rPr sz="1350"/>
              <a:t>卷积窗种类：</a:t>
            </a:r>
            <a:r>
              <a:rPr sz="1350"/>
              <a:t>	6</a:t>
            </a:r>
          </a:p>
          <a:p xmlns:a="http://schemas.openxmlformats.org/drawingml/2006/main">
            <a:pPr marL="0" indent="0">
              <a:buNone/>
            </a:pPr>
            <a:r>
              <a:rPr sz="1350"/>
              <a:t>输出特征图数量：</a:t>
            </a:r>
            <a:r>
              <a:rPr sz="1350"/>
              <a:t>6</a:t>
            </a:r>
          </a:p>
          <a:p xmlns:a="http://schemas.openxmlformats.org/drawingml/2006/main">
            <a:pPr marL="0" indent="0">
              <a:buNone/>
            </a:pPr>
            <a:r>
              <a:rPr sz="1350"/>
              <a:t>输出特征图大小：</a:t>
            </a:r>
            <a:r>
              <a:rPr sz="1350"/>
              <a:t>28</a:t>
            </a:r>
            <a:r>
              <a:rPr sz="1350"/>
              <a:t>*</a:t>
            </a:r>
            <a:r>
              <a:rPr sz="1350"/>
              <a:t>28	(32-5+1)</a:t>
            </a:r>
          </a:p>
          <a:p xmlns:a="http://schemas.openxmlformats.org/drawingml/2006/main">
            <a:pPr marL="0" indent="0">
              <a:buNone/>
            </a:pPr>
            <a:r>
              <a:rPr sz="1350"/>
              <a:t>神经元数量：</a:t>
            </a:r>
            <a:r>
              <a:rPr sz="1350"/>
              <a:t>	4707  [(28</a:t>
            </a:r>
            <a:r>
              <a:rPr sz="1350"/>
              <a:t>*</a:t>
            </a:r>
            <a:r>
              <a:rPr sz="1350"/>
              <a:t>28)</a:t>
            </a:r>
            <a:r>
              <a:rPr sz="1350"/>
              <a:t>*</a:t>
            </a:r>
            <a:r>
              <a:rPr sz="1350"/>
              <a:t>6)]</a:t>
            </a:r>
          </a:p>
          <a:p xmlns:a="http://schemas.openxmlformats.org/drawingml/2006/main">
            <a:pPr marL="0" indent="0">
              <a:buNone/>
            </a:pPr>
            <a:r>
              <a:rPr sz="1350"/>
              <a:t>连接数：</a:t>
            </a:r>
            <a:r>
              <a:rPr sz="1350"/>
              <a:t>	12304 [(5</a:t>
            </a:r>
            <a:r>
              <a:rPr sz="1350"/>
              <a:t>*</a:t>
            </a:r>
            <a:r>
              <a:rPr sz="1350"/>
              <a:t>5+1)</a:t>
            </a:r>
            <a:r>
              <a:rPr sz="1350"/>
              <a:t>*</a:t>
            </a:r>
            <a:r>
              <a:rPr sz="1350"/>
              <a:t>6]</a:t>
            </a:r>
            <a:r>
              <a:rPr sz="1350"/>
              <a:t>*</a:t>
            </a:r>
            <a:r>
              <a:rPr sz="1350"/>
              <a:t>(28*28)</a:t>
            </a:r>
          </a:p>
          <a:p xmlns:a="http://schemas.openxmlformats.org/drawingml/2006/main">
            <a:pPr marL="0" indent="0">
              <a:buNone/>
            </a:pPr>
            <a:r>
              <a:rPr sz="1350"/>
              <a:t>可训练参数：</a:t>
            </a:r>
            <a:r>
              <a:rPr sz="1350"/>
              <a:t>	156 [(5*5+1)*6]</a:t>
            </a:r>
          </a:p>
        </p:txBody>
      </p:sp>
      <p:pic>
        <p:nvPicPr>
          <p:cNvPr id="19469" name="Picture 4"/>
          <p:cNvPicPr>
            <a:picLocks xmlns:a="http://schemas.openxmlformats.org/drawingml/2006/main" noChangeAspect="1"/>
          </p:cNvPicPr>
          <p:nvPr/>
        </p:nvPicPr>
        <p:blipFill>
          <a:blip xmlns:r="http://schemas.openxmlformats.org/officeDocument/2006/relationships" xmlns:a="http://schemas.openxmlformats.org/drawingml/2006/main" r:embed="R363e176d6f4c4cf8"/>
          <a:srcRect xmlns:a="http://schemas.openxmlformats.org/drawingml/2006/main" l="0" t="0" r="0" b="0"/>
          <a:stretch xmlns:a="http://schemas.openxmlformats.org/drawingml/2006/main">
            <a:fillRect l="0" t="0" r="0" b="0"/>
          </a:stretch>
        </p:blipFill>
        <p:spPr>
          <a:xfrm xmlns:a="http://schemas.openxmlformats.org/drawingml/2006/main">
            <a:off x="0" y="1647898"/>
            <a:ext cx="9144000" cy="2022872"/>
          </a:xfrm>
          <a:prstGeom xmlns:a="http://schemas.openxmlformats.org/drawingml/2006/main" prst="rect">
            <a:avLst/>
          </a:prstGeom>
          <a:ln xmlns:a="http://schemas.openxmlformats.org/drawingml/2006/main">
            <a:noFill/>
          </a:ln>
        </p:spPr>
      </p:pic>
      <p:sp>
        <p:nvSpPr>
          <p:cNvPr id="19463" name="TextBox 25">
            <a:extLst xmlns:a="http://schemas.openxmlformats.org/drawingml/2006/main">
              <a:ext uri="{FF2B5EF4-FFF2-40B4-BE49-F238E27FC236}">
                <a16:creationId xmlns:a16="http://schemas.microsoft.com/office/drawing/2014/main" id="{12E530B4-D4F8-4318-890D-CA97268A62C8}"/>
              </a:ext>
            </a:extLst>
          </p:cNvPr>
          <p:cNvSpPr>
            <a:spLocks xmlns:a="http://schemas.openxmlformats.org/drawingml/2006/main" noGrp="1"/>
          </p:cNvSpPr>
          <p:nvPr/>
        </p:nvSpPr>
        <p:spPr>
          <a:xfrm xmlns:a="http://schemas.openxmlformats.org/drawingml/2006/main" rot="0">
            <a:off x="5303044" y="3917157"/>
            <a:ext cx="3692128" cy="55399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spAutoFit/>
          </a:bodyPr>
          <a:lstStyle xmlns:a="http://schemas.openxmlformats.org/drawingml/2006/main">
            <a:lvl1pPr>
              <a:lnSpc>
                <a:spcPct val="90000"/>
              </a:lnSpc>
              <a:spcBef>
                <a:spcPts val="1000"/>
              </a:spcBef>
              <a:buChar char="•"/>
              <a:defRPr sz="2800">
                <a:solidFill>
                  <a:schemeClr val="tx1"/>
                </a:solidFill>
                <a:latin typeface="Calibri"/>
                <a:ea typeface="Calibri"/>
                <a:cs typeface="Calibri"/>
              </a:defRPr>
            </a:lvl1pPr>
            <a:lvl2pPr marL="742950" indent="-285750">
              <a:lnSpc>
                <a:spcPct val="90000"/>
              </a:lnSpc>
              <a:spcBef>
                <a:spcPts val="500"/>
              </a:spcBef>
              <a:buChar char="•"/>
              <a:defRPr sz="2400">
                <a:solidFill>
                  <a:schemeClr val="tx1"/>
                </a:solidFill>
                <a:latin typeface="Calibri"/>
                <a:ea typeface="Calibri"/>
                <a:cs typeface="Calibri"/>
              </a:defRPr>
            </a:lvl2pPr>
            <a:lvl3pPr marL="1143000" indent="-228600">
              <a:lnSpc>
                <a:spcPct val="90000"/>
              </a:lnSpc>
              <a:spcBef>
                <a:spcPts val="500"/>
              </a:spcBef>
              <a:buChar char="•"/>
              <a:defRPr sz="2000">
                <a:solidFill>
                  <a:schemeClr val="tx1"/>
                </a:solidFill>
                <a:latin typeface="Calibri"/>
                <a:ea typeface="Calibri"/>
                <a:cs typeface="Calibri"/>
              </a:defRPr>
            </a:lvl3pPr>
            <a:lvl4pPr marL="1600200" indent="-228600">
              <a:lnSpc>
                <a:spcPct val="90000"/>
              </a:lnSpc>
              <a:spcBef>
                <a:spcPts val="500"/>
              </a:spcBef>
              <a:buChar char="•"/>
              <a:defRPr sz="2000">
                <a:solidFill>
                  <a:schemeClr val="tx1"/>
                </a:solidFill>
                <a:latin typeface="Calibri"/>
                <a:ea typeface="Calibri"/>
                <a:cs typeface="Calibri"/>
              </a:defRPr>
            </a:lvl4pPr>
            <a:lvl5pPr marL="2057400" indent="-228600">
              <a:lnSpc>
                <a:spcPct val="90000"/>
              </a:lnSpc>
              <a:spcBef>
                <a:spcPts val="500"/>
              </a:spcBef>
              <a:buChar char="•"/>
              <a:defRPr sz="2000">
                <a:solidFill>
                  <a:schemeClr val="tx1"/>
                </a:solidFill>
                <a:latin typeface="Calibri"/>
                <a:ea typeface="Calibri"/>
                <a:cs typeface="Calibri"/>
              </a:defRPr>
            </a:lvl5pPr>
            <a:lvl6pPr marL="2514600" indent="-228600">
              <a:lnSpc>
                <a:spcPct val="90000"/>
              </a:lnSpc>
              <a:spcBef>
                <a:spcPts val="500"/>
              </a:spcBef>
              <a:buChar char="•"/>
              <a:defRPr sz="2000">
                <a:solidFill>
                  <a:schemeClr val="tx1"/>
                </a:solidFill>
                <a:latin typeface="Calibri"/>
                <a:ea typeface="Calibri"/>
                <a:cs typeface="Calibri"/>
              </a:defRPr>
            </a:lvl6pPr>
            <a:lvl7pPr marL="2971800" indent="-228600">
              <a:lnSpc>
                <a:spcPct val="90000"/>
              </a:lnSpc>
              <a:spcBef>
                <a:spcPts val="500"/>
              </a:spcBef>
              <a:buChar char="•"/>
              <a:defRPr sz="2000">
                <a:solidFill>
                  <a:schemeClr val="tx1"/>
                </a:solidFill>
                <a:latin typeface="Calibri"/>
                <a:ea typeface="Calibri"/>
                <a:cs typeface="Calibri"/>
              </a:defRPr>
            </a:lvl7pPr>
            <a:lvl8pPr marL="3429000" indent="-228600">
              <a:lnSpc>
                <a:spcPct val="90000"/>
              </a:lnSpc>
              <a:spcBef>
                <a:spcPts val="500"/>
              </a:spcBef>
              <a:buChar char="•"/>
              <a:defRPr sz="2000">
                <a:solidFill>
                  <a:schemeClr val="tx1"/>
                </a:solidFill>
                <a:latin typeface="Calibri"/>
                <a:ea typeface="Calibri"/>
                <a:cs typeface="Calibri"/>
              </a:defRPr>
            </a:lvl8pPr>
            <a:lvl9pPr marL="3886200" indent="-228600">
              <a:lnSpc>
                <a:spcPct val="90000"/>
              </a:lnSpc>
              <a:spcBef>
                <a:spcPts val="500"/>
              </a:spcBef>
              <a:buChar char="•"/>
              <a:defRPr sz="2000">
                <a:solidFill>
                  <a:schemeClr val="tx1"/>
                </a:solidFill>
                <a:latin typeface="Calibri"/>
                <a:ea typeface="Calibri"/>
                <a:cs typeface="Calibri"/>
              </a:defRPr>
            </a:lvl9pPr>
          </a:lstStyle>
          <a:p xmlns:a="http://schemas.openxmlformats.org/drawingml/2006/main">
            <a:pPr>
              <a:lnSpc>
                <a:spcPct val="100000"/>
              </a:lnSpc>
              <a:spcBef>
                <a:spcPts val="0"/>
              </a:spcBef>
              <a:buNone/>
            </a:pPr>
            <a:r>
              <a:rPr sz="1500" b="1">
                <a:solidFill>
                  <a:srgbClr val="262626"/>
                </a:solidFill>
                <a:latin typeface="微软雅黑"/>
                <a:ea typeface="微软雅黑"/>
                <a:cs typeface="微软雅黑"/>
              </a:rPr>
              <a:t>LeNet-5</a:t>
            </a:r>
            <a:r>
              <a:rPr sz="1500" b="1">
                <a:solidFill>
                  <a:srgbClr val="262626"/>
                </a:solidFill>
                <a:latin typeface="微软雅黑"/>
                <a:ea typeface="微软雅黑"/>
                <a:cs typeface="微软雅黑"/>
              </a:rPr>
              <a:t>：卷积神经网络手写数字识别的应用</a:t>
            </a:r>
          </a:p>
        </p:txBody>
      </p:sp>
      <p:sp>
        <p:nvSpPr>
          <p:cNvPr id="19464" name="矩形 1">
            <a:extLst xmlns:a="http://schemas.openxmlformats.org/drawingml/2006/main">
              <a:ext uri="{FF2B5EF4-FFF2-40B4-BE49-F238E27FC236}">
                <a16:creationId xmlns:a16="http://schemas.microsoft.com/office/drawing/2014/main" id="{D54E8CC5-D0FD-4291-9DA3-05B9409AFFF0}"/>
              </a:ext>
            </a:extLst>
          </p:cNvPr>
          <p:cNvSpPr>
            <a:spLocks xmlns:a="http://schemas.openxmlformats.org/drawingml/2006/main" noGrp="1"/>
          </p:cNvSpPr>
          <p:nvPr/>
        </p:nvSpPr>
        <p:spPr>
          <a:xfrm xmlns:a="http://schemas.openxmlformats.org/drawingml/2006/main" rot="0">
            <a:off x="5303044" y="4497349"/>
            <a:ext cx="3692128" cy="14029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spAutoFit/>
          </a:bodyPr>
          <a:lstStyle xmlns:a="http://schemas.openxmlformats.org/drawingml/2006/main">
            <a:lvl1pPr>
              <a:lnSpc>
                <a:spcPct val="90000"/>
              </a:lnSpc>
              <a:spcBef>
                <a:spcPts val="1000"/>
              </a:spcBef>
              <a:buChar char="•"/>
              <a:defRPr sz="2800">
                <a:solidFill>
                  <a:schemeClr val="tx1"/>
                </a:solidFill>
                <a:latin typeface="Calibri"/>
                <a:ea typeface="Calibri"/>
                <a:cs typeface="Calibri"/>
              </a:defRPr>
            </a:lvl1pPr>
            <a:lvl2pPr marL="742950" indent="-285750">
              <a:lnSpc>
                <a:spcPct val="90000"/>
              </a:lnSpc>
              <a:spcBef>
                <a:spcPts val="500"/>
              </a:spcBef>
              <a:buChar char="•"/>
              <a:defRPr sz="2400">
                <a:solidFill>
                  <a:schemeClr val="tx1"/>
                </a:solidFill>
                <a:latin typeface="Calibri"/>
                <a:ea typeface="Calibri"/>
                <a:cs typeface="Calibri"/>
              </a:defRPr>
            </a:lvl2pPr>
            <a:lvl3pPr marL="1143000" indent="-228600">
              <a:lnSpc>
                <a:spcPct val="90000"/>
              </a:lnSpc>
              <a:spcBef>
                <a:spcPts val="500"/>
              </a:spcBef>
              <a:buChar char="•"/>
              <a:defRPr sz="2000">
                <a:solidFill>
                  <a:schemeClr val="tx1"/>
                </a:solidFill>
                <a:latin typeface="Calibri"/>
                <a:ea typeface="Calibri"/>
                <a:cs typeface="Calibri"/>
              </a:defRPr>
            </a:lvl3pPr>
            <a:lvl4pPr marL="1600200" indent="-228600">
              <a:lnSpc>
                <a:spcPct val="90000"/>
              </a:lnSpc>
              <a:spcBef>
                <a:spcPts val="500"/>
              </a:spcBef>
              <a:buChar char="•"/>
              <a:defRPr sz="2000">
                <a:solidFill>
                  <a:schemeClr val="tx1"/>
                </a:solidFill>
                <a:latin typeface="Calibri"/>
                <a:ea typeface="Calibri"/>
                <a:cs typeface="Calibri"/>
              </a:defRPr>
            </a:lvl4pPr>
            <a:lvl5pPr marL="2057400" indent="-228600">
              <a:lnSpc>
                <a:spcPct val="90000"/>
              </a:lnSpc>
              <a:spcBef>
                <a:spcPts val="500"/>
              </a:spcBef>
              <a:buChar char="•"/>
              <a:defRPr sz="2000">
                <a:solidFill>
                  <a:schemeClr val="tx1"/>
                </a:solidFill>
                <a:latin typeface="Calibri"/>
                <a:ea typeface="Calibri"/>
                <a:cs typeface="Calibri"/>
              </a:defRPr>
            </a:lvl5pPr>
            <a:lvl6pPr marL="2514600" indent="-228600">
              <a:lnSpc>
                <a:spcPct val="90000"/>
              </a:lnSpc>
              <a:spcBef>
                <a:spcPts val="500"/>
              </a:spcBef>
              <a:buChar char="•"/>
              <a:defRPr sz="2000">
                <a:solidFill>
                  <a:schemeClr val="tx1"/>
                </a:solidFill>
                <a:latin typeface="Calibri"/>
                <a:ea typeface="Calibri"/>
                <a:cs typeface="Calibri"/>
              </a:defRPr>
            </a:lvl6pPr>
            <a:lvl7pPr marL="2971800" indent="-228600">
              <a:lnSpc>
                <a:spcPct val="90000"/>
              </a:lnSpc>
              <a:spcBef>
                <a:spcPts val="500"/>
              </a:spcBef>
              <a:buChar char="•"/>
              <a:defRPr sz="2000">
                <a:solidFill>
                  <a:schemeClr val="tx1"/>
                </a:solidFill>
                <a:latin typeface="Calibri"/>
                <a:ea typeface="Calibri"/>
                <a:cs typeface="Calibri"/>
              </a:defRPr>
            </a:lvl7pPr>
            <a:lvl8pPr marL="3429000" indent="-228600">
              <a:lnSpc>
                <a:spcPct val="90000"/>
              </a:lnSpc>
              <a:spcBef>
                <a:spcPts val="500"/>
              </a:spcBef>
              <a:buChar char="•"/>
              <a:defRPr sz="2000">
                <a:solidFill>
                  <a:schemeClr val="tx1"/>
                </a:solidFill>
                <a:latin typeface="Calibri"/>
                <a:ea typeface="Calibri"/>
                <a:cs typeface="Calibri"/>
              </a:defRPr>
            </a:lvl8pPr>
            <a:lvl9pPr marL="3886200" indent="-228600">
              <a:lnSpc>
                <a:spcPct val="90000"/>
              </a:lnSpc>
              <a:spcBef>
                <a:spcPts val="500"/>
              </a:spcBef>
              <a:buChar char="•"/>
              <a:defRPr sz="2000">
                <a:solidFill>
                  <a:schemeClr val="tx1"/>
                </a:solidFill>
                <a:latin typeface="Calibri"/>
                <a:ea typeface="Calibri"/>
                <a:cs typeface="Calibri"/>
              </a:defRPr>
            </a:lvl9pPr>
          </a:lstStyle>
          <a:p xmlns:a="http://schemas.openxmlformats.org/drawingml/2006/main">
            <a:pPr>
              <a:lnSpc>
                <a:spcPct val="100000"/>
              </a:lnSpc>
              <a:spcBef>
                <a:spcPts val="0"/>
              </a:spcBef>
              <a:spcAft>
                <a:spcPts val="450"/>
              </a:spcAft>
              <a:buChar char="Ø"/>
            </a:pPr>
            <a:r>
              <a:rPr sz="1350">
                <a:solidFill>
                  <a:srgbClr val="262626"/>
                </a:solidFill>
                <a:latin typeface="微软雅黑"/>
                <a:ea typeface="微软雅黑"/>
                <a:cs typeface="微软雅黑"/>
              </a:rPr>
              <a:t>卷积过程包括：用一个可训练的滤波器</a:t>
            </a:r>
            <a:r>
              <a:rPr sz="1350">
                <a:solidFill>
                  <a:srgbClr val="262626"/>
                </a:solidFill>
                <a:latin typeface="微软雅黑"/>
                <a:ea typeface="微软雅黑"/>
                <a:cs typeface="微软雅黑"/>
              </a:rPr>
              <a:t>fx</a:t>
            </a:r>
            <a:r>
              <a:rPr sz="1350">
                <a:solidFill>
                  <a:srgbClr val="262626"/>
                </a:solidFill>
                <a:latin typeface="微软雅黑"/>
                <a:ea typeface="微软雅黑"/>
                <a:cs typeface="微软雅黑"/>
              </a:rPr>
              <a:t>去卷积一个输入的图像，然后加一个偏置</a:t>
            </a:r>
            <a:r>
              <a:rPr sz="1350">
                <a:solidFill>
                  <a:srgbClr val="262626"/>
                </a:solidFill>
                <a:latin typeface="微软雅黑"/>
                <a:ea typeface="微软雅黑"/>
                <a:cs typeface="微软雅黑"/>
              </a:rPr>
              <a:t>bx</a:t>
            </a:r>
            <a:r>
              <a:rPr sz="1350">
                <a:solidFill>
                  <a:srgbClr val="262626"/>
                </a:solidFill>
                <a:latin typeface="微软雅黑"/>
                <a:ea typeface="微软雅黑"/>
                <a:cs typeface="微软雅黑"/>
              </a:rPr>
              <a:t>，得到卷积层</a:t>
            </a:r>
            <a:r>
              <a:rPr sz="1350">
                <a:solidFill>
                  <a:srgbClr val="262626"/>
                </a:solidFill>
                <a:latin typeface="微软雅黑"/>
                <a:ea typeface="微软雅黑"/>
                <a:cs typeface="微软雅黑"/>
              </a:rPr>
              <a:t>Cx</a:t>
            </a:r>
            <a:r>
              <a:rPr sz="1350">
                <a:solidFill>
                  <a:srgbClr val="262626"/>
                </a:solidFill>
                <a:latin typeface="微软雅黑"/>
                <a:ea typeface="微软雅黑"/>
                <a:cs typeface="微软雅黑"/>
              </a:rPr>
              <a:t>。</a:t>
            </a:r>
          </a:p>
          <a:p xmlns:a="http://schemas.openxmlformats.org/drawingml/2006/main">
            <a:pPr>
              <a:lnSpc>
                <a:spcPct val="100000"/>
              </a:lnSpc>
              <a:spcBef>
                <a:spcPts val="0"/>
              </a:spcBef>
              <a:spcAft>
                <a:spcPts val="450"/>
              </a:spcAft>
              <a:buChar char="Ø"/>
            </a:pPr>
            <a:r>
              <a:rPr sz="1350">
                <a:solidFill>
                  <a:srgbClr val="262626"/>
                </a:solidFill>
                <a:latin typeface="微软雅黑"/>
                <a:ea typeface="微软雅黑"/>
                <a:cs typeface="微软雅黑"/>
              </a:rPr>
              <a:t>子采样过程包括：每邻域四个像素求和变为一个像素，加权再增加偏置，通过一个激活函数，产生一个缩小四倍的特征映射图</a:t>
            </a:r>
          </a:p>
        </p:txBody>
      </p:sp>
      <p:pic>
        <p:nvPicPr>
          <p:cNvPr id="19472" name="Picture 2"/>
          <p:cNvPicPr>
            <a:picLocks xmlns:a="http://schemas.openxmlformats.org/drawingml/2006/main" noChangeAspect="1"/>
          </p:cNvPicPr>
          <p:nvPr/>
        </p:nvPicPr>
        <p:blipFill>
          <a:blip xmlns:r="http://schemas.openxmlformats.org/officeDocument/2006/relationships" xmlns:a="http://schemas.openxmlformats.org/drawingml/2006/main" r:embed="R430da3870dfe48b7"/>
          <a:srcRect xmlns:a="http://schemas.openxmlformats.org/drawingml/2006/main" l="0" t="0" r="0" b="0"/>
          <a:stretch xmlns:a="http://schemas.openxmlformats.org/drawingml/2006/main">
            <a:fillRect l="0" t="0" r="0" b="0"/>
          </a:stretch>
        </p:blipFill>
        <p:spPr>
          <a:xfrm xmlns:a="http://schemas.openxmlformats.org/drawingml/2006/main">
            <a:off x="5475485" y="831206"/>
            <a:ext cx="3659771" cy="107031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70808861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669EC00-69FA-425D-B585-371F429713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LeNet-5</a:t>
            </a:r>
          </a:p>
        </p:txBody>
      </p:sp>
      <p:pic>
        <p:nvPicPr>
          <p:cNvPr id="10" name="内容占位符 3"/>
          <p:cNvPicPr>
            <a:picLocks xmlns:a="http://schemas.openxmlformats.org/drawingml/2006/main" noChangeAspect="1"/>
          </p:cNvPicPr>
          <p:nvPr/>
        </p:nvPicPr>
        <p:blipFill>
          <a:blip xmlns:r="http://schemas.openxmlformats.org/officeDocument/2006/relationships" xmlns:a="http://schemas.openxmlformats.org/drawingml/2006/main" r:embed="Rf7b0bac1b6f24d27"/>
          <a:stretch xmlns:a="http://schemas.openxmlformats.org/drawingml/2006/main">
            <a:fillRect l="0" t="0" r="0" b="0"/>
          </a:stretch>
        </p:blipFill>
        <p:spPr>
          <a:xfrm xmlns:a="http://schemas.openxmlformats.org/drawingml/2006/main">
            <a:off x="2789872" y="651510"/>
            <a:ext cx="6354128" cy="2683003"/>
          </a:xfrm>
          <a:prstGeom xmlns:a="http://schemas.openxmlformats.org/drawingml/2006/main" prst="rect">
            <a:avLst/>
          </a:prstGeom>
        </p:spPr>
      </p:pic>
      <p:pic>
        <p:nvPicPr>
          <p:cNvPr id="11" name="图片 2"/>
          <p:cNvPicPr>
            <a:picLocks xmlns:a="http://schemas.openxmlformats.org/drawingml/2006/main" noChangeAspect="1"/>
          </p:cNvPicPr>
          <p:nvPr/>
        </p:nvPicPr>
        <p:blipFill>
          <a:blip xmlns:r="http://schemas.openxmlformats.org/officeDocument/2006/relationships" xmlns:a="http://schemas.openxmlformats.org/drawingml/2006/main" r:embed="R3eab42d4cd464a95"/>
          <a:srcRect xmlns:a="http://schemas.openxmlformats.org/drawingml/2006/main" l="0" t="0" r="0" b="13398"/>
          <a:stretch xmlns:a="http://schemas.openxmlformats.org/drawingml/2006/main">
            <a:fillRect l="0" t="0" r="0" b="0"/>
          </a:stretch>
        </p:blipFill>
        <p:spPr>
          <a:xfrm xmlns:a="http://schemas.openxmlformats.org/drawingml/2006/main">
            <a:off x="0" y="3256544"/>
            <a:ext cx="6309360" cy="2747064"/>
          </a:xfrm>
          <a:prstGeom xmlns:a="http://schemas.openxmlformats.org/drawingml/2006/main" prst="rect">
            <a:avLst/>
          </a:prstGeom>
          <a:ln xmlns:a="http://schemas.openxmlformats.org/drawingml/2006/main" w="9525">
            <a:noFill/>
          </a:ln>
        </p:spPr>
      </p:pic>
      <p:sp>
        <p:nvSpPr>
          <p:cNvPr id="5" name="文本占位符 5122">
            <a:extLst xmlns:a="http://schemas.openxmlformats.org/drawingml/2006/main">
              <a:ext uri="{FF2B5EF4-FFF2-40B4-BE49-F238E27FC236}">
                <a16:creationId xmlns:a16="http://schemas.microsoft.com/office/drawing/2014/main" id="{13F7003F-94B1-43D0-B37C-DBA78B7ED5CE}"/>
              </a:ext>
            </a:extLst>
          </p:cNvPr>
          <p:cNvSpPr>
            <a:spLocks xmlns:a="http://schemas.openxmlformats.org/drawingml/2006/main" noGrp="1"/>
          </p:cNvSpPr>
          <p:nvPr/>
        </p:nvSpPr>
        <p:spPr>
          <a:xfrm xmlns:a="http://schemas.openxmlformats.org/drawingml/2006/main">
            <a:off x="-22860" y="1543050"/>
            <a:ext cx="2812733" cy="1713494"/>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r>
              <a:rPr sz="1725">
                <a:latin typeface="Microsoft YaHei"/>
                <a:ea typeface="Microsoft YaHei"/>
                <a:cs typeface="Microsoft YaHei"/>
              </a:rPr>
              <a:t>Yann Lecun,1989年用美国邮政系统提供的近万个手写数字的样本来</a:t>
            </a:r>
            <a:r>
              <a:rPr sz="1725">
                <a:latin typeface="Microsoft YaHei"/>
                <a:ea typeface="Microsoft YaHei"/>
                <a:cs typeface="Microsoft YaHei"/>
              </a:rPr>
              <a:t>训练</a:t>
            </a:r>
            <a:r>
              <a:rPr sz="1725">
                <a:latin typeface="Microsoft YaHei"/>
                <a:ea typeface="Microsoft YaHei"/>
                <a:cs typeface="Microsoft YaHei"/>
              </a:rPr>
              <a:t>神经网络系统，在独立的测试样本中,错误率只有5%</a:t>
            </a:r>
          </a:p>
        </p:txBody>
      </p:sp>
      <p:sp>
        <p:nvSpPr>
          <p:cNvPr id="6" name="文本占位符 5122">
            <a:extLst xmlns:a="http://schemas.openxmlformats.org/drawingml/2006/main">
              <a:ext uri="{FF2B5EF4-FFF2-40B4-BE49-F238E27FC236}">
                <a16:creationId xmlns:a16="http://schemas.microsoft.com/office/drawing/2014/main" id="{5271E78F-94A9-4904-B7CD-21DF8A8EBE71}"/>
              </a:ext>
            </a:extLst>
          </p:cNvPr>
          <p:cNvSpPr>
            <a:spLocks xmlns:a="http://schemas.openxmlformats.org/drawingml/2006/main" noGrp="1"/>
          </p:cNvSpPr>
          <p:nvPr/>
        </p:nvSpPr>
        <p:spPr>
          <a:xfrm xmlns:a="http://schemas.openxmlformats.org/drawingml/2006/main">
            <a:off x="6252210" y="3826002"/>
            <a:ext cx="2834640" cy="3591061"/>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r>
              <a:rPr sz="1725">
                <a:latin typeface="Microsoft YaHei"/>
                <a:ea typeface="Microsoft YaHei"/>
                <a:cs typeface="Microsoft YaHei"/>
              </a:rPr>
              <a:t>进一步运用CNN，开发出LeNet-5用于读取银行支票上的手写数字，这个支票识别系统在九十年代末占据了美国接近20%的市场</a:t>
            </a:r>
          </a:p>
        </p:txBody>
      </p:sp>
    </p:spTree>
    <p:extLst>
      <p:ext uri="{BB962C8B-B14F-4D97-AF65-F5344CB8AC3E}">
        <p14:creationId xmlns:p14="http://schemas.microsoft.com/office/powerpoint/2010/main" val="77549026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7B51925-2F3D-41D4-8320-868D3AA9591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深度学习的数据基础</a:t>
            </a:r>
          </a:p>
        </p:txBody>
      </p:sp>
      <p:sp>
        <p:nvSpPr>
          <p:cNvPr id="23554" name="内容占位符 2">
            <a:extLst xmlns:a="http://schemas.openxmlformats.org/drawingml/2006/main">
              <a:ext uri="{FF2B5EF4-FFF2-40B4-BE49-F238E27FC236}">
                <a16:creationId xmlns:a16="http://schemas.microsoft.com/office/drawing/2014/main" id="{B6BC7F5C-3431-47A4-8A60-D2E3925B6BF6}"/>
              </a:ext>
            </a:extLst>
          </p:cNvPr>
          <p:cNvSpPr>
            <a:spLocks xmlns:a="http://schemas.openxmlformats.org/drawingml/2006/main" noGrp="1"/>
          </p:cNvSpPr>
          <p:nvPr>
            <p:ph idx="4294967295"/>
          </p:nvPr>
        </p:nvSpPr>
        <p:spPr>
          <a:xfrm xmlns:a="http://schemas.openxmlformats.org/drawingml/2006/main">
            <a:off x="2630501" y="6361387"/>
            <a:ext cx="4173747" cy="496613"/>
          </a:xfrm>
        </p:spPr>
        <p:txBody>
          <a:bodyPr xmlns:a="http://schemas.openxmlformats.org/drawingml/2006/main"/>
          <a:lstStyle xmlns:a="http://schemas.openxmlformats.org/drawingml/2006/main"/>
          <a:p xmlns:a="http://schemas.openxmlformats.org/drawingml/2006/main">
            <a:pPr marL="0" indent="0">
              <a:buNone/>
            </a:pPr>
            <a:r>
              <a:rPr sz="2000"/>
              <a:t>ImageNet: 1000</a:t>
            </a:r>
            <a:r>
              <a:rPr sz="2000"/>
              <a:t>万图像</a:t>
            </a:r>
            <a:r>
              <a:rPr sz="2000"/>
              <a:t>, 20000</a:t>
            </a:r>
            <a:r>
              <a:rPr sz="2000"/>
              <a:t>类</a:t>
            </a:r>
          </a:p>
        </p:txBody>
      </p:sp>
      <p:pic>
        <p:nvPicPr>
          <p:cNvPr id="23558" name="Picture 3"/>
          <p:cNvPicPr>
            <a:picLocks xmlns:a="http://schemas.openxmlformats.org/drawingml/2006/main" noChangeAspect="1"/>
          </p:cNvPicPr>
          <p:nvPr/>
        </p:nvPicPr>
        <p:blipFill>
          <a:blip xmlns:r="http://schemas.openxmlformats.org/officeDocument/2006/relationships" xmlns:a="http://schemas.openxmlformats.org/drawingml/2006/main" r:embed="Rf9492006c78c4798"/>
          <a:srcRect xmlns:a="http://schemas.openxmlformats.org/drawingml/2006/main" l="0" t="0" r="0" b="0"/>
          <a:stretch xmlns:a="http://schemas.openxmlformats.org/drawingml/2006/main">
            <a:fillRect l="0" t="0" r="0" b="0"/>
          </a:stretch>
        </p:blipFill>
        <p:spPr>
          <a:xfrm xmlns:a="http://schemas.openxmlformats.org/drawingml/2006/main">
            <a:off x="838697" y="1268760"/>
            <a:ext cx="7488832" cy="484193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339467414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4578" name="标题 1">
            <a:extLst xmlns:a="http://schemas.openxmlformats.org/drawingml/2006/main">
              <a:ext uri="{FF2B5EF4-FFF2-40B4-BE49-F238E27FC236}">
                <a16:creationId xmlns:a16="http://schemas.microsoft.com/office/drawing/2014/main" id="{E06BED18-0406-4108-B387-2B653A8D6D4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深度学习的成功应用</a:t>
            </a:r>
          </a:p>
        </p:txBody>
      </p:sp>
      <p:sp>
        <p:nvSpPr>
          <p:cNvPr id="24579" name="内容占位符 2">
            <a:extLst xmlns:a="http://schemas.openxmlformats.org/drawingml/2006/main">
              <a:ext uri="{FF2B5EF4-FFF2-40B4-BE49-F238E27FC236}">
                <a16:creationId xmlns:a16="http://schemas.microsoft.com/office/drawing/2014/main" id="{6D2C71D7-B630-4CA0-B3E3-101B25968468}"/>
              </a:ext>
            </a:extLst>
          </p:cNvPr>
          <p:cNvSpPr>
            <a:spLocks xmlns:a="http://schemas.openxmlformats.org/drawingml/2006/main" noGrp="1"/>
          </p:cNvSpPr>
          <p:nvPr>
            <p:ph idx="4294967295"/>
          </p:nvPr>
        </p:nvSpPr>
        <p:spPr>
          <a:xfrm xmlns:a="http://schemas.openxmlformats.org/drawingml/2006/main">
            <a:off x="474259" y="1480344"/>
            <a:ext cx="7886700" cy="4612952"/>
          </a:xfrm>
        </p:spPr>
        <p:txBody>
          <a:bodyPr xmlns:a="http://schemas.openxmlformats.org/drawingml/2006/main">
            <a:normAutofit fontScale="85000" lnSpcReduction="10000"/>
          </a:bodyPr>
          <a:lstStyle xmlns:a="http://schemas.openxmlformats.org/drawingml/2006/main"/>
          <a:p xmlns:a="http://schemas.openxmlformats.org/drawingml/2006/main">
            <a:pPr>
              <a:lnSpc>
                <a:spcPct val="160000"/>
              </a:lnSpc>
              <a:buNone/>
            </a:pPr>
            <a:r>
              <a:rPr sz="2000" b="0">
                <a:latin typeface="微软雅黑"/>
                <a:ea typeface="微软雅黑"/>
                <a:cs typeface="微软雅黑"/>
              </a:rPr>
              <a:t>AlphaGo</a:t>
            </a:r>
            <a:r>
              <a:rPr sz="2000" b="0">
                <a:latin typeface="微软雅黑"/>
                <a:ea typeface="微软雅黑"/>
                <a:cs typeface="微软雅黑"/>
              </a:rPr>
              <a:t>战胜李世乭</a:t>
            </a:r>
          </a:p>
          <a:p xmlns:a="http://schemas.openxmlformats.org/drawingml/2006/main">
            <a:pPr>
              <a:lnSpc>
                <a:spcPct val="160000"/>
              </a:lnSpc>
              <a:buNone/>
            </a:pPr>
            <a:r>
              <a:rPr sz="2000" b="0">
                <a:latin typeface="微软雅黑"/>
                <a:ea typeface="微软雅黑"/>
                <a:cs typeface="微软雅黑"/>
              </a:rPr>
              <a:t>图像识别全面超越人类</a:t>
            </a:r>
          </a:p>
          <a:p xmlns:a="http://schemas.openxmlformats.org/drawingml/2006/main">
            <a:pPr>
              <a:lnSpc>
                <a:spcPct val="160000"/>
              </a:lnSpc>
              <a:buNone/>
            </a:pPr>
            <a:r>
              <a:rPr sz="2000" b="0">
                <a:latin typeface="微软雅黑"/>
                <a:ea typeface="微软雅黑"/>
                <a:cs typeface="微软雅黑"/>
              </a:rPr>
              <a:t>语音识别接近人类</a:t>
            </a:r>
          </a:p>
          <a:p xmlns:a="http://schemas.openxmlformats.org/drawingml/2006/main">
            <a:pPr>
              <a:lnSpc>
                <a:spcPct val="160000"/>
              </a:lnSpc>
              <a:buNone/>
            </a:pPr>
            <a:r>
              <a:rPr sz="2000" b="0">
                <a:latin typeface="微软雅黑"/>
                <a:ea typeface="微软雅黑"/>
                <a:cs typeface="微软雅黑"/>
              </a:rPr>
              <a:t>将声学模型中混合高斯模型替换为</a:t>
            </a:r>
            <a:r>
              <a:rPr sz="2000" b="0">
                <a:latin typeface="微软雅黑"/>
                <a:ea typeface="微软雅黑"/>
                <a:cs typeface="微软雅黑"/>
              </a:rPr>
              <a:t>DNN</a:t>
            </a:r>
            <a:r>
              <a:rPr sz="2000" b="0">
                <a:latin typeface="微软雅黑"/>
                <a:ea typeface="微软雅黑"/>
                <a:cs typeface="微软雅黑"/>
              </a:rPr>
              <a:t>模型</a:t>
            </a:r>
          </a:p>
          <a:p xmlns:a="http://schemas.openxmlformats.org/drawingml/2006/main">
            <a:pPr>
              <a:lnSpc>
                <a:spcPct val="160000"/>
              </a:lnSpc>
              <a:buNone/>
            </a:pPr>
            <a:r>
              <a:rPr sz="2000" b="0">
                <a:latin typeface="微软雅黑"/>
                <a:ea typeface="微软雅黑"/>
                <a:cs typeface="微软雅黑"/>
              </a:rPr>
              <a:t>获得</a:t>
            </a:r>
            <a:r>
              <a:rPr sz="2000" b="0">
                <a:latin typeface="微软雅黑"/>
                <a:ea typeface="微软雅黑"/>
                <a:cs typeface="微软雅黑"/>
              </a:rPr>
              <a:t>30%+ </a:t>
            </a:r>
            <a:r>
              <a:rPr sz="2000" b="0">
                <a:latin typeface="微软雅黑"/>
                <a:ea typeface="微软雅黑"/>
                <a:cs typeface="微软雅黑"/>
              </a:rPr>
              <a:t>相对提升</a:t>
            </a:r>
          </a:p>
          <a:p xmlns:a="http://schemas.openxmlformats.org/drawingml/2006/main">
            <a:pPr>
              <a:lnSpc>
                <a:spcPct val="160000"/>
              </a:lnSpc>
              <a:buNone/>
            </a:pPr>
            <a:r>
              <a:rPr sz="2000" b="0">
                <a:latin typeface="微软雅黑"/>
                <a:ea typeface="微软雅黑"/>
                <a:cs typeface="微软雅黑"/>
              </a:rPr>
              <a:t>Tesla Autopilot</a:t>
            </a:r>
            <a:r>
              <a:rPr sz="2000" b="0">
                <a:latin typeface="微软雅黑"/>
                <a:ea typeface="微软雅黑"/>
                <a:cs typeface="微软雅黑"/>
              </a:rPr>
              <a:t>投入商用</a:t>
            </a:r>
          </a:p>
          <a:p xmlns:a="http://schemas.openxmlformats.org/drawingml/2006/main">
            <a:pPr>
              <a:lnSpc>
                <a:spcPct val="160000"/>
              </a:lnSpc>
              <a:buNone/>
            </a:pPr>
            <a:r>
              <a:rPr sz="2000" b="0">
                <a:latin typeface="微软雅黑"/>
                <a:ea typeface="微软雅黑"/>
                <a:cs typeface="微软雅黑"/>
              </a:rPr>
              <a:t>Google Translate</a:t>
            </a:r>
            <a:r>
              <a:rPr sz="2000" b="0">
                <a:latin typeface="微软雅黑"/>
                <a:ea typeface="微软雅黑"/>
                <a:cs typeface="微软雅黑"/>
              </a:rPr>
              <a:t>投入商用</a:t>
            </a:r>
          </a:p>
          <a:p xmlns:a="http://schemas.openxmlformats.org/drawingml/2006/main">
            <a:pPr>
              <a:lnSpc>
                <a:spcPct val="160000"/>
              </a:lnSpc>
              <a:buNone/>
            </a:pPr>
            <a:r>
              <a:rPr sz="2000" b="0">
                <a:latin typeface="微软雅黑"/>
                <a:ea typeface="微软雅黑"/>
                <a:cs typeface="微软雅黑"/>
              </a:rPr>
              <a:t>它把原文例如中文词先翻成一个词向量，变成一个数字向量。</a:t>
            </a:r>
          </a:p>
          <a:p xmlns:a="http://schemas.openxmlformats.org/drawingml/2006/main">
            <a:pPr>
              <a:lnSpc>
                <a:spcPct val="160000"/>
              </a:lnSpc>
              <a:buNone/>
            </a:pPr>
            <a:r>
              <a:rPr sz="2000" b="0">
                <a:latin typeface="微软雅黑"/>
                <a:ea typeface="微软雅黑"/>
                <a:cs typeface="微软雅黑"/>
              </a:rPr>
              <a:t>它对这个词向量再编辑，变成一个语义表示的方式。</a:t>
            </a:r>
          </a:p>
          <a:p xmlns:a="http://schemas.openxmlformats.org/drawingml/2006/main">
            <a:pPr>
              <a:lnSpc>
                <a:spcPct val="160000"/>
              </a:lnSpc>
              <a:buNone/>
            </a:pPr>
            <a:r>
              <a:rPr sz="2000" b="0">
                <a:latin typeface="微软雅黑"/>
                <a:ea typeface="微软雅黑"/>
                <a:cs typeface="微软雅黑"/>
              </a:rPr>
              <a:t>再把它翻译成它的目标语言，例如英文。</a:t>
            </a:r>
          </a:p>
          <a:p xmlns:a="http://schemas.openxmlformats.org/drawingml/2006/main">
            <a:pPr>
              <a:lnSpc>
                <a:spcPct val="160000"/>
              </a:lnSpc>
              <a:buNone/>
            </a:pPr>
          </a:p>
        </p:txBody>
      </p:sp>
      <p:pic>
        <p:nvPicPr>
          <p:cNvPr id="24586" name="Picture 3"/>
          <p:cNvPicPr>
            <a:picLocks xmlns:a="http://schemas.openxmlformats.org/drawingml/2006/main" noChangeAspect="1"/>
          </p:cNvPicPr>
          <p:nvPr/>
        </p:nvPicPr>
        <p:blipFill>
          <a:blip xmlns:r="http://schemas.openxmlformats.org/officeDocument/2006/relationships" xmlns:a="http://schemas.openxmlformats.org/drawingml/2006/main" r:embed="Rccf572340be3420c"/>
          <a:srcRect xmlns:a="http://schemas.openxmlformats.org/drawingml/2006/main" l="47729" t="11765" r="30080" b="61154"/>
          <a:stretch xmlns:a="http://schemas.openxmlformats.org/drawingml/2006/main">
            <a:fillRect l="0" t="0" r="0" b="0"/>
          </a:stretch>
        </p:blipFill>
        <p:spPr>
          <a:xfrm xmlns:a="http://schemas.openxmlformats.org/drawingml/2006/main">
            <a:off x="5724128" y="1480344"/>
            <a:ext cx="2413397" cy="1344215"/>
          </a:xfrm>
          <a:prstGeom xmlns:a="http://schemas.openxmlformats.org/drawingml/2006/main" prst="rect">
            <a:avLst/>
          </a:prstGeom>
          <a:ln xmlns:a="http://schemas.openxmlformats.org/drawingml/2006/main">
            <a:noFill/>
          </a:ln>
        </p:spPr>
      </p:pic>
      <p:sp>
        <p:nvSpPr>
          <p:cNvPr id="24582" name="直角三角形 4">
            <a:extLst xmlns:a="http://schemas.openxmlformats.org/drawingml/2006/main">
              <a:ext uri="{FF2B5EF4-FFF2-40B4-BE49-F238E27FC236}">
                <a16:creationId xmlns:a16="http://schemas.microsoft.com/office/drawing/2014/main" id="{1E902938-FC94-4271-BC2E-774EED99394E}"/>
              </a:ext>
            </a:extLst>
          </p:cNvPr>
          <p:cNvSpPr>
            <a:spLocks xmlns:a="http://schemas.openxmlformats.org/drawingml/2006/main" noGrp="1"/>
          </p:cNvSpPr>
          <p:nvPr/>
        </p:nvSpPr>
        <p:spPr>
          <a:xfrm xmlns:a="http://schemas.openxmlformats.org/drawingml/2006/main" rot="-5400000">
            <a:off x="8872537" y="5743575"/>
            <a:ext cx="204788" cy="204788"/>
          </a:xfrm>
          <a:prstGeom xmlns:a="http://schemas.openxmlformats.org/drawingml/2006/main" prst="rtTriangle">
            <a:avLst/>
          </a:prstGeom>
          <a:solidFill xmlns:a="http://schemas.openxmlformats.org/drawingml/2006/main">
            <a:srgbClr val="E5AA57"/>
          </a:solidFill>
          <a:ln xmlns:a="http://schemas.openxmlformats.org/drawingml/2006/main">
            <a:noFill/>
          </a:ln>
        </p:spPr>
        <p:txBody>
          <a:bodyPr xmlns:a="http://schemas.openxmlformats.org/drawingml/2006/main" anchor="ctr"/>
          <a:lstStyle xmlns:a="http://schemas.openxmlformats.org/drawingml/2006/main">
            <a:lvl1pPr>
              <a:lnSpc>
                <a:spcPct val="90000"/>
              </a:lnSpc>
              <a:spcBef>
                <a:spcPts val="1000"/>
              </a:spcBef>
              <a:buChar char="•"/>
              <a:defRPr sz="2800">
                <a:solidFill>
                  <a:schemeClr val="tx1"/>
                </a:solidFill>
                <a:latin typeface="Calibri"/>
                <a:ea typeface="Calibri"/>
                <a:cs typeface="Calibri"/>
              </a:defRPr>
            </a:lvl1pPr>
            <a:lvl2pPr marL="742950" indent="-285750">
              <a:lnSpc>
                <a:spcPct val="90000"/>
              </a:lnSpc>
              <a:spcBef>
                <a:spcPts val="500"/>
              </a:spcBef>
              <a:buChar char="•"/>
              <a:defRPr sz="2400">
                <a:solidFill>
                  <a:schemeClr val="tx1"/>
                </a:solidFill>
                <a:latin typeface="Calibri"/>
                <a:ea typeface="Calibri"/>
                <a:cs typeface="Calibri"/>
              </a:defRPr>
            </a:lvl2pPr>
            <a:lvl3pPr marL="1143000" indent="-228600">
              <a:lnSpc>
                <a:spcPct val="90000"/>
              </a:lnSpc>
              <a:spcBef>
                <a:spcPts val="500"/>
              </a:spcBef>
              <a:buChar char="•"/>
              <a:defRPr sz="2000">
                <a:solidFill>
                  <a:schemeClr val="tx1"/>
                </a:solidFill>
                <a:latin typeface="Calibri"/>
                <a:ea typeface="Calibri"/>
                <a:cs typeface="Calibri"/>
              </a:defRPr>
            </a:lvl3pPr>
            <a:lvl4pPr marL="1600200" indent="-228600">
              <a:lnSpc>
                <a:spcPct val="90000"/>
              </a:lnSpc>
              <a:spcBef>
                <a:spcPts val="500"/>
              </a:spcBef>
              <a:buChar char="•"/>
              <a:defRPr sz="2000">
                <a:solidFill>
                  <a:schemeClr val="tx1"/>
                </a:solidFill>
                <a:latin typeface="Calibri"/>
                <a:ea typeface="Calibri"/>
                <a:cs typeface="Calibri"/>
              </a:defRPr>
            </a:lvl4pPr>
            <a:lvl5pPr marL="2057400" indent="-228600">
              <a:lnSpc>
                <a:spcPct val="90000"/>
              </a:lnSpc>
              <a:spcBef>
                <a:spcPts val="500"/>
              </a:spcBef>
              <a:buChar char="•"/>
              <a:defRPr sz="2000">
                <a:solidFill>
                  <a:schemeClr val="tx1"/>
                </a:solidFill>
                <a:latin typeface="Calibri"/>
                <a:ea typeface="Calibri"/>
                <a:cs typeface="Calibri"/>
              </a:defRPr>
            </a:lvl5pPr>
            <a:lvl6pPr marL="2514600" indent="-228600">
              <a:lnSpc>
                <a:spcPct val="90000"/>
              </a:lnSpc>
              <a:spcBef>
                <a:spcPts val="500"/>
              </a:spcBef>
              <a:buChar char="•"/>
              <a:defRPr sz="2000">
                <a:solidFill>
                  <a:schemeClr val="tx1"/>
                </a:solidFill>
                <a:latin typeface="Calibri"/>
                <a:ea typeface="Calibri"/>
                <a:cs typeface="Calibri"/>
              </a:defRPr>
            </a:lvl6pPr>
            <a:lvl7pPr marL="2971800" indent="-228600">
              <a:lnSpc>
                <a:spcPct val="90000"/>
              </a:lnSpc>
              <a:spcBef>
                <a:spcPts val="500"/>
              </a:spcBef>
              <a:buChar char="•"/>
              <a:defRPr sz="2000">
                <a:solidFill>
                  <a:schemeClr val="tx1"/>
                </a:solidFill>
                <a:latin typeface="Calibri"/>
                <a:ea typeface="Calibri"/>
                <a:cs typeface="Calibri"/>
              </a:defRPr>
            </a:lvl7pPr>
            <a:lvl8pPr marL="3429000" indent="-228600">
              <a:lnSpc>
                <a:spcPct val="90000"/>
              </a:lnSpc>
              <a:spcBef>
                <a:spcPts val="500"/>
              </a:spcBef>
              <a:buChar char="•"/>
              <a:defRPr sz="2000">
                <a:solidFill>
                  <a:schemeClr val="tx1"/>
                </a:solidFill>
                <a:latin typeface="Calibri"/>
                <a:ea typeface="Calibri"/>
                <a:cs typeface="Calibri"/>
              </a:defRPr>
            </a:lvl8pPr>
            <a:lvl9pPr marL="3886200" indent="-228600">
              <a:lnSpc>
                <a:spcPct val="90000"/>
              </a:lnSpc>
              <a:spcBef>
                <a:spcPts val="500"/>
              </a:spcBef>
              <a:buChar char="•"/>
              <a:defRPr sz="2000">
                <a:solidFill>
                  <a:schemeClr val="tx1"/>
                </a:solidFill>
                <a:latin typeface="Calibri"/>
                <a:ea typeface="Calibri"/>
                <a:cs typeface="Calibri"/>
              </a:defRPr>
            </a:lvl9pPr>
          </a:lstStyle>
          <a:p xmlns:a="http://schemas.openxmlformats.org/drawingml/2006/main">
            <a:pPr algn="ctr">
              <a:lnSpc>
                <a:spcPct val="100000"/>
              </a:lnSpc>
              <a:spcBef>
                <a:spcPts val="0"/>
              </a:spcBef>
              <a:buNone/>
            </a:pPr>
          </a:p>
        </p:txBody>
      </p:sp>
    </p:spTree>
    <p:extLst>
      <p:ext uri="{BB962C8B-B14F-4D97-AF65-F5344CB8AC3E}">
        <p14:creationId xmlns:p14="http://schemas.microsoft.com/office/powerpoint/2010/main" val="3243152118"/>
      </p:ext>
    </p:extLst>
  </p:cSld>
</p:sld>
</file>

<file path=ppt/theme/theme1.xml><?xml version="1.0" encoding="utf-8"?>
<a:theme xmlns:a="http://schemas.openxmlformats.org/drawingml/2006/main" name="红白模板">
  <a:themeElements>
    <a:clrScheme name="Custom 6">
      <a:dk1>
        <a:srgbClr val="000000"/>
      </a:dk1>
      <a:lt1>
        <a:srgbClr val="FFFFFF"/>
      </a:lt1>
      <a:dk2>
        <a:srgbClr val="000000"/>
      </a:dk2>
      <a:lt2>
        <a:srgbClr val="F8F8F8"/>
      </a:lt2>
      <a:accent1>
        <a:srgbClr val="DDDDDD"/>
      </a:accent1>
      <a:accent2>
        <a:srgbClr val="005392"/>
      </a:accent2>
      <a:accent3>
        <a:srgbClr val="969696"/>
      </a:accent3>
      <a:accent4>
        <a:srgbClr val="808080"/>
      </a:accent4>
      <a:accent5>
        <a:srgbClr val="5F5F5F"/>
      </a:accent5>
      <a:accent6>
        <a:srgbClr val="4D4D4D"/>
      </a:accent6>
      <a:hlink>
        <a:srgbClr val="5F5F5F"/>
      </a:hlink>
      <a:folHlink>
        <a:srgbClr val="919191"/>
      </a:folHlink>
    </a:clrScheme>
    <a:fontScheme name="Profile">
      <a:majorFont>
        <a:latin typeface="Verdana"/>
        <a:ea typeface="黑体"/>
        <a:cs typeface=""/>
      </a:majorFont>
      <a:minorFont>
        <a:latin typeface="Verdana"/>
        <a:ea typeface="黑体"/>
        <a:cs typeface=""/>
      </a:minorFont>
    </a:fontScheme>
    <a:fmtScheme name="Custom 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2026-07-16T03:38:34.7970000Z</dcterms:created>
  <dcterms:modified xsi:type="dcterms:W3CDTF">2026-07-16T03:38:34.7970000Z</dcterms:modified>
</coreProperties>
</file>