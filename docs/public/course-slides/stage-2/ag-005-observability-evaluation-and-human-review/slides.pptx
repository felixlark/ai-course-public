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Masters/slideMaster4.xml" ContentType="application/vnd.openxmlformats-officedocument.presentationml.slideMaster+xml"/>
  <Override PartName="/ppt/slideMasters/theme/theme5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6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9592ff160b64686" /><Relationship Type="http://schemas.openxmlformats.org/officeDocument/2006/relationships/extended-properties" Target="/docProps/app.xml" Id="R8a3b2ac7a7974b2f" /><Relationship Type="http://schemas.openxmlformats.org/officeDocument/2006/relationships/officeDocument" Target="/ppt/presentation.xml" Id="R441bba29296f49a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395d1251d854534"/>
    <p:sldMasterId xmlns:r="http://schemas.openxmlformats.org/officeDocument/2006/relationships" id="2147483654" r:id="Rde4d30583f3b42a7"/>
    <p:sldMasterId xmlns:r="http://schemas.openxmlformats.org/officeDocument/2006/relationships" id="2147483660" r:id="R58a944ac805f423d"/>
    <p:sldMasterId xmlns:r="http://schemas.openxmlformats.org/officeDocument/2006/relationships" id="2147483667" r:id="Rf28d4f338d7a462a"/>
  </p:sldMasterIdLst>
  <p:notesMasterIdLst>
    <p:notesMasterId xmlns:r="http://schemas.openxmlformats.org/officeDocument/2006/relationships" r:id="R2244b2da29d84f9a"/>
  </p:notesMasterIdLst>
  <p:sldIdLst>
    <p:sldId xmlns:r="http://schemas.openxmlformats.org/officeDocument/2006/relationships" id="256" r:id="Rc7603e2efd8f4a9f"/>
    <p:sldId xmlns:r="http://schemas.openxmlformats.org/officeDocument/2006/relationships" id="257" r:id="Rfabda01bf5944d15"/>
    <p:sldId xmlns:r="http://schemas.openxmlformats.org/officeDocument/2006/relationships" id="258" r:id="Rbe6edf94ccda4d5d"/>
    <p:sldId xmlns:r="http://schemas.openxmlformats.org/officeDocument/2006/relationships" id="259" r:id="Rfeb2c42cbca1415e"/>
    <p:sldId xmlns:r="http://schemas.openxmlformats.org/officeDocument/2006/relationships" id="260" r:id="Rd15a1d708caf4a04"/>
    <p:sldId xmlns:r="http://schemas.openxmlformats.org/officeDocument/2006/relationships" id="261" r:id="Ra02166e8bf664b94"/>
    <p:sldId xmlns:r="http://schemas.openxmlformats.org/officeDocument/2006/relationships" id="262" r:id="R5a2a6beba2074501"/>
    <p:sldId xmlns:r="http://schemas.openxmlformats.org/officeDocument/2006/relationships" id="263" r:id="Rc310c71ce101410a"/>
    <p:sldId xmlns:r="http://schemas.openxmlformats.org/officeDocument/2006/relationships" id="264" r:id="R565b9268f2ec42f3"/>
    <p:sldId xmlns:r="http://schemas.openxmlformats.org/officeDocument/2006/relationships" id="265" r:id="R941a95d0fdd546a7"/>
    <p:sldId xmlns:r="http://schemas.openxmlformats.org/officeDocument/2006/relationships" id="266" r:id="Rc58083d7a2d643e5"/>
    <p:sldId xmlns:r="http://schemas.openxmlformats.org/officeDocument/2006/relationships" id="267" r:id="Re6fef0fe85704369"/>
  </p:sldIdLst>
  <p:sldSz cx="9144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p="http://schemas.openxmlformats.org/presentationml/2006/main">
  <p:slideViewPr>
    <p:cSldViewPr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06982b3999342a4" /><Relationship Type="http://schemas.openxmlformats.org/officeDocument/2006/relationships/slideMaster" Target="/ppt/slideMasters/slideMaster1.xml" Id="R3395d1251d854534" /><Relationship Type="http://schemas.openxmlformats.org/officeDocument/2006/relationships/slideMaster" Target="/ppt/slideMasters/slideMaster2.xml" Id="Rde4d30583f3b42a7" /><Relationship Type="http://schemas.openxmlformats.org/officeDocument/2006/relationships/slideMaster" Target="/ppt/slideMasters/slideMaster3.xml" Id="R58a944ac805f423d" /><Relationship Type="http://schemas.openxmlformats.org/officeDocument/2006/relationships/slideMaster" Target="/ppt/slideMasters/slideMaster4.xml" Id="Rf28d4f338d7a462a" /><Relationship Type="http://schemas.openxmlformats.org/officeDocument/2006/relationships/notesMaster" Target="/ppt/notesMasters/notesMaster1.xml" Id="R2244b2da29d84f9a" /><Relationship Type="http://schemas.openxmlformats.org/officeDocument/2006/relationships/presProps" Target="/ppt/presProps.xml" Id="R89743c24ed4c4018" /><Relationship Type="http://schemas.openxmlformats.org/officeDocument/2006/relationships/viewProps" Target="/ppt/viewProps.xml" Id="R2b3abfb44f604eb4" /><Relationship Type="http://schemas.openxmlformats.org/officeDocument/2006/relationships/tableStyles" Target="/ppt/tableStyles.xml" Id="Ra5d328f290cb46a8" /><Relationship Type="http://schemas.openxmlformats.org/officeDocument/2006/relationships/slide" Target="/ppt/slides/slide1.xml" Id="Rc7603e2efd8f4a9f" /><Relationship Type="http://schemas.openxmlformats.org/officeDocument/2006/relationships/slide" Target="/ppt/slides/slide2.xml" Id="Rfabda01bf5944d15" /><Relationship Type="http://schemas.openxmlformats.org/officeDocument/2006/relationships/slide" Target="/ppt/slides/slide3.xml" Id="Rbe6edf94ccda4d5d" /><Relationship Type="http://schemas.openxmlformats.org/officeDocument/2006/relationships/slide" Target="/ppt/slides/slide4.xml" Id="Rfeb2c42cbca1415e" /><Relationship Type="http://schemas.openxmlformats.org/officeDocument/2006/relationships/slide" Target="/ppt/slides/slide5.xml" Id="Rd15a1d708caf4a04" /><Relationship Type="http://schemas.openxmlformats.org/officeDocument/2006/relationships/slide" Target="/ppt/slides/slide6.xml" Id="Ra02166e8bf664b94" /><Relationship Type="http://schemas.openxmlformats.org/officeDocument/2006/relationships/slide" Target="/ppt/slides/slide7.xml" Id="R5a2a6beba2074501" /><Relationship Type="http://schemas.openxmlformats.org/officeDocument/2006/relationships/slide" Target="/ppt/slides/slide8.xml" Id="Rc310c71ce101410a" /><Relationship Type="http://schemas.openxmlformats.org/officeDocument/2006/relationships/slide" Target="/ppt/slides/slide9.xml" Id="R565b9268f2ec42f3" /><Relationship Type="http://schemas.openxmlformats.org/officeDocument/2006/relationships/slide" Target="/ppt/slides/slide10.xml" Id="R941a95d0fdd546a7" /><Relationship Type="http://schemas.openxmlformats.org/officeDocument/2006/relationships/slide" Target="/ppt/slides/slide11.xml" Id="Rc58083d7a2d643e5" /><Relationship Type="http://schemas.openxmlformats.org/officeDocument/2006/relationships/slide" Target="/ppt/slides/slide12.xml" Id="Re6fef0fe8570436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6.xml" Id="R5b417abd197240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6.xml><?xml version="1.0" encoding="utf-8"?>
<a:theme xmlns:a="http://schemas.openxmlformats.org/drawingml/2006/main" name="红白模板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黑体"/>
        <a:cs typeface=""/>
      </a:majorFont>
      <a:minorFont>
        <a:latin typeface="Verdana"/>
        <a:ea typeface="黑体"/>
        <a:cs typeface=""/>
      </a:minorFont>
    </a:fontScheme>
    <a:fmtScheme name="Profile 9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45976c24bd54e6d" /><Relationship Type="http://schemas.openxmlformats.org/officeDocument/2006/relationships/notesMaster" Target="/ppt/notesMasters/notesMaster1.xml" Id="R8202cd3d16954a4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78b054fc39545f9" /><Relationship Type="http://schemas.openxmlformats.org/officeDocument/2006/relationships/notesMaster" Target="/ppt/notesMasters/notesMaster1.xml" Id="R8dcf1c77114148a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4349f6558b8499c" /><Relationship Type="http://schemas.openxmlformats.org/officeDocument/2006/relationships/notesMaster" Target="/ppt/notesMasters/notesMaster1.xml" Id="R627c6d1ff3bd43c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5170bb106ca4876" /><Relationship Type="http://schemas.openxmlformats.org/officeDocument/2006/relationships/notesMaster" Target="/ppt/notesMasters/notesMaster1.xml" Id="R8e25bd8c7a3a49c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2ea1c68f7f94c04" /><Relationship Type="http://schemas.openxmlformats.org/officeDocument/2006/relationships/notesMaster" Target="/ppt/notesMasters/notesMaster1.xml" Id="Rafd9c8917678456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c3fa778045b4e5f" /><Relationship Type="http://schemas.openxmlformats.org/officeDocument/2006/relationships/notesMaster" Target="/ppt/notesMasters/notesMaster1.xml" Id="R6cd1005d170a450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591a0db9f304d2f" /><Relationship Type="http://schemas.openxmlformats.org/officeDocument/2006/relationships/notesMaster" Target="/ppt/notesMasters/notesMaster1.xml" Id="R6d41b6747a3b43b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a0b5f8ea35f436a" /><Relationship Type="http://schemas.openxmlformats.org/officeDocument/2006/relationships/notesMaster" Target="/ppt/notesMasters/notesMaster1.xml" Id="R37b782c6772f466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1073f2cbbbd4433" /><Relationship Type="http://schemas.openxmlformats.org/officeDocument/2006/relationships/notesMaster" Target="/ppt/notesMasters/notesMaster1.xml" Id="R6fd66e485cc949a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7963102ec924228" /><Relationship Type="http://schemas.openxmlformats.org/officeDocument/2006/relationships/notesMaster" Target="/ppt/notesMasters/notesMaster1.xml" Id="R0e6dbc6715d24b5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20ddd7d43d44d0c" /><Relationship Type="http://schemas.openxmlformats.org/officeDocument/2006/relationships/notesMaster" Target="/ppt/notesMasters/notesMaster1.xml" Id="Re9de9ea43e144a8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ca61d4c351f4040" /><Relationship Type="http://schemas.openxmlformats.org/officeDocument/2006/relationships/notesMaster" Target="/ppt/notesMasters/notesMaster1.xml" Id="Ra970e82d49f94cd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21164cfaee4ad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9a5e7e02a24c1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96a381c3e442e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e96d7ceb0c454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97039750064fd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e4b92515d9e4b2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feaff86d0b3457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06679a7a1414c2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5bb9fb4e8df478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e22b8f85b094c3f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6f3933f5f962488c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6950a6cbb1134178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378c24eb5aa8481d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32e76598233446e5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4f8a74c889a94e5b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50a45b3794f14d1e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7e758b922a144d51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1de382b7b6f643b3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ee01886c567e48b3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6eb6b9641be54546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b99f019051764bf3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f2422c5e4d5644bb" /></Relationships>
</file>

<file path=ppt/slideLayouts/slideLayout1.xml><?xml version="1.0" encoding="utf-8"?>
<p:sldLayout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utoShape 7">
            <a:extLst xmlns:a="http://schemas.openxmlformats.org/drawingml/2006/main">
              <a:ext uri="{FF2B5EF4-FFF2-40B4-BE49-F238E27FC236}">
                <a16:creationId xmlns:a16="http://schemas.microsoft.com/office/drawing/2014/main" id="{45ACB28A-FA22-479D-B3DF-C9D22B083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6950"/>
            <a:ext cx="7772400" cy="109537"/>
          </a:xfrm>
          <a:custGeom xmlns:a="http://schemas.openxmlformats.org/drawingml/2006/main">
            <a:rect l="0" t="0" r="r" b="b"/>
            <a:pathLst>
              <a:path w="1000" h="100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 xmlns:a="http://schemas.openxmlformats.org/drawingml/2006/main">
            <a:srgbClr val="0A3E77"/>
          </a:solidFill>
          <a:ln xmlns:a="http://schemas.openxmlformats.org/drawingml/2006/main" w="9525">
            <a:solidFill>
              <a:srgbClr val="0A3E7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566018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9848E51-2398-421D-89AF-F98F7BE2103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476672"/>
            <a:ext cx="7772400" cy="13716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4000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4566019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B734EF8-6AF0-4780-8671-D5BA3F314BA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447800" y="3429000"/>
            <a:ext cx="7010400" cy="16002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200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6" name="标题 1">
            <a:extLst xmlns:a="http://schemas.openxmlformats.org/drawingml/2006/main">
              <a:ext uri="{FF2B5EF4-FFF2-40B4-BE49-F238E27FC236}">
                <a16:creationId xmlns:a16="http://schemas.microsoft.com/office/drawing/2014/main" id="{2FECD513-9A3D-4EC3-9C26-041B7E513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1" y="6400806"/>
            <a:ext cx="4699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3600" b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5pPr>
            <a:lvl6pPr marL="4572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6pPr>
            <a:lvl7pPr marL="9144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7pPr>
            <a:lvl8pPr marL="13716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8pPr>
            <a:lvl9pPr marL="18288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标题 1">
            <a:extLst xmlns:a="http://schemas.openxmlformats.org/drawingml/2006/main">
              <a:ext uri="{FF2B5EF4-FFF2-40B4-BE49-F238E27FC236}">
                <a16:creationId xmlns:a16="http://schemas.microsoft.com/office/drawing/2014/main" id="{AA2415E4-82DC-46FF-AEAC-D5FA99FD0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2507" y="6319849"/>
            <a:ext cx="19081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3600" b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5pPr>
            <a:lvl6pPr marL="4572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6pPr>
            <a:lvl7pPr marL="9144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7pPr>
            <a:lvl8pPr marL="13716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8pPr>
            <a:lvl9pPr marL="18288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AAAA50E-4A35-46B0-8BB9-86494B5E65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5538" y="304812"/>
            <a:ext cx="8172202" cy="66357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600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EE2396EF-9B13-49A7-8C01-669353606F3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66738" y="1285861"/>
            <a:ext cx="8001000" cy="5286412"/>
          </a:xfrm>
        </p:spPr>
        <p:txBody>
          <a:bodyPr xmlns:a="http://schemas.openxmlformats.org/drawingml/2006/main"/>
          <a:lstStyle xmlns:a="http://schemas.openxmlformats.org/drawingml/2006/main">
            <a:lvl1pPr>
              <a:buChar char="p"/>
              <a:defRPr sz="2800">
                <a:solidFill>
                  <a:srgbClr val="0A3E7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400">
                <a:solidFill>
                  <a:srgbClr val="0A3E77"/>
                </a:solidFill>
                <a:latin typeface="Arial"/>
                <a:ea typeface="Arial"/>
                <a:cs typeface="Arial"/>
              </a:defRPr>
            </a:lvl2pPr>
            <a:lvl3pPr marL="1252220" indent="-342900">
              <a:buChar char="p"/>
              <a:defRPr sz="2000" b="0">
                <a:solidFill>
                  <a:srgbClr val="0A3E7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>
                <a:solidFill>
                  <a:srgbClr val="0A3E7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>
                <a:latin typeface="微软雅黑"/>
                <a:ea typeface="微软雅黑"/>
                <a:cs typeface="微软雅黑"/>
              </a:defRPr>
            </a:lvl5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E88B080-0206-46A6-8EC4-8E88338F5A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sz="3600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type="obj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D0BCD322-10B3-4E5D-98B7-923B701786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4400" b="0" i="0">
                <a:solidFill>
                  <a:schemeClr val="tx1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1E64A3E8-0893-407D-8FF9-09C6CC97432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228599" y="1577340"/>
            <a:ext cx="4206241" cy="45262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1CB5B546-8F9A-4C10-8E0C-1251F8E9A968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4708652" y="1854658"/>
            <a:ext cx="3458209" cy="36442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 sz="3200" b="1" i="0">
                <a:solidFill>
                  <a:schemeClr val="tx1"/>
                </a:solidFill>
                <a:latin typeface="PMingLiU"/>
                <a:ea typeface="PMingLiU"/>
                <a:cs typeface="PMingLiU"/>
              </a:defRPr>
            </a:lvl1pPr>
          </a:lstStyle>
          <a:p xmlns:a="http://schemas.openxmlformats.org/drawingml/2006/main"/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02E96D2E-72CC-4FB4-BBB6-A6C908282B2F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25DDEB8F-CC69-403D-B913-41F3F7F092AA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7" name="Holder 7">
            <a:extLst xmlns:a="http://schemas.openxmlformats.org/drawingml/2006/main">
              <a:ext uri="{FF2B5EF4-FFF2-40B4-BE49-F238E27FC236}">
                <a16:creationId xmlns:a16="http://schemas.microsoft.com/office/drawing/2014/main" id="{6FDD8D59-C983-47D5-BC07-004417CDA1E7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98D47D1F-F6F6-43C6-AF85-5795A59F338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6356350"/>
            <a:ext cx="20574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BF6B51B5-5E54-4E9E-A3CF-BED52CAC0D7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6356350"/>
            <a:ext cx="30861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8D47EB43-C1B8-4F12-9387-3FFA3C0223B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6356350"/>
            <a:ext cx="20574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21C03B1-F3BF-456D-A247-1B149DC4D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6950"/>
            <a:ext cx="7772400" cy="109537"/>
          </a:xfrm>
          <a:custGeom xmlns:a="http://schemas.openxmlformats.org/drawingml/2006/main">
            <a:rect l="0" t="0" r="r" b="b"/>
            <a:pathLst>
              <a:path w="1000" h="100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 xmlns:a="http://schemas.openxmlformats.org/drawingml/2006/main">
            <a:srgbClr val="0A3E77"/>
          </a:solidFill>
          <a:ln xmlns:a="http://schemas.openxmlformats.org/drawingml/2006/main" w="9525">
            <a:solidFill>
              <a:srgbClr val="0A3E7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566018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B134807-ACBC-4E3A-9B35-1597213BFD3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476672"/>
            <a:ext cx="7772400" cy="13716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4000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4566019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AE55FA1-9BC0-4C2C-8243-EB3B2B79578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447800" y="3429000"/>
            <a:ext cx="7010400" cy="16002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200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6" name="标题 1">
            <a:extLst xmlns:a="http://schemas.openxmlformats.org/drawingml/2006/main">
              <a:ext uri="{FF2B5EF4-FFF2-40B4-BE49-F238E27FC236}">
                <a16:creationId xmlns:a16="http://schemas.microsoft.com/office/drawing/2014/main" id="{11C16AEE-C59B-4153-8155-71751A910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1" y="6400806"/>
            <a:ext cx="4699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3600" b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5pPr>
            <a:lvl6pPr marL="4572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6pPr>
            <a:lvl7pPr marL="9144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7pPr>
            <a:lvl8pPr marL="13716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8pPr>
            <a:lvl9pPr marL="18288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7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标题 1">
            <a:extLst xmlns:a="http://schemas.openxmlformats.org/drawingml/2006/main">
              <a:ext uri="{FF2B5EF4-FFF2-40B4-BE49-F238E27FC236}">
                <a16:creationId xmlns:a16="http://schemas.microsoft.com/office/drawing/2014/main" id="{8E060D76-2987-48E1-9218-984A142F6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2507" y="6319849"/>
            <a:ext cx="19081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3600" b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5pPr>
            <a:lvl6pPr marL="4572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6pPr>
            <a:lvl7pPr marL="9144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7pPr>
            <a:lvl8pPr marL="13716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8pPr>
            <a:lvl9pPr marL="18288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CCBF26F-99C5-4E69-8EBA-6CA5A6AB5A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5538" y="304812"/>
            <a:ext cx="8172202" cy="66357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600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282DCB36-5181-444F-87C1-EA77B7B0644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66738" y="1285861"/>
            <a:ext cx="8001000" cy="5286412"/>
          </a:xfrm>
        </p:spPr>
        <p:txBody>
          <a:bodyPr xmlns:a="http://schemas.openxmlformats.org/drawingml/2006/main"/>
          <a:lstStyle xmlns:a="http://schemas.openxmlformats.org/drawingml/2006/main">
            <a:lvl1pPr>
              <a:buChar char="p"/>
              <a:defRPr sz="2800">
                <a:solidFill>
                  <a:srgbClr val="0A3E7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400">
                <a:solidFill>
                  <a:srgbClr val="0A3E77"/>
                </a:solidFill>
                <a:latin typeface="Arial"/>
                <a:ea typeface="Arial"/>
                <a:cs typeface="Arial"/>
              </a:defRPr>
            </a:lvl2pPr>
            <a:lvl3pPr marL="1252220" indent="-342900">
              <a:buChar char="p"/>
              <a:defRPr sz="2000" b="0">
                <a:solidFill>
                  <a:srgbClr val="0A3E7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>
                <a:solidFill>
                  <a:srgbClr val="0A3E7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>
                <a:latin typeface="微软雅黑"/>
                <a:ea typeface="微软雅黑"/>
                <a:cs typeface="微软雅黑"/>
              </a:defRPr>
            </a:lvl5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</p:txBody>
      </p:sp>
    </p:spTree>
  </p:cSld>
</p:sldLayout>
</file>

<file path=ppt/slideLayouts/slideLayout8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9BC4D04-1204-4077-926C-D61010052F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sz="3600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type="obj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FABCBA13-084C-475E-8FC5-DB125E93A0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4400" b="0" i="0">
                <a:solidFill>
                  <a:schemeClr val="tx1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6AFBE42A-4FE6-4F04-9469-40BB6CC31FB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228599" y="1577340"/>
            <a:ext cx="4206241" cy="45262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D9F9E6E2-BFAB-4342-AA34-A9CB9B34E288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4708652" y="1854658"/>
            <a:ext cx="3458209" cy="36442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 sz="3200" b="1" i="0">
                <a:solidFill>
                  <a:schemeClr val="tx1"/>
                </a:solidFill>
                <a:latin typeface="PMingLiU"/>
                <a:ea typeface="PMingLiU"/>
                <a:cs typeface="PMingLiU"/>
              </a:defRPr>
            </a:lvl1pPr>
          </a:lstStyle>
          <a:p xmlns:a="http://schemas.openxmlformats.org/drawingml/2006/main"/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4F89A230-B2FD-41AF-8920-1413AFE06FF5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74E83CE4-FDEE-40A5-9A55-9D219399EAF9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7" name="Holder 7">
            <a:extLst xmlns:a="http://schemas.openxmlformats.org/drawingml/2006/main">
              <a:ext uri="{FF2B5EF4-FFF2-40B4-BE49-F238E27FC236}">
                <a16:creationId xmlns:a16="http://schemas.microsoft.com/office/drawing/2014/main" id="{17DC27BB-57CF-4AA6-9D3B-DA048BEB5740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43CD6E40-FE40-4C37-AF16-ED0031010F8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6356350"/>
            <a:ext cx="20574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B1240D75-6CEF-4CA1-85C1-C68969C757A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6356350"/>
            <a:ext cx="30861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EC3EAAA6-E2A9-4002-B916-D356C0E0685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6356350"/>
            <a:ext cx="20574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utoShape 7">
            <a:extLst xmlns:a="http://schemas.openxmlformats.org/drawingml/2006/main">
              <a:ext uri="{FF2B5EF4-FFF2-40B4-BE49-F238E27FC236}">
                <a16:creationId xmlns:a16="http://schemas.microsoft.com/office/drawing/2014/main" id="{185B995A-EA83-4D4B-A3CF-327099C0A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6950"/>
            <a:ext cx="7772400" cy="109537"/>
          </a:xfrm>
          <a:custGeom xmlns:a="http://schemas.openxmlformats.org/drawingml/2006/main">
            <a:rect l="0" t="0" r="r" b="b"/>
            <a:pathLst>
              <a:path w="1000" h="100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 xmlns:a="http://schemas.openxmlformats.org/drawingml/2006/main">
            <a:srgbClr val="0A3E77"/>
          </a:solidFill>
          <a:ln xmlns:a="http://schemas.openxmlformats.org/drawingml/2006/main" w="9525">
            <a:solidFill>
              <a:srgbClr val="0A3E7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566018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5A67B1C-9B0C-4A11-B633-10007DD2BF1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476672"/>
            <a:ext cx="7772400" cy="13716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4000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4566019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57F080D-2DE7-4B5B-97DB-BFCEE0E83F1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447800" y="3429000"/>
            <a:ext cx="7010400" cy="16002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200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6" name="标题 1">
            <a:extLst xmlns:a="http://schemas.openxmlformats.org/drawingml/2006/main">
              <a:ext uri="{FF2B5EF4-FFF2-40B4-BE49-F238E27FC236}">
                <a16:creationId xmlns:a16="http://schemas.microsoft.com/office/drawing/2014/main" id="{280EFD89-F382-4EA6-9572-B7F5EF0BC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1" y="6400806"/>
            <a:ext cx="4699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3600" b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5pPr>
            <a:lvl6pPr marL="4572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6pPr>
            <a:lvl7pPr marL="9144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7pPr>
            <a:lvl8pPr marL="13716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8pPr>
            <a:lvl9pPr marL="18288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1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标题 1">
            <a:extLst xmlns:a="http://schemas.openxmlformats.org/drawingml/2006/main">
              <a:ext uri="{FF2B5EF4-FFF2-40B4-BE49-F238E27FC236}">
                <a16:creationId xmlns:a16="http://schemas.microsoft.com/office/drawing/2014/main" id="{79AFDE3D-13CC-4304-BBD7-20D7C0A69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2507" y="6319849"/>
            <a:ext cx="19081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3600" b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5pPr>
            <a:lvl6pPr marL="4572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6pPr>
            <a:lvl7pPr marL="9144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7pPr>
            <a:lvl8pPr marL="13716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8pPr>
            <a:lvl9pPr marL="18288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A395515-75EA-4ADD-ACDF-B6128D27AE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5538" y="304812"/>
            <a:ext cx="8172202" cy="66357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600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DADF89B5-660F-4384-A219-F55FD385FE8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66738" y="1285861"/>
            <a:ext cx="8001000" cy="5286412"/>
          </a:xfrm>
        </p:spPr>
        <p:txBody>
          <a:bodyPr xmlns:a="http://schemas.openxmlformats.org/drawingml/2006/main"/>
          <a:lstStyle xmlns:a="http://schemas.openxmlformats.org/drawingml/2006/main">
            <a:lvl1pPr>
              <a:buChar char="p"/>
              <a:defRPr sz="2800">
                <a:solidFill>
                  <a:srgbClr val="0A3E7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400">
                <a:solidFill>
                  <a:srgbClr val="0A3E77"/>
                </a:solidFill>
                <a:latin typeface="Arial"/>
                <a:ea typeface="Arial"/>
                <a:cs typeface="Arial"/>
              </a:defRPr>
            </a:lvl2pPr>
            <a:lvl3pPr marL="1252220" indent="-342900">
              <a:buChar char="p"/>
              <a:defRPr sz="2000" b="0">
                <a:solidFill>
                  <a:srgbClr val="0A3E7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>
                <a:solidFill>
                  <a:srgbClr val="0A3E7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>
                <a:latin typeface="微软雅黑"/>
                <a:ea typeface="微软雅黑"/>
                <a:cs typeface="微软雅黑"/>
              </a:defRPr>
            </a:lvl5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</p:txBody>
      </p:sp>
    </p:spTree>
  </p:cSld>
</p:sldLayout>
</file>

<file path=ppt/slideLayouts/slideLayout13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9B17FC8-7708-457B-A7EC-2F59D704FC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sz="3600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 type="obj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E2517102-047E-4C6B-A345-F82A8086AF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4400" b="0" i="0">
                <a:solidFill>
                  <a:schemeClr val="tx1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6826267C-7914-4F6C-A13C-C23F4C91253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228599" y="1577340"/>
            <a:ext cx="4206241" cy="45262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378E0414-2F05-43A7-A3FA-C74CBAE2E352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4708652" y="1854658"/>
            <a:ext cx="3458209" cy="36442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 sz="3200" b="1" i="0">
                <a:solidFill>
                  <a:schemeClr val="tx1"/>
                </a:solidFill>
                <a:latin typeface="PMingLiU"/>
                <a:ea typeface="PMingLiU"/>
                <a:cs typeface="PMingLiU"/>
              </a:defRPr>
            </a:lvl1pPr>
          </a:lstStyle>
          <a:p xmlns:a="http://schemas.openxmlformats.org/drawingml/2006/main"/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03F43B31-5AB2-40A5-88E1-8BC5C6EACD38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D8389F84-3ABC-4632-86C3-B0C292F1179B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7" name="Holder 7">
            <a:extLst xmlns:a="http://schemas.openxmlformats.org/drawingml/2006/main">
              <a:ext uri="{FF2B5EF4-FFF2-40B4-BE49-F238E27FC236}">
                <a16:creationId xmlns:a16="http://schemas.microsoft.com/office/drawing/2014/main" id="{2403F3B9-46DD-43F7-ACF3-F760D4270F11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88C7C673-2E6F-400E-8178-3A8A4A4FEAF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6356350"/>
            <a:ext cx="20574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F05C4C9A-D95F-4833-836F-41AFE68727C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6356350"/>
            <a:ext cx="30861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81B354A9-F569-4BB8-994C-009845A2B6F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6356350"/>
            <a:ext cx="20574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6.xml><?xml version="1.0" encoding="utf-8"?>
<p:sldLayout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7.xml><?xml version="1.0" encoding="utf-8"?>
<p:sldLayout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utoShape 7">
            <a:extLst xmlns:a="http://schemas.openxmlformats.org/drawingml/2006/main">
              <a:ext uri="{FF2B5EF4-FFF2-40B4-BE49-F238E27FC236}">
                <a16:creationId xmlns:a16="http://schemas.microsoft.com/office/drawing/2014/main" id="{5E1FA9A0-E825-4FE0-9E5F-C063D0161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6950"/>
            <a:ext cx="7772400" cy="109537"/>
          </a:xfrm>
          <a:custGeom xmlns:a="http://schemas.openxmlformats.org/drawingml/2006/main">
            <a:rect l="0" t="0" r="r" b="b"/>
            <a:pathLst>
              <a:path w="1000" h="100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 xmlns:a="http://schemas.openxmlformats.org/drawingml/2006/main">
            <a:srgbClr val="0A3E77"/>
          </a:solidFill>
          <a:ln xmlns:a="http://schemas.openxmlformats.org/drawingml/2006/main" w="9525">
            <a:solidFill>
              <a:srgbClr val="0A3E7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566018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6B346E1-A58A-4DC2-8275-9874A8BBC43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476672"/>
            <a:ext cx="7772400" cy="13716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4000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4566019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686914E-531A-441B-A3C6-1C4B3221A4C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447800" y="3429000"/>
            <a:ext cx="7010400" cy="16002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200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6" name="标题 1">
            <a:extLst xmlns:a="http://schemas.openxmlformats.org/drawingml/2006/main">
              <a:ext uri="{FF2B5EF4-FFF2-40B4-BE49-F238E27FC236}">
                <a16:creationId xmlns:a16="http://schemas.microsoft.com/office/drawing/2014/main" id="{A5411231-8A36-4FF3-A18C-E07F64D19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1" y="6400806"/>
            <a:ext cx="4699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3600" b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5pPr>
            <a:lvl6pPr marL="4572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6pPr>
            <a:lvl7pPr marL="9144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7pPr>
            <a:lvl8pPr marL="13716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8pPr>
            <a:lvl9pPr marL="18288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18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标题 1">
            <a:extLst xmlns:a="http://schemas.openxmlformats.org/drawingml/2006/main">
              <a:ext uri="{FF2B5EF4-FFF2-40B4-BE49-F238E27FC236}">
                <a16:creationId xmlns:a16="http://schemas.microsoft.com/office/drawing/2014/main" id="{1C61FDA3-E4FD-482C-8037-E928EA05E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2507" y="6319849"/>
            <a:ext cx="19081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3600" b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5pPr>
            <a:lvl6pPr marL="4572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6pPr>
            <a:lvl7pPr marL="9144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7pPr>
            <a:lvl8pPr marL="13716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8pPr>
            <a:lvl9pPr marL="18288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F6D99BF-9B8F-4482-91C5-853E0E3B33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5538" y="304812"/>
            <a:ext cx="8172202" cy="66357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600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11F50A20-8439-4B16-9439-9D3F5606252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66738" y="1285861"/>
            <a:ext cx="8001000" cy="5286412"/>
          </a:xfrm>
        </p:spPr>
        <p:txBody>
          <a:bodyPr xmlns:a="http://schemas.openxmlformats.org/drawingml/2006/main"/>
          <a:lstStyle xmlns:a="http://schemas.openxmlformats.org/drawingml/2006/main">
            <a:lvl1pPr>
              <a:buChar char="p"/>
              <a:defRPr sz="2800">
                <a:solidFill>
                  <a:srgbClr val="0A3E7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400">
                <a:solidFill>
                  <a:srgbClr val="0A3E77"/>
                </a:solidFill>
                <a:latin typeface="Arial"/>
                <a:ea typeface="Arial"/>
                <a:cs typeface="Arial"/>
              </a:defRPr>
            </a:lvl2pPr>
            <a:lvl3pPr marL="1252220" indent="-342900">
              <a:buChar char="p"/>
              <a:defRPr sz="2000" b="0">
                <a:solidFill>
                  <a:srgbClr val="0A3E7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>
                <a:solidFill>
                  <a:srgbClr val="0A3E7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>
                <a:latin typeface="微软雅黑"/>
                <a:ea typeface="微软雅黑"/>
                <a:cs typeface="微软雅黑"/>
              </a:defRPr>
            </a:lvl5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</p:txBody>
      </p:sp>
    </p:spTree>
  </p:cSld>
</p:sldLayout>
</file>

<file path=ppt/slideLayouts/slideLayout19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0C3600F-C330-4137-8ED9-D66781D1FF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sz="3600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20.xml><?xml version="1.0" encoding="utf-8"?>
<p:sldLayout xmlns:p="http://schemas.openxmlformats.org/presentationml/2006/main" type="obj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80B00D11-29E7-4056-87FF-92AD8DF17E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4400" b="0" i="0">
                <a:solidFill>
                  <a:schemeClr val="tx1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FD838675-74D0-4226-8342-2497FDD9097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228599" y="1577340"/>
            <a:ext cx="4206241" cy="45262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A8B602C0-0B45-487D-BCE2-5FB3EDD78DA5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4708652" y="1854658"/>
            <a:ext cx="3458209" cy="36442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 sz="3200" b="1" i="0">
                <a:solidFill>
                  <a:schemeClr val="tx1"/>
                </a:solidFill>
                <a:latin typeface="PMingLiU"/>
                <a:ea typeface="PMingLiU"/>
                <a:cs typeface="PMingLiU"/>
              </a:defRPr>
            </a:lvl1pPr>
          </a:lstStyle>
          <a:p xmlns:a="http://schemas.openxmlformats.org/drawingml/2006/main"/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3DDF8B0B-1A27-4C34-8EE9-781F70F3461C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E4059F36-A6AE-4D7A-B711-174411BC74E6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7" name="Holder 7">
            <a:extLst xmlns:a="http://schemas.openxmlformats.org/drawingml/2006/main">
              <a:ext uri="{FF2B5EF4-FFF2-40B4-BE49-F238E27FC236}">
                <a16:creationId xmlns:a16="http://schemas.microsoft.com/office/drawing/2014/main" id="{D5E75B0F-8F14-4810-B924-FC3952B32139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21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71CB8C92-DE44-4795-B94A-F634640FEB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6356350"/>
            <a:ext cx="20574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F250D65D-8AD1-42C6-82B1-FC7E007D9EF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6356350"/>
            <a:ext cx="30861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1672546B-4F2A-47EA-A3A1-DD502467162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6356350"/>
            <a:ext cx="20574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22.xml><?xml version="1.0" encoding="utf-8"?>
<p:sldLayout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45adce4256a4e94" /><Relationship Type="http://schemas.openxmlformats.org/officeDocument/2006/relationships/slideLayout" Target="/ppt/slideLayouts/slideLayout1.xml" Id="R94db97f00a3c49e7" /><Relationship Type="http://schemas.openxmlformats.org/officeDocument/2006/relationships/slideLayout" Target="/ppt/slideLayouts/slideLayout2.xml" Id="Rcddccc33cd1e4721" /><Relationship Type="http://schemas.openxmlformats.org/officeDocument/2006/relationships/slideLayout" Target="/ppt/slideLayouts/slideLayout3.xml" Id="R87c8dfdcb4634046" /><Relationship Type="http://schemas.openxmlformats.org/officeDocument/2006/relationships/slideLayout" Target="/ppt/slideLayouts/slideLayout4.xml" Id="Rc066ea18d6db49ce" /><Relationship Type="http://schemas.openxmlformats.org/officeDocument/2006/relationships/slideLayout" Target="/ppt/slideLayouts/slideLayout5.xml" Id="R72d3af17d669453b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641fbe13b7c743c1" /><Relationship Type="http://schemas.openxmlformats.org/officeDocument/2006/relationships/slideLayout" Target="/ppt/slideLayouts/slideLayout6.xml" Id="Rab637e73dea7490c" /><Relationship Type="http://schemas.openxmlformats.org/officeDocument/2006/relationships/slideLayout" Target="/ppt/slideLayouts/slideLayout7.xml" Id="R9ce3c6e65170451c" /><Relationship Type="http://schemas.openxmlformats.org/officeDocument/2006/relationships/slideLayout" Target="/ppt/slideLayouts/slideLayout8.xml" Id="R1f9a760d712b4fb8" /><Relationship Type="http://schemas.openxmlformats.org/officeDocument/2006/relationships/slideLayout" Target="/ppt/slideLayouts/slideLayout9.xml" Id="Re4977a8cef8c4d2c" /><Relationship Type="http://schemas.openxmlformats.org/officeDocument/2006/relationships/slideLayout" Target="/ppt/slideLayouts/slideLayout10.xml" Id="R835e3e69076440a4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2162cf8fadf449e6" /><Relationship Type="http://schemas.openxmlformats.org/officeDocument/2006/relationships/slideLayout" Target="/ppt/slideLayouts/slideLayout11.xml" Id="Red10851fce9540d0" /><Relationship Type="http://schemas.openxmlformats.org/officeDocument/2006/relationships/slideLayout" Target="/ppt/slideLayouts/slideLayout12.xml" Id="R87198a0c7e3942b1" /><Relationship Type="http://schemas.openxmlformats.org/officeDocument/2006/relationships/slideLayout" Target="/ppt/slideLayouts/slideLayout13.xml" Id="R367814d6652e4e69" /><Relationship Type="http://schemas.openxmlformats.org/officeDocument/2006/relationships/slideLayout" Target="/ppt/slideLayouts/slideLayout14.xml" Id="R3b777c800e6347fc" /><Relationship Type="http://schemas.openxmlformats.org/officeDocument/2006/relationships/slideLayout" Target="/ppt/slideLayouts/slideLayout15.xml" Id="R97af39fa1b644303" /><Relationship Type="http://schemas.openxmlformats.org/officeDocument/2006/relationships/slideLayout" Target="/ppt/slideLayouts/slideLayout16.xml" Id="R1010031c48e94c40" /></Relationships>
</file>

<file path=ppt/slideMasters/_rels/slideMaster4.xml.rels>&#65279;<?xml version="1.0" encoding="utf-8"?><Relationships xmlns="http://schemas.openxmlformats.org/package/2006/relationships"><Relationship Type="http://schemas.openxmlformats.org/officeDocument/2006/relationships/theme" Target="/ppt/slideMasters/theme/theme5.xml" Id="R90509c5c2ff043ce" /><Relationship Type="http://schemas.openxmlformats.org/officeDocument/2006/relationships/slideLayout" Target="/ppt/slideLayouts/slideLayout17.xml" Id="Re8e720a2974f4d0b" /><Relationship Type="http://schemas.openxmlformats.org/officeDocument/2006/relationships/slideLayout" Target="/ppt/slideLayouts/slideLayout18.xml" Id="R436fd9ae0b8e420b" /><Relationship Type="http://schemas.openxmlformats.org/officeDocument/2006/relationships/slideLayout" Target="/ppt/slideLayouts/slideLayout19.xml" Id="Rfe4fe099ffc640f5" /><Relationship Type="http://schemas.openxmlformats.org/officeDocument/2006/relationships/slideLayout" Target="/ppt/slideLayouts/slideLayout20.xml" Id="Rb7688e261be44397" /><Relationship Type="http://schemas.openxmlformats.org/officeDocument/2006/relationships/slideLayout" Target="/ppt/slideLayouts/slideLayout21.xml" Id="Re60c98769b4b4aee" /><Relationship Type="http://schemas.openxmlformats.org/officeDocument/2006/relationships/slideLayout" Target="/ppt/slideLayouts/slideLayout22.xml" Id="R1d1aa08d084e4a55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6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BF7718E-4C8A-4479-8A54-4C30835603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5295" y="304812"/>
            <a:ext cx="8180387" cy="663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b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027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58EFF07-B06A-4052-891F-5CD07D9ED5B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66738" y="1077916"/>
            <a:ext cx="8001000" cy="5741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028" name="AutoShape 4">
            <a:extLst xmlns:a="http://schemas.openxmlformats.org/drawingml/2006/main">
              <a:ext uri="{FF2B5EF4-FFF2-40B4-BE49-F238E27FC236}">
                <a16:creationId xmlns:a16="http://schemas.microsoft.com/office/drawing/2014/main" id="{D4359E7F-9B23-415A-B010-15E1E2923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968376"/>
            <a:ext cx="7958138" cy="109539"/>
          </a:xfrm>
          <a:custGeom xmlns:a="http://schemas.openxmlformats.org/drawingml/2006/main">
            <a:rect l="0" t="0" r="r" b="b"/>
            <a:pathLst>
              <a:path w="1000" h="100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 xmlns:a="http://schemas.openxmlformats.org/drawingml/2006/main">
            <a:srgbClr val="0A3E77"/>
          </a:solidFill>
          <a:ln xmlns:a="http://schemas.openxmlformats.org/drawingml/2006/main" w="9525">
            <a:solidFill>
              <a:srgbClr val="0A3E7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标题 1">
            <a:extLst xmlns:a="http://schemas.openxmlformats.org/drawingml/2006/main">
              <a:ext uri="{FF2B5EF4-FFF2-40B4-BE49-F238E27FC236}">
                <a16:creationId xmlns:a16="http://schemas.microsoft.com/office/drawing/2014/main" id="{FDB97207-0B28-4D10-A933-3D4CB9ACF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1" y="6400806"/>
            <a:ext cx="4699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3600" b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5pPr>
            <a:lvl6pPr marL="4572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6pPr>
            <a:lvl7pPr marL="9144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7pPr>
            <a:lvl8pPr marL="13716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8pPr>
            <a:lvl9pPr marL="18288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4db97f00a3c49e7"/>
    <p:sldLayoutId xmlns:r="http://schemas.openxmlformats.org/officeDocument/2006/relationships" id="2147483650" r:id="Rcddccc33cd1e4721"/>
    <p:sldLayoutId xmlns:r="http://schemas.openxmlformats.org/officeDocument/2006/relationships" id="2147483651" r:id="R87c8dfdcb4634046"/>
    <p:sldLayoutId xmlns:r="http://schemas.openxmlformats.org/officeDocument/2006/relationships" id="2147483652" r:id="Rc066ea18d6db49ce"/>
    <p:sldLayoutId xmlns:r="http://schemas.openxmlformats.org/officeDocument/2006/relationships" id="2147483653" r:id="R72d3af17d669453b"/>
  </p:sldLayoutIdLst>
  <p:hf hdr="0" ftr="0" dt="0"/>
  <p:txStyles>
    <p:titleStyle>
      <a:lvl1pPr xmlns:a="http://schemas.openxmlformats.org/drawingml/2006/main" algn="l">
        <a:buNone/>
        <a:defRPr sz="3600" b="1">
          <a:solidFill>
            <a:srgbClr val="0A3E77"/>
          </a:solidFill>
          <a:latin typeface="微软雅黑"/>
          <a:ea typeface="微软雅黑"/>
          <a:cs typeface="微软雅黑"/>
        </a:defRPr>
      </a:lvl1pPr>
      <a:lvl2pPr xmlns:a="http://schemas.openxmlformats.org/drawingml/2006/main" algn="l">
        <a:buNone/>
        <a:defRPr sz="3600" b="1">
          <a:solidFill>
            <a:schemeClr val="accent2"/>
          </a:solidFill>
          <a:latin typeface="Times New Roman"/>
          <a:ea typeface="Times New Roman"/>
          <a:cs typeface="Times New Roman"/>
        </a:defRPr>
      </a:lvl2pPr>
      <a:lvl3pPr xmlns:a="http://schemas.openxmlformats.org/drawingml/2006/main" algn="l">
        <a:buNone/>
        <a:defRPr sz="3600" b="1">
          <a:solidFill>
            <a:schemeClr val="accent2"/>
          </a:solidFill>
          <a:latin typeface="Times New Roman"/>
          <a:ea typeface="Times New Roman"/>
          <a:cs typeface="Times New Roman"/>
        </a:defRPr>
      </a:lvl3pPr>
      <a:lvl4pPr xmlns:a="http://schemas.openxmlformats.org/drawingml/2006/main" algn="l">
        <a:buNone/>
        <a:defRPr sz="3600" b="1">
          <a:solidFill>
            <a:schemeClr val="accent2"/>
          </a:solidFill>
          <a:latin typeface="Times New Roman"/>
          <a:ea typeface="Times New Roman"/>
          <a:cs typeface="Times New Roman"/>
        </a:defRPr>
      </a:lvl4pPr>
      <a:lvl5pPr xmlns:a="http://schemas.openxmlformats.org/drawingml/2006/main" algn="l">
        <a:buNone/>
        <a:defRPr sz="3600" b="1">
          <a:solidFill>
            <a:schemeClr val="accent2"/>
          </a:solidFill>
          <a:latin typeface="Times New Roman"/>
          <a:ea typeface="Times New Roman"/>
          <a:cs typeface="Times New Roman"/>
        </a:defRPr>
      </a:lvl5pPr>
      <a:lvl6pPr xmlns:a="http://schemas.openxmlformats.org/drawingml/2006/main" marL="457200" algn="l">
        <a:buNone/>
        <a:defRPr sz="3800" b="1">
          <a:solidFill>
            <a:schemeClr val="accent2"/>
          </a:solidFill>
          <a:latin typeface="Verdana"/>
          <a:ea typeface="Verdana"/>
          <a:cs typeface="Verdana"/>
        </a:defRPr>
      </a:lvl6pPr>
      <a:lvl7pPr xmlns:a="http://schemas.openxmlformats.org/drawingml/2006/main" marL="914400" algn="l">
        <a:buNone/>
        <a:defRPr sz="3800" b="1">
          <a:solidFill>
            <a:schemeClr val="accent2"/>
          </a:solidFill>
          <a:latin typeface="Verdana"/>
          <a:ea typeface="Verdana"/>
          <a:cs typeface="Verdana"/>
        </a:defRPr>
      </a:lvl7pPr>
      <a:lvl8pPr xmlns:a="http://schemas.openxmlformats.org/drawingml/2006/main" marL="1371600" algn="l">
        <a:buNone/>
        <a:defRPr sz="3800" b="1">
          <a:solidFill>
            <a:schemeClr val="accent2"/>
          </a:solidFill>
          <a:latin typeface="Verdana"/>
          <a:ea typeface="Verdana"/>
          <a:cs typeface="Verdana"/>
        </a:defRPr>
      </a:lvl8pPr>
      <a:lvl9pPr xmlns:a="http://schemas.openxmlformats.org/drawingml/2006/main" marL="1828800" algn="l">
        <a:buNone/>
        <a:defRPr sz="3800" b="1">
          <a:solidFill>
            <a:schemeClr val="accent2"/>
          </a:solidFill>
          <a:latin typeface="Verdana"/>
          <a:ea typeface="Verdana"/>
          <a:cs typeface="Verdana"/>
        </a:defRPr>
      </a:lvl9pPr>
    </p:titleStyle>
    <p:bodyStyle>
      <a:lvl1pPr xmlns:a="http://schemas.openxmlformats.org/drawingml/2006/main" marL="469900" indent="-469900" algn="l">
        <a:buChar char="o"/>
        <a:defRPr sz="3000" b="1">
          <a:solidFill>
            <a:schemeClr val="tx1"/>
          </a:solidFill>
          <a:latin typeface="微软雅黑"/>
          <a:ea typeface="微软雅黑"/>
          <a:cs typeface="微软雅黑"/>
        </a:defRPr>
      </a:lvl1pPr>
      <a:lvl2pPr xmlns:a="http://schemas.openxmlformats.org/drawingml/2006/main" marL="908050" indent="-436880" algn="l">
        <a:buChar char="n"/>
        <a:defRPr sz="2600" b="1">
          <a:solidFill>
            <a:srgbClr val="0A3E77"/>
          </a:solidFill>
          <a:latin typeface="Calibri"/>
          <a:ea typeface="Calibri"/>
          <a:cs typeface="Calibri"/>
        </a:defRPr>
      </a:lvl2pPr>
      <a:lvl3pPr xmlns:a="http://schemas.openxmlformats.org/drawingml/2006/main" marL="1304925" indent="-395605" algn="l">
        <a:buChar char="o"/>
        <a:defRPr sz="2400" b="1">
          <a:solidFill>
            <a:schemeClr val="tx1"/>
          </a:solidFill>
          <a:latin typeface="仿宋_GB2312"/>
          <a:ea typeface="仿宋_GB2312"/>
          <a:cs typeface="仿宋_GB2312"/>
        </a:defRPr>
      </a:lvl3pPr>
      <a:lvl4pPr xmlns:a="http://schemas.openxmlformats.org/drawingml/2006/main" marL="1694180" indent="-387350" algn="l">
        <a:buChar char="n"/>
        <a:defRPr sz="1600">
          <a:solidFill>
            <a:srgbClr val="0000FF"/>
          </a:solidFill>
          <a:latin typeface="仿宋_GB2312"/>
          <a:ea typeface="仿宋_GB2312"/>
          <a:cs typeface="仿宋_GB2312"/>
        </a:defRPr>
      </a:lvl4pPr>
      <a:lvl5pPr xmlns:a="http://schemas.openxmlformats.org/drawingml/2006/main" marL="2094230" indent="-398780" algn="l">
        <a:buChar char="§"/>
        <a:defRPr sz="1200">
          <a:solidFill>
            <a:schemeClr val="tx1"/>
          </a:solidFill>
          <a:latin typeface="仿宋_GB2312"/>
          <a:ea typeface="仿宋_GB2312"/>
          <a:cs typeface="仿宋_GB2312"/>
        </a:defRPr>
      </a:lvl5pPr>
      <a:lvl6pPr xmlns:a="http://schemas.openxmlformats.org/drawingml/2006/main" marL="2551430" indent="-398780" algn="l">
        <a:buChar char="§"/>
        <a:defRPr sz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008630" indent="-398780" algn="l">
        <a:buChar char="§"/>
        <a:defRPr sz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65830" indent="-398780" algn="l">
        <a:buChar char="§"/>
        <a:defRPr sz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923030" indent="-398780" algn="l">
        <a:buChar char="§"/>
        <a:defRPr sz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6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69C52AC-73F3-4C93-845A-601DCC5D56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5295" y="304812"/>
            <a:ext cx="8180387" cy="663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b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027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E8F0DF4-78E7-4EC6-A028-34C45369C86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66738" y="1077916"/>
            <a:ext cx="8001000" cy="5741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028" name="AutoShape 4">
            <a:extLst xmlns:a="http://schemas.openxmlformats.org/drawingml/2006/main">
              <a:ext uri="{FF2B5EF4-FFF2-40B4-BE49-F238E27FC236}">
                <a16:creationId xmlns:a16="http://schemas.microsoft.com/office/drawing/2014/main" id="{43C48B4F-4C27-426E-BF1A-5D2B28A92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968376"/>
            <a:ext cx="7958138" cy="109539"/>
          </a:xfrm>
          <a:custGeom xmlns:a="http://schemas.openxmlformats.org/drawingml/2006/main">
            <a:rect l="0" t="0" r="r" b="b"/>
            <a:pathLst>
              <a:path w="1000" h="100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 xmlns:a="http://schemas.openxmlformats.org/drawingml/2006/main">
            <a:srgbClr val="0A3E77"/>
          </a:solidFill>
          <a:ln xmlns:a="http://schemas.openxmlformats.org/drawingml/2006/main" w="9525">
            <a:solidFill>
              <a:srgbClr val="0A3E7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标题 1">
            <a:extLst xmlns:a="http://schemas.openxmlformats.org/drawingml/2006/main">
              <a:ext uri="{FF2B5EF4-FFF2-40B4-BE49-F238E27FC236}">
                <a16:creationId xmlns:a16="http://schemas.microsoft.com/office/drawing/2014/main" id="{9CEA7CFB-6657-4A0A-8D4B-1701D7385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1" y="6400806"/>
            <a:ext cx="4699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3600" b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5pPr>
            <a:lvl6pPr marL="4572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6pPr>
            <a:lvl7pPr marL="9144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7pPr>
            <a:lvl8pPr marL="13716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8pPr>
            <a:lvl9pPr marL="18288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5" r:id="Rab637e73dea7490c"/>
    <p:sldLayoutId xmlns:r="http://schemas.openxmlformats.org/officeDocument/2006/relationships" id="2147483656" r:id="R9ce3c6e65170451c"/>
    <p:sldLayoutId xmlns:r="http://schemas.openxmlformats.org/officeDocument/2006/relationships" id="2147483657" r:id="R1f9a760d712b4fb8"/>
    <p:sldLayoutId xmlns:r="http://schemas.openxmlformats.org/officeDocument/2006/relationships" id="2147483658" r:id="Re4977a8cef8c4d2c"/>
    <p:sldLayoutId xmlns:r="http://schemas.openxmlformats.org/officeDocument/2006/relationships" id="2147483659" r:id="R835e3e69076440a4"/>
  </p:sldLayoutIdLst>
  <p:hf hdr="0" ftr="0" dt="0"/>
  <p:txStyles>
    <p:titleStyle>
      <a:lvl1pPr xmlns:a="http://schemas.openxmlformats.org/drawingml/2006/main" algn="l">
        <a:buNone/>
        <a:defRPr sz="3600" b="1">
          <a:solidFill>
            <a:srgbClr val="0A3E77"/>
          </a:solidFill>
          <a:latin typeface="微软雅黑"/>
          <a:ea typeface="微软雅黑"/>
          <a:cs typeface="微软雅黑"/>
        </a:defRPr>
      </a:lvl1pPr>
      <a:lvl2pPr xmlns:a="http://schemas.openxmlformats.org/drawingml/2006/main" algn="l">
        <a:buNone/>
        <a:defRPr sz="3600" b="1">
          <a:solidFill>
            <a:schemeClr val="accent2"/>
          </a:solidFill>
          <a:latin typeface="Times New Roman"/>
          <a:ea typeface="Times New Roman"/>
          <a:cs typeface="Times New Roman"/>
        </a:defRPr>
      </a:lvl2pPr>
      <a:lvl3pPr xmlns:a="http://schemas.openxmlformats.org/drawingml/2006/main" algn="l">
        <a:buNone/>
        <a:defRPr sz="3600" b="1">
          <a:solidFill>
            <a:schemeClr val="accent2"/>
          </a:solidFill>
          <a:latin typeface="Times New Roman"/>
          <a:ea typeface="Times New Roman"/>
          <a:cs typeface="Times New Roman"/>
        </a:defRPr>
      </a:lvl3pPr>
      <a:lvl4pPr xmlns:a="http://schemas.openxmlformats.org/drawingml/2006/main" algn="l">
        <a:buNone/>
        <a:defRPr sz="3600" b="1">
          <a:solidFill>
            <a:schemeClr val="accent2"/>
          </a:solidFill>
          <a:latin typeface="Times New Roman"/>
          <a:ea typeface="Times New Roman"/>
          <a:cs typeface="Times New Roman"/>
        </a:defRPr>
      </a:lvl4pPr>
      <a:lvl5pPr xmlns:a="http://schemas.openxmlformats.org/drawingml/2006/main" algn="l">
        <a:buNone/>
        <a:defRPr sz="3600" b="1">
          <a:solidFill>
            <a:schemeClr val="accent2"/>
          </a:solidFill>
          <a:latin typeface="Times New Roman"/>
          <a:ea typeface="Times New Roman"/>
          <a:cs typeface="Times New Roman"/>
        </a:defRPr>
      </a:lvl5pPr>
      <a:lvl6pPr xmlns:a="http://schemas.openxmlformats.org/drawingml/2006/main" marL="457200" algn="l">
        <a:buNone/>
        <a:defRPr sz="3800" b="1">
          <a:solidFill>
            <a:schemeClr val="accent2"/>
          </a:solidFill>
          <a:latin typeface="Verdana"/>
          <a:ea typeface="Verdana"/>
          <a:cs typeface="Verdana"/>
        </a:defRPr>
      </a:lvl6pPr>
      <a:lvl7pPr xmlns:a="http://schemas.openxmlformats.org/drawingml/2006/main" marL="914400" algn="l">
        <a:buNone/>
        <a:defRPr sz="3800" b="1">
          <a:solidFill>
            <a:schemeClr val="accent2"/>
          </a:solidFill>
          <a:latin typeface="Verdana"/>
          <a:ea typeface="Verdana"/>
          <a:cs typeface="Verdana"/>
        </a:defRPr>
      </a:lvl7pPr>
      <a:lvl8pPr xmlns:a="http://schemas.openxmlformats.org/drawingml/2006/main" marL="1371600" algn="l">
        <a:buNone/>
        <a:defRPr sz="3800" b="1">
          <a:solidFill>
            <a:schemeClr val="accent2"/>
          </a:solidFill>
          <a:latin typeface="Verdana"/>
          <a:ea typeface="Verdana"/>
          <a:cs typeface="Verdana"/>
        </a:defRPr>
      </a:lvl8pPr>
      <a:lvl9pPr xmlns:a="http://schemas.openxmlformats.org/drawingml/2006/main" marL="1828800" algn="l">
        <a:buNone/>
        <a:defRPr sz="3800" b="1">
          <a:solidFill>
            <a:schemeClr val="accent2"/>
          </a:solidFill>
          <a:latin typeface="Verdana"/>
          <a:ea typeface="Verdana"/>
          <a:cs typeface="Verdana"/>
        </a:defRPr>
      </a:lvl9pPr>
    </p:titleStyle>
    <p:bodyStyle>
      <a:lvl1pPr xmlns:a="http://schemas.openxmlformats.org/drawingml/2006/main" marL="469900" indent="-469900" algn="l">
        <a:buChar char="o"/>
        <a:defRPr sz="3000" b="1">
          <a:solidFill>
            <a:schemeClr val="tx1"/>
          </a:solidFill>
          <a:latin typeface="微软雅黑"/>
          <a:ea typeface="微软雅黑"/>
          <a:cs typeface="微软雅黑"/>
        </a:defRPr>
      </a:lvl1pPr>
      <a:lvl2pPr xmlns:a="http://schemas.openxmlformats.org/drawingml/2006/main" marL="908050" indent="-436880" algn="l">
        <a:buChar char="n"/>
        <a:defRPr sz="2600" b="1">
          <a:solidFill>
            <a:srgbClr val="0A3E77"/>
          </a:solidFill>
          <a:latin typeface="Calibri"/>
          <a:ea typeface="Calibri"/>
          <a:cs typeface="Calibri"/>
        </a:defRPr>
      </a:lvl2pPr>
      <a:lvl3pPr xmlns:a="http://schemas.openxmlformats.org/drawingml/2006/main" marL="1304925" indent="-395605" algn="l">
        <a:buChar char="o"/>
        <a:defRPr sz="2400" b="1">
          <a:solidFill>
            <a:schemeClr val="tx1"/>
          </a:solidFill>
          <a:latin typeface="仿宋_GB2312"/>
          <a:ea typeface="仿宋_GB2312"/>
          <a:cs typeface="仿宋_GB2312"/>
        </a:defRPr>
      </a:lvl3pPr>
      <a:lvl4pPr xmlns:a="http://schemas.openxmlformats.org/drawingml/2006/main" marL="1694180" indent="-387350" algn="l">
        <a:buChar char="n"/>
        <a:defRPr sz="1600">
          <a:solidFill>
            <a:srgbClr val="0000FF"/>
          </a:solidFill>
          <a:latin typeface="仿宋_GB2312"/>
          <a:ea typeface="仿宋_GB2312"/>
          <a:cs typeface="仿宋_GB2312"/>
        </a:defRPr>
      </a:lvl4pPr>
      <a:lvl5pPr xmlns:a="http://schemas.openxmlformats.org/drawingml/2006/main" marL="2094230" indent="-398780" algn="l">
        <a:buChar char="§"/>
        <a:defRPr sz="1200">
          <a:solidFill>
            <a:schemeClr val="tx1"/>
          </a:solidFill>
          <a:latin typeface="仿宋_GB2312"/>
          <a:ea typeface="仿宋_GB2312"/>
          <a:cs typeface="仿宋_GB2312"/>
        </a:defRPr>
      </a:lvl5pPr>
      <a:lvl6pPr xmlns:a="http://schemas.openxmlformats.org/drawingml/2006/main" marL="2551430" indent="-398780" algn="l">
        <a:buChar char="§"/>
        <a:defRPr sz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008630" indent="-398780" algn="l">
        <a:buChar char="§"/>
        <a:defRPr sz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65830" indent="-398780" algn="l">
        <a:buChar char="§"/>
        <a:defRPr sz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923030" indent="-398780" algn="l">
        <a:buChar char="§"/>
        <a:defRPr sz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6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4D7AFFD-69F4-4F18-90B3-F6ECC77A23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5295" y="304812"/>
            <a:ext cx="8180387" cy="663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b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027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5334326-087D-452E-8AD7-CDB75F4ADD7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66738" y="1077916"/>
            <a:ext cx="8001000" cy="5741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028" name="AutoShape 4">
            <a:extLst xmlns:a="http://schemas.openxmlformats.org/drawingml/2006/main">
              <a:ext uri="{FF2B5EF4-FFF2-40B4-BE49-F238E27FC236}">
                <a16:creationId xmlns:a16="http://schemas.microsoft.com/office/drawing/2014/main" id="{91928C53-FC02-4FC2-B4C2-0E47D8CD4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968376"/>
            <a:ext cx="7958138" cy="109539"/>
          </a:xfrm>
          <a:custGeom xmlns:a="http://schemas.openxmlformats.org/drawingml/2006/main">
            <a:rect l="0" t="0" r="r" b="b"/>
            <a:pathLst>
              <a:path w="1000" h="100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 xmlns:a="http://schemas.openxmlformats.org/drawingml/2006/main">
            <a:srgbClr val="0A3E77"/>
          </a:solidFill>
          <a:ln xmlns:a="http://schemas.openxmlformats.org/drawingml/2006/main" w="9525">
            <a:solidFill>
              <a:srgbClr val="0A3E7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标题 1">
            <a:extLst xmlns:a="http://schemas.openxmlformats.org/drawingml/2006/main">
              <a:ext uri="{FF2B5EF4-FFF2-40B4-BE49-F238E27FC236}">
                <a16:creationId xmlns:a16="http://schemas.microsoft.com/office/drawing/2014/main" id="{4D00B42C-AACF-4818-B586-B9EE8B56A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1" y="6400806"/>
            <a:ext cx="4699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3600" b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5pPr>
            <a:lvl6pPr marL="4572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6pPr>
            <a:lvl7pPr marL="9144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7pPr>
            <a:lvl8pPr marL="13716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8pPr>
            <a:lvl9pPr marL="18288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ed10851fce9540d0"/>
    <p:sldLayoutId xmlns:r="http://schemas.openxmlformats.org/officeDocument/2006/relationships" id="2147483662" r:id="R87198a0c7e3942b1"/>
    <p:sldLayoutId xmlns:r="http://schemas.openxmlformats.org/officeDocument/2006/relationships" id="2147483663" r:id="R367814d6652e4e69"/>
    <p:sldLayoutId xmlns:r="http://schemas.openxmlformats.org/officeDocument/2006/relationships" id="2147483664" r:id="R3b777c800e6347fc"/>
    <p:sldLayoutId xmlns:r="http://schemas.openxmlformats.org/officeDocument/2006/relationships" id="2147483665" r:id="R97af39fa1b644303"/>
    <p:sldLayoutId xmlns:r="http://schemas.openxmlformats.org/officeDocument/2006/relationships" id="2147483666" r:id="R1010031c48e94c40"/>
  </p:sldLayoutIdLst>
  <p:hf hdr="0" ftr="0" dt="0"/>
  <p:txStyles>
    <p:titleStyle>
      <a:lvl1pPr xmlns:a="http://schemas.openxmlformats.org/drawingml/2006/main" algn="l">
        <a:buNone/>
        <a:defRPr sz="3600" b="1">
          <a:solidFill>
            <a:srgbClr val="0A3E77"/>
          </a:solidFill>
          <a:latin typeface="微软雅黑"/>
          <a:ea typeface="微软雅黑"/>
          <a:cs typeface="微软雅黑"/>
        </a:defRPr>
      </a:lvl1pPr>
      <a:lvl2pPr xmlns:a="http://schemas.openxmlformats.org/drawingml/2006/main" algn="l">
        <a:buNone/>
        <a:defRPr sz="3600" b="1">
          <a:solidFill>
            <a:schemeClr val="accent2"/>
          </a:solidFill>
          <a:latin typeface="Times New Roman"/>
          <a:ea typeface="Times New Roman"/>
          <a:cs typeface="Times New Roman"/>
        </a:defRPr>
      </a:lvl2pPr>
      <a:lvl3pPr xmlns:a="http://schemas.openxmlformats.org/drawingml/2006/main" algn="l">
        <a:buNone/>
        <a:defRPr sz="3600" b="1">
          <a:solidFill>
            <a:schemeClr val="accent2"/>
          </a:solidFill>
          <a:latin typeface="Times New Roman"/>
          <a:ea typeface="Times New Roman"/>
          <a:cs typeface="Times New Roman"/>
        </a:defRPr>
      </a:lvl3pPr>
      <a:lvl4pPr xmlns:a="http://schemas.openxmlformats.org/drawingml/2006/main" algn="l">
        <a:buNone/>
        <a:defRPr sz="3600" b="1">
          <a:solidFill>
            <a:schemeClr val="accent2"/>
          </a:solidFill>
          <a:latin typeface="Times New Roman"/>
          <a:ea typeface="Times New Roman"/>
          <a:cs typeface="Times New Roman"/>
        </a:defRPr>
      </a:lvl4pPr>
      <a:lvl5pPr xmlns:a="http://schemas.openxmlformats.org/drawingml/2006/main" algn="l">
        <a:buNone/>
        <a:defRPr sz="3600" b="1">
          <a:solidFill>
            <a:schemeClr val="accent2"/>
          </a:solidFill>
          <a:latin typeface="Times New Roman"/>
          <a:ea typeface="Times New Roman"/>
          <a:cs typeface="Times New Roman"/>
        </a:defRPr>
      </a:lvl5pPr>
      <a:lvl6pPr xmlns:a="http://schemas.openxmlformats.org/drawingml/2006/main" marL="457200" algn="l">
        <a:buNone/>
        <a:defRPr sz="3800" b="1">
          <a:solidFill>
            <a:schemeClr val="accent2"/>
          </a:solidFill>
          <a:latin typeface="Verdana"/>
          <a:ea typeface="Verdana"/>
          <a:cs typeface="Verdana"/>
        </a:defRPr>
      </a:lvl6pPr>
      <a:lvl7pPr xmlns:a="http://schemas.openxmlformats.org/drawingml/2006/main" marL="914400" algn="l">
        <a:buNone/>
        <a:defRPr sz="3800" b="1">
          <a:solidFill>
            <a:schemeClr val="accent2"/>
          </a:solidFill>
          <a:latin typeface="Verdana"/>
          <a:ea typeface="Verdana"/>
          <a:cs typeface="Verdana"/>
        </a:defRPr>
      </a:lvl7pPr>
      <a:lvl8pPr xmlns:a="http://schemas.openxmlformats.org/drawingml/2006/main" marL="1371600" algn="l">
        <a:buNone/>
        <a:defRPr sz="3800" b="1">
          <a:solidFill>
            <a:schemeClr val="accent2"/>
          </a:solidFill>
          <a:latin typeface="Verdana"/>
          <a:ea typeface="Verdana"/>
          <a:cs typeface="Verdana"/>
        </a:defRPr>
      </a:lvl8pPr>
      <a:lvl9pPr xmlns:a="http://schemas.openxmlformats.org/drawingml/2006/main" marL="1828800" algn="l">
        <a:buNone/>
        <a:defRPr sz="3800" b="1">
          <a:solidFill>
            <a:schemeClr val="accent2"/>
          </a:solidFill>
          <a:latin typeface="Verdana"/>
          <a:ea typeface="Verdana"/>
          <a:cs typeface="Verdana"/>
        </a:defRPr>
      </a:lvl9pPr>
    </p:titleStyle>
    <p:bodyStyle>
      <a:lvl1pPr xmlns:a="http://schemas.openxmlformats.org/drawingml/2006/main" marL="469900" indent="-469900" algn="l">
        <a:buChar char="o"/>
        <a:defRPr sz="3000" b="1">
          <a:solidFill>
            <a:schemeClr val="tx1"/>
          </a:solidFill>
          <a:latin typeface="微软雅黑"/>
          <a:ea typeface="微软雅黑"/>
          <a:cs typeface="微软雅黑"/>
        </a:defRPr>
      </a:lvl1pPr>
      <a:lvl2pPr xmlns:a="http://schemas.openxmlformats.org/drawingml/2006/main" marL="908050" indent="-436880" algn="l">
        <a:buChar char="n"/>
        <a:defRPr sz="2600" b="1">
          <a:solidFill>
            <a:srgbClr val="0A3E77"/>
          </a:solidFill>
          <a:latin typeface="Calibri"/>
          <a:ea typeface="Calibri"/>
          <a:cs typeface="Calibri"/>
        </a:defRPr>
      </a:lvl2pPr>
      <a:lvl3pPr xmlns:a="http://schemas.openxmlformats.org/drawingml/2006/main" marL="1304925" indent="-395605" algn="l">
        <a:buChar char="o"/>
        <a:defRPr sz="2400" b="1">
          <a:solidFill>
            <a:schemeClr val="tx1"/>
          </a:solidFill>
          <a:latin typeface="仿宋_GB2312"/>
          <a:ea typeface="仿宋_GB2312"/>
          <a:cs typeface="仿宋_GB2312"/>
        </a:defRPr>
      </a:lvl3pPr>
      <a:lvl4pPr xmlns:a="http://schemas.openxmlformats.org/drawingml/2006/main" marL="1694180" indent="-387350" algn="l">
        <a:buChar char="n"/>
        <a:defRPr sz="1600">
          <a:solidFill>
            <a:srgbClr val="0000FF"/>
          </a:solidFill>
          <a:latin typeface="仿宋_GB2312"/>
          <a:ea typeface="仿宋_GB2312"/>
          <a:cs typeface="仿宋_GB2312"/>
        </a:defRPr>
      </a:lvl4pPr>
      <a:lvl5pPr xmlns:a="http://schemas.openxmlformats.org/drawingml/2006/main" marL="2094230" indent="-398780" algn="l">
        <a:buChar char="§"/>
        <a:defRPr sz="1200">
          <a:solidFill>
            <a:schemeClr val="tx1"/>
          </a:solidFill>
          <a:latin typeface="仿宋_GB2312"/>
          <a:ea typeface="仿宋_GB2312"/>
          <a:cs typeface="仿宋_GB2312"/>
        </a:defRPr>
      </a:lvl5pPr>
      <a:lvl6pPr xmlns:a="http://schemas.openxmlformats.org/drawingml/2006/main" marL="2551430" indent="-398780" algn="l">
        <a:buChar char="§"/>
        <a:defRPr sz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008630" indent="-398780" algn="l">
        <a:buChar char="§"/>
        <a:defRPr sz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65830" indent="-398780" algn="l">
        <a:buChar char="§"/>
        <a:defRPr sz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923030" indent="-398780" algn="l">
        <a:buChar char="§"/>
        <a:defRPr sz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4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6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8216769-9059-43F3-A441-354A68E522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5295" y="304812"/>
            <a:ext cx="8180387" cy="663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b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027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18B3C62-1DCF-4447-968E-57A176CB6E8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66738" y="1077916"/>
            <a:ext cx="8001000" cy="5741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028" name="AutoShape 4">
            <a:extLst xmlns:a="http://schemas.openxmlformats.org/drawingml/2006/main">
              <a:ext uri="{FF2B5EF4-FFF2-40B4-BE49-F238E27FC236}">
                <a16:creationId xmlns:a16="http://schemas.microsoft.com/office/drawing/2014/main" id="{32EF63F0-55BC-4151-862D-97FD82056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968376"/>
            <a:ext cx="7958138" cy="109539"/>
          </a:xfrm>
          <a:custGeom xmlns:a="http://schemas.openxmlformats.org/drawingml/2006/main">
            <a:rect l="0" t="0" r="r" b="b"/>
            <a:pathLst>
              <a:path w="1000" h="100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 xmlns:a="http://schemas.openxmlformats.org/drawingml/2006/main">
            <a:srgbClr val="0A3E77"/>
          </a:solidFill>
          <a:ln xmlns:a="http://schemas.openxmlformats.org/drawingml/2006/main" w="9525">
            <a:solidFill>
              <a:srgbClr val="0A3E7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标题 1">
            <a:extLst xmlns:a="http://schemas.openxmlformats.org/drawingml/2006/main">
              <a:ext uri="{FF2B5EF4-FFF2-40B4-BE49-F238E27FC236}">
                <a16:creationId xmlns:a16="http://schemas.microsoft.com/office/drawing/2014/main" id="{1F632A80-9AB8-433B-A307-34AA6C389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1" y="6400806"/>
            <a:ext cx="4699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3600" b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5pPr>
            <a:lvl6pPr marL="4572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6pPr>
            <a:lvl7pPr marL="9144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7pPr>
            <a:lvl8pPr marL="13716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8pPr>
            <a:lvl9pPr marL="18288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8" r:id="Re8e720a2974f4d0b"/>
    <p:sldLayoutId xmlns:r="http://schemas.openxmlformats.org/officeDocument/2006/relationships" id="2147483669" r:id="R436fd9ae0b8e420b"/>
    <p:sldLayoutId xmlns:r="http://schemas.openxmlformats.org/officeDocument/2006/relationships" id="2147483670" r:id="Rfe4fe099ffc640f5"/>
    <p:sldLayoutId xmlns:r="http://schemas.openxmlformats.org/officeDocument/2006/relationships" id="2147483671" r:id="Rb7688e261be44397"/>
    <p:sldLayoutId xmlns:r="http://schemas.openxmlformats.org/officeDocument/2006/relationships" id="2147483672" r:id="Re60c98769b4b4aee"/>
    <p:sldLayoutId xmlns:r="http://schemas.openxmlformats.org/officeDocument/2006/relationships" id="2147483673" r:id="R1d1aa08d084e4a55"/>
  </p:sldLayoutIdLst>
  <p:hf hdr="0" ftr="0" dt="0"/>
  <p:txStyles>
    <p:titleStyle>
      <a:lvl1pPr xmlns:a="http://schemas.openxmlformats.org/drawingml/2006/main" algn="l">
        <a:buNone/>
        <a:defRPr sz="3600" b="1">
          <a:solidFill>
            <a:srgbClr val="0A3E77"/>
          </a:solidFill>
          <a:latin typeface="微软雅黑"/>
          <a:ea typeface="微软雅黑"/>
          <a:cs typeface="微软雅黑"/>
        </a:defRPr>
      </a:lvl1pPr>
      <a:lvl2pPr xmlns:a="http://schemas.openxmlformats.org/drawingml/2006/main" algn="l">
        <a:buNone/>
        <a:defRPr sz="3600" b="1">
          <a:solidFill>
            <a:schemeClr val="accent2"/>
          </a:solidFill>
          <a:latin typeface="Times New Roman"/>
          <a:ea typeface="Times New Roman"/>
          <a:cs typeface="Times New Roman"/>
        </a:defRPr>
      </a:lvl2pPr>
      <a:lvl3pPr xmlns:a="http://schemas.openxmlformats.org/drawingml/2006/main" algn="l">
        <a:buNone/>
        <a:defRPr sz="3600" b="1">
          <a:solidFill>
            <a:schemeClr val="accent2"/>
          </a:solidFill>
          <a:latin typeface="Times New Roman"/>
          <a:ea typeface="Times New Roman"/>
          <a:cs typeface="Times New Roman"/>
        </a:defRPr>
      </a:lvl3pPr>
      <a:lvl4pPr xmlns:a="http://schemas.openxmlformats.org/drawingml/2006/main" algn="l">
        <a:buNone/>
        <a:defRPr sz="3600" b="1">
          <a:solidFill>
            <a:schemeClr val="accent2"/>
          </a:solidFill>
          <a:latin typeface="Times New Roman"/>
          <a:ea typeface="Times New Roman"/>
          <a:cs typeface="Times New Roman"/>
        </a:defRPr>
      </a:lvl4pPr>
      <a:lvl5pPr xmlns:a="http://schemas.openxmlformats.org/drawingml/2006/main" algn="l">
        <a:buNone/>
        <a:defRPr sz="3600" b="1">
          <a:solidFill>
            <a:schemeClr val="accent2"/>
          </a:solidFill>
          <a:latin typeface="Times New Roman"/>
          <a:ea typeface="Times New Roman"/>
          <a:cs typeface="Times New Roman"/>
        </a:defRPr>
      </a:lvl5pPr>
      <a:lvl6pPr xmlns:a="http://schemas.openxmlformats.org/drawingml/2006/main" marL="457200" algn="l">
        <a:buNone/>
        <a:defRPr sz="3800" b="1">
          <a:solidFill>
            <a:schemeClr val="accent2"/>
          </a:solidFill>
          <a:latin typeface="Verdana"/>
          <a:ea typeface="Verdana"/>
          <a:cs typeface="Verdana"/>
        </a:defRPr>
      </a:lvl6pPr>
      <a:lvl7pPr xmlns:a="http://schemas.openxmlformats.org/drawingml/2006/main" marL="914400" algn="l">
        <a:buNone/>
        <a:defRPr sz="3800" b="1">
          <a:solidFill>
            <a:schemeClr val="accent2"/>
          </a:solidFill>
          <a:latin typeface="Verdana"/>
          <a:ea typeface="Verdana"/>
          <a:cs typeface="Verdana"/>
        </a:defRPr>
      </a:lvl7pPr>
      <a:lvl8pPr xmlns:a="http://schemas.openxmlformats.org/drawingml/2006/main" marL="1371600" algn="l">
        <a:buNone/>
        <a:defRPr sz="3800" b="1">
          <a:solidFill>
            <a:schemeClr val="accent2"/>
          </a:solidFill>
          <a:latin typeface="Verdana"/>
          <a:ea typeface="Verdana"/>
          <a:cs typeface="Verdana"/>
        </a:defRPr>
      </a:lvl8pPr>
      <a:lvl9pPr xmlns:a="http://schemas.openxmlformats.org/drawingml/2006/main" marL="1828800" algn="l">
        <a:buNone/>
        <a:defRPr sz="3800" b="1">
          <a:solidFill>
            <a:schemeClr val="accent2"/>
          </a:solidFill>
          <a:latin typeface="Verdana"/>
          <a:ea typeface="Verdana"/>
          <a:cs typeface="Verdana"/>
        </a:defRPr>
      </a:lvl9pPr>
    </p:titleStyle>
    <p:bodyStyle>
      <a:lvl1pPr xmlns:a="http://schemas.openxmlformats.org/drawingml/2006/main" marL="469900" indent="-469900" algn="l">
        <a:buChar char="o"/>
        <a:defRPr sz="3000" b="1">
          <a:solidFill>
            <a:schemeClr val="tx1"/>
          </a:solidFill>
          <a:latin typeface="微软雅黑"/>
          <a:ea typeface="微软雅黑"/>
          <a:cs typeface="微软雅黑"/>
        </a:defRPr>
      </a:lvl1pPr>
      <a:lvl2pPr xmlns:a="http://schemas.openxmlformats.org/drawingml/2006/main" marL="908050" indent="-436880" algn="l">
        <a:buChar char="n"/>
        <a:defRPr sz="2600" b="1">
          <a:solidFill>
            <a:srgbClr val="0A3E77"/>
          </a:solidFill>
          <a:latin typeface="Calibri"/>
          <a:ea typeface="Calibri"/>
          <a:cs typeface="Calibri"/>
        </a:defRPr>
      </a:lvl2pPr>
      <a:lvl3pPr xmlns:a="http://schemas.openxmlformats.org/drawingml/2006/main" marL="1304925" indent="-395605" algn="l">
        <a:buChar char="o"/>
        <a:defRPr sz="2400" b="1">
          <a:solidFill>
            <a:schemeClr val="tx1"/>
          </a:solidFill>
          <a:latin typeface="仿宋_GB2312"/>
          <a:ea typeface="仿宋_GB2312"/>
          <a:cs typeface="仿宋_GB2312"/>
        </a:defRPr>
      </a:lvl3pPr>
      <a:lvl4pPr xmlns:a="http://schemas.openxmlformats.org/drawingml/2006/main" marL="1694180" indent="-387350" algn="l">
        <a:buChar char="n"/>
        <a:defRPr sz="1600">
          <a:solidFill>
            <a:srgbClr val="0000FF"/>
          </a:solidFill>
          <a:latin typeface="仿宋_GB2312"/>
          <a:ea typeface="仿宋_GB2312"/>
          <a:cs typeface="仿宋_GB2312"/>
        </a:defRPr>
      </a:lvl4pPr>
      <a:lvl5pPr xmlns:a="http://schemas.openxmlformats.org/drawingml/2006/main" marL="2094230" indent="-398780" algn="l">
        <a:buChar char="§"/>
        <a:defRPr sz="1200">
          <a:solidFill>
            <a:schemeClr val="tx1"/>
          </a:solidFill>
          <a:latin typeface="仿宋_GB2312"/>
          <a:ea typeface="仿宋_GB2312"/>
          <a:cs typeface="仿宋_GB2312"/>
        </a:defRPr>
      </a:lvl5pPr>
      <a:lvl6pPr xmlns:a="http://schemas.openxmlformats.org/drawingml/2006/main" marL="2551430" indent="-398780" algn="l">
        <a:buChar char="§"/>
        <a:defRPr sz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008630" indent="-398780" algn="l">
        <a:buChar char="§"/>
        <a:defRPr sz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65830" indent="-398780" algn="l">
        <a:buChar char="§"/>
        <a:defRPr sz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923030" indent="-398780" algn="l">
        <a:buChar char="§"/>
        <a:defRPr sz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红白模板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黑体"/>
        <a:cs typeface=""/>
      </a:majorFont>
      <a:minorFont>
        <a:latin typeface="Verdana"/>
        <a:ea typeface="黑体"/>
        <a:cs typeface=""/>
      </a:minorFont>
    </a:fontScheme>
    <a:fmtScheme name="Profile 9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1_红白模板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黑体"/>
        <a:cs typeface=""/>
      </a:majorFont>
      <a:minorFont>
        <a:latin typeface="Verdana"/>
        <a:ea typeface="黑体"/>
        <a:cs typeface=""/>
      </a:minorFont>
    </a:fontScheme>
    <a:fmtScheme name="Profile 9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4.xml><?xml version="1.0" encoding="utf-8"?>
<a:theme xmlns:a="http://schemas.openxmlformats.org/drawingml/2006/main" name="2_红白模板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黑体"/>
        <a:cs typeface=""/>
      </a:majorFont>
      <a:minorFont>
        <a:latin typeface="Verdana"/>
        <a:ea typeface="黑体"/>
        <a:cs typeface=""/>
      </a:minorFont>
    </a:fontScheme>
    <a:fmtScheme name="Profile 9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5.xml><?xml version="1.0" encoding="utf-8"?>
<a:theme xmlns:a="http://schemas.openxmlformats.org/drawingml/2006/main" name="3_红白模板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黑体"/>
        <a:cs typeface=""/>
      </a:majorFont>
      <a:minorFont>
        <a:latin typeface="Verdana"/>
        <a:ea typeface="黑体"/>
        <a:cs typeface=""/>
      </a:minorFont>
    </a:fontScheme>
    <a:fmtScheme name="Profile 9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c21ca0b5a4c426c" /><Relationship Type="http://schemas.openxmlformats.org/officeDocument/2006/relationships/image" Target="/ppt/media/image.png" Id="Ra6a9d52da8564506" /><Relationship Type="http://schemas.openxmlformats.org/officeDocument/2006/relationships/notesSlide" Target="/ppt/notesSlides/notesSlide1.xml" Id="R5b8a7a99896d4a9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005dbf0fae64fae" /><Relationship Type="http://schemas.openxmlformats.org/officeDocument/2006/relationships/notesSlide" Target="/ppt/notesSlides/notesSlide2.xml" Id="Rd91071e36b134c2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2646ba820ec4c69" /><Relationship Type="http://schemas.openxmlformats.org/officeDocument/2006/relationships/image" Target="/ppt/media/image2.png" Id="Ra09415e200504e27" /><Relationship Type="http://schemas.openxmlformats.org/officeDocument/2006/relationships/notesSlide" Target="/ppt/notesSlides/notesSlide3.xml" Id="R17886f6e0613493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02bc415291b4a3f" /><Relationship Type="http://schemas.openxmlformats.org/officeDocument/2006/relationships/image" Target="/ppt/media/image3.png" Id="R957b6300ff934a14" /><Relationship Type="http://schemas.openxmlformats.org/officeDocument/2006/relationships/notesSlide" Target="/ppt/notesSlides/notesSlide4.xml" Id="Rb56cc8acb3cd482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011d4ca03384e72" /><Relationship Type="http://schemas.openxmlformats.org/officeDocument/2006/relationships/image" Target="/ppt/media/image4.png" Id="Rbe2145de4cb74f1c" /><Relationship Type="http://schemas.openxmlformats.org/officeDocument/2006/relationships/notesSlide" Target="/ppt/notesSlides/notesSlide5.xml" Id="Ra1f9e61205434eb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d63e8b524ed41c9" /><Relationship Type="http://schemas.openxmlformats.org/officeDocument/2006/relationships/image" Target="/ppt/media/image5.png" Id="R9f43cc7e3bce41a9" /><Relationship Type="http://schemas.openxmlformats.org/officeDocument/2006/relationships/notesSlide" Target="/ppt/notesSlides/notesSlide6.xml" Id="Re7869d4095b74f8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f60ca693d514f18" /><Relationship Type="http://schemas.openxmlformats.org/officeDocument/2006/relationships/image" Target="/ppt/media/image6.png" Id="R0144b1495a354ca5" /><Relationship Type="http://schemas.openxmlformats.org/officeDocument/2006/relationships/notesSlide" Target="/ppt/notesSlides/notesSlide7.xml" Id="R392e0255d30d4b7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3df960ed8ff45f9" /><Relationship Type="http://schemas.openxmlformats.org/officeDocument/2006/relationships/image" Target="/ppt/media/image7.png" Id="R83a674eeb9444cf8" /><Relationship Type="http://schemas.openxmlformats.org/officeDocument/2006/relationships/notesSlide" Target="/ppt/notesSlides/notesSlide8.xml" Id="R509885c5606446e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9a4d7b2b546410e" /><Relationship Type="http://schemas.openxmlformats.org/officeDocument/2006/relationships/image" Target="/ppt/media/image8.png" Id="R1843735b41e249d4" /><Relationship Type="http://schemas.openxmlformats.org/officeDocument/2006/relationships/notesSlide" Target="/ppt/notesSlides/notesSlide9.xml" Id="R66e8a82f34c34ed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b8b193364324e10" /><Relationship Type="http://schemas.openxmlformats.org/officeDocument/2006/relationships/image" Target="/ppt/media/image9.png" Id="Rdb7a7d0f53904ba9" /><Relationship Type="http://schemas.openxmlformats.org/officeDocument/2006/relationships/notesSlide" Target="/ppt/notesSlides/notesSlide10.xml" Id="Rf99a20d8be9045f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f310c8e81b34a11" /><Relationship Type="http://schemas.openxmlformats.org/officeDocument/2006/relationships/notesSlide" Target="/ppt/notesSlides/notesSlide11.xml" Id="R67456be8e0124a8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04b9411fc3c46e3" /><Relationship Type="http://schemas.openxmlformats.org/officeDocument/2006/relationships/notesSlide" Target="/ppt/notesSlides/notesSlide12.xml" Id="R6055cee5ed184c6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3EBE012-953B-47CA-97CA-D01E05A91B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0A3E77"/>
                </a:solidFill>
                <a:latin typeface="Arial"/>
                <a:ea typeface="Arial"/>
                <a:cs typeface="Arial"/>
              </a:rPr>
              <a:t>采用</a:t>
            </a:r>
            <a:r>
              <a:rPr>
                <a:solidFill>
                  <a:srgbClr val="0A3E77"/>
                </a:solidFill>
                <a:latin typeface="Arial"/>
                <a:ea typeface="Arial"/>
                <a:cs typeface="Arial"/>
              </a:rPr>
              <a:t>LangSmith </a:t>
            </a:r>
            <a:r>
              <a:rPr>
                <a:solidFill>
                  <a:srgbClr val="0A3E77"/>
                </a:solidFill>
                <a:latin typeface="Arial"/>
                <a:ea typeface="Arial"/>
                <a:cs typeface="Arial"/>
              </a:rPr>
              <a:t>方法进行轨迹</a:t>
            </a:r>
            <a:r>
              <a:rPr>
                <a:solidFill>
                  <a:srgbClr val="0A3E77"/>
                </a:solidFill>
                <a:latin typeface="Arial"/>
                <a:ea typeface="Arial"/>
                <a:cs typeface="Arial"/>
              </a:rPr>
              <a:t>追踪</a:t>
            </a:r>
          </a:p>
        </p:txBody>
      </p:sp>
      <p:sp>
        <p:nvSpPr>
          <p:cNvPr id="1198" name="textbox 1198">
            <a:extLst xmlns:a="http://schemas.openxmlformats.org/drawingml/2006/main">
              <a:ext uri="{FF2B5EF4-FFF2-40B4-BE49-F238E27FC236}">
                <a16:creationId xmlns:a16="http://schemas.microsoft.com/office/drawing/2014/main" id="{E5C99770-8F24-4323-A889-85455C62B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8606155" cy="5629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83000"/>
              </a:lnSpc>
              <a:buNone/>
            </a:pPr>
          </a:p>
          <a:p xmlns:a="http://schemas.openxmlformats.org/drawingml/2006/main">
            <a:pPr marL="12700" algn="l">
              <a:lnSpc>
                <a:spcPct val="188000"/>
              </a:lnSpc>
              <a:buNone/>
            </a:pPr>
            <a:r>
              <a:rPr sz="2000" b="1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800" b="1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LangChain </a:t>
            </a:r>
            <a:r>
              <a:rPr sz="1800" b="1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推出的</a:t>
            </a:r>
            <a:r>
              <a:rPr sz="1800" b="1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 LangSmith：</a:t>
            </a:r>
            <a:r>
              <a:rPr sz="1800" b="1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面向</a:t>
            </a:r>
            <a:r>
              <a:rPr sz="1800" b="1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 LLM </a:t>
            </a:r>
            <a:r>
              <a:rPr sz="1800" b="1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应用的可观测性平台</a:t>
            </a:r>
          </a:p>
          <a:p xmlns:a="http://schemas.openxmlformats.org/drawingml/2006/main">
            <a:pPr marL="469900" algn="l">
              <a:lnSpc>
                <a:spcPct val="188000"/>
              </a:lnSpc>
              <a:buNone/>
            </a:pP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–  追踪：可视化智能体执行的每个步骤（包括输入、输出、延迟、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Token 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消耗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）</a:t>
            </a:r>
          </a:p>
          <a:p xmlns:a="http://schemas.openxmlformats.org/drawingml/2006/main">
            <a:pPr marL="469900" algn="l">
              <a:lnSpc>
                <a:spcPct val="188000"/>
              </a:lnSpc>
              <a:buNone/>
            </a:pP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–  调试：检查每个推理步骤及工具调用情况</a:t>
            </a:r>
          </a:p>
          <a:p xmlns:a="http://schemas.openxmlformats.org/drawingml/2006/main">
            <a:pPr marL="469900" algn="l">
              <a:lnSpc>
                <a:spcPct val="188000"/>
              </a:lnSpc>
              <a:buNone/>
            </a:pP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–  评估：运行测试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集，对比模型版本，追踪性能退化</a:t>
            </a:r>
          </a:p>
          <a:p xmlns:a="http://schemas.openxmlformats.org/drawingml/2006/main">
            <a:pPr marL="12700" algn="l">
              <a:lnSpc>
                <a:spcPct val="188000"/>
              </a:lnSpc>
              <a:buNone/>
            </a:pP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•   </a:t>
            </a:r>
            <a:r>
              <a:rPr sz="1800" b="1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它如何帮助处理智能体的轨迹：</a:t>
            </a:r>
          </a:p>
          <a:p xmlns:a="http://schemas.openxmlformats.org/drawingml/2006/main">
            <a:pPr marL="469900" algn="l">
              <a:lnSpc>
                <a:spcPct val="188000"/>
              </a:lnSpc>
              <a:buNone/>
            </a:pP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–  多步骤智能体运行的可折叠树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状结构</a:t>
            </a:r>
          </a:p>
          <a:p xmlns:a="http://schemas.openxmlformats.org/drawingml/2006/main">
            <a:pPr marL="469900" algn="l">
              <a:lnSpc>
                <a:spcPct val="188000"/>
              </a:lnSpc>
              <a:buNone/>
            </a:pP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–  每一步的 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Token 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使用量和延迟指标</a:t>
            </a:r>
          </a:p>
          <a:p xmlns:a="http://schemas.openxmlformats.org/drawingml/2006/main">
            <a:pPr marL="469900" algn="l">
              <a:lnSpc>
                <a:spcPct val="188000"/>
              </a:lnSpc>
              <a:buNone/>
            </a:pP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–  在长轨迹中进行过滤和搜索</a:t>
            </a:r>
          </a:p>
          <a:p xmlns:a="http://schemas.openxmlformats.org/drawingml/2006/main">
            <a:pPr marL="12700" algn="l">
              <a:lnSpc>
                <a:spcPct val="188000"/>
              </a:lnSpc>
              <a:buNone/>
            </a:pPr>
          </a:p>
        </p:txBody>
      </p:sp>
      <p:pic>
        <p:nvPicPr>
          <p:cNvPr id="1202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a9d52da85645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0" y="3352800"/>
            <a:ext cx="3833495" cy="296291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1310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BD08B4F-7928-4170-A0BC-B1B177D0CF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0A3E77"/>
                </a:solidFill>
                <a:latin typeface="Arial"/>
                <a:ea typeface="Arial"/>
                <a:cs typeface="Arial"/>
              </a:rPr>
              <a:t>评估（多）智能体系统</a:t>
            </a:r>
          </a:p>
        </p:txBody>
      </p:sp>
      <p:sp>
        <p:nvSpPr>
          <p:cNvPr id="1198" name="textbox 1198">
            <a:extLst xmlns:a="http://schemas.openxmlformats.org/drawingml/2006/main">
              <a:ext uri="{FF2B5EF4-FFF2-40B4-BE49-F238E27FC236}">
                <a16:creationId xmlns:a16="http://schemas.microsoft.com/office/drawing/2014/main" id="{C8B3C53B-3020-45F9-9385-B8F8CB622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8045450" cy="3830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0" tIns="0" rIns="0" bIns="0"/>
          <a:lstStyle xmlns:a="http://schemas.openxmlformats.org/drawingml/2006/main"/>
          <a:p xmlns:a="http://schemas.openxmlformats.org/drawingml/2006/main">
            <a:pPr marL="285750" indent="-285750" algn="l">
              <a:lnSpc>
                <a:spcPct val="163000"/>
              </a:lnSpc>
              <a:buChar char="p"/>
            </a:pP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驱动的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智能体带来了丰富的能力，但同时也放大了潜在风险：</a:t>
            </a:r>
          </a:p>
          <a:p xmlns:a="http://schemas.openxmlformats.org/drawingml/2006/main">
            <a:pPr indent="457200" algn="l">
              <a:lnSpc>
                <a:spcPct val="133000"/>
              </a:lnSpc>
              <a:buNone/>
            </a:pP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–  如何评估智能体的性能以及对安全风险的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意识？</a:t>
            </a:r>
          </a:p>
          <a:p xmlns:a="http://schemas.openxmlformats.org/drawingml/2006/main">
            <a:pPr algn="l">
              <a:lnSpc>
                <a:spcPct val="163000"/>
              </a:lnSpc>
              <a:buNone/>
            </a:pP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•  潜在风险：泄露私人数据或造成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经济损失</a:t>
            </a:r>
          </a:p>
          <a:p xmlns:a="http://schemas.openxmlformats.org/drawingml/2006/main">
            <a:pPr algn="l">
              <a:lnSpc>
                <a:spcPct val="163000"/>
              </a:lnSpc>
              <a:buNone/>
            </a:pP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•  识别这些风险属于劳动密集型工作： 随着智能体复杂度的增加，测试变得愈发困难</a:t>
            </a:r>
          </a:p>
          <a:p xmlns:a="http://schemas.openxmlformats.org/drawingml/2006/main">
            <a:pPr marL="285750" indent="-285750" algn="l">
              <a:lnSpc>
                <a:spcPct val="163000"/>
              </a:lnSpc>
              <a:buChar char="p"/>
            </a:pP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智能体的基准测试需要涵盖广泛领域，包括：</a:t>
            </a:r>
          </a:p>
          <a:p xmlns:a="http://schemas.openxmlformats.org/drawingml/2006/main">
            <a:pPr algn="l">
              <a:lnSpc>
                <a:spcPct val="123000"/>
              </a:lnSpc>
              <a:buNone/>
            </a:pP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–  工具</a:t>
            </a:r>
          </a:p>
          <a:p xmlns:a="http://schemas.openxmlformats.org/drawingml/2006/main">
            <a:pPr algn="l">
              <a:lnSpc>
                <a:spcPct val="123000"/>
              </a:lnSpc>
              <a:buNone/>
            </a:pP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–  外部资源</a:t>
            </a:r>
          </a:p>
          <a:p xmlns:a="http://schemas.openxmlformats.org/drawingml/2006/main">
            <a:pPr algn="l">
              <a:lnSpc>
                <a:spcPct val="123000"/>
              </a:lnSpc>
              <a:buNone/>
            </a:pP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–  正确的行为痕迹或标签</a:t>
            </a:r>
          </a:p>
        </p:txBody>
      </p:sp>
    </p:spTree>
    <p:extLst>
      <p:ext uri="{BB962C8B-B14F-4D97-AF65-F5344CB8AC3E}">
        <p14:creationId xmlns:p14="http://schemas.microsoft.com/office/powerpoint/2010/main" val="149982019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319DE-13EE-4EA9-A861-14BCF4DD8A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0A3E77"/>
                </a:solidFill>
                <a:latin typeface="Arial"/>
                <a:ea typeface="Arial"/>
                <a:cs typeface="Arial"/>
              </a:rPr>
              <a:t>风险</a:t>
            </a:r>
          </a:p>
        </p:txBody>
      </p:sp>
      <p:pic>
        <p:nvPicPr>
          <p:cNvPr id="11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9415e200504e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752600" y="1219200"/>
            <a:ext cx="5360035" cy="5360035"/>
          </a:xfrm>
          <a:prstGeom xmlns:a="http://schemas.openxmlformats.org/drawingml/2006/main" prst="rect">
            <a:avLst/>
          </a:prstGeom>
        </p:spPr>
      </p:pic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F52B2969-6716-4E17-9D3C-C679496B6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60600" y="1828800"/>
            <a:ext cx="4343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txBody>
          <a:bodyPr xmlns:a="http://schemas.openxmlformats.org/drawingml/2006/main" vert="horz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p"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C3FD3A76-CCE8-46CB-B514-A0BFC6B15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16480" y="1870075"/>
            <a:ext cx="4231640" cy="527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r>
              <a:rPr sz="900">
                <a:solidFill>
                  <a:schemeClr val="bg1"/>
                </a:solidFill>
              </a:rPr>
              <a:t>没有什么比这更让人感到无力的了：你告诉你的 </a:t>
            </a:r>
            <a:r>
              <a:rPr sz="900">
                <a:solidFill>
                  <a:schemeClr val="bg1"/>
                </a:solidFill>
              </a:rPr>
              <a:t>OpenClaw </a:t>
            </a:r>
            <a:r>
              <a:rPr sz="900">
                <a:solidFill>
                  <a:schemeClr val="bg1"/>
                </a:solidFill>
              </a:rPr>
              <a:t>智能体</a:t>
            </a:r>
            <a:r>
              <a:rPr sz="900">
                <a:solidFill>
                  <a:schemeClr val="bg1"/>
                </a:solidFill>
              </a:rPr>
              <a:t>“</a:t>
            </a:r>
            <a:r>
              <a:rPr sz="900">
                <a:solidFill>
                  <a:schemeClr val="bg1"/>
                </a:solidFill>
              </a:rPr>
              <a:t>执行前先和我确认”，结果却眼睁睁看着它飞速删光你的收件箱。我甚至无法从手机上阻止它，只能像去拆除炸弹一样火速</a:t>
            </a:r>
            <a:r>
              <a:rPr sz="900">
                <a:solidFill>
                  <a:schemeClr val="bg1"/>
                </a:solidFill>
              </a:rPr>
              <a:t>冲向我的 </a:t>
            </a:r>
            <a:r>
              <a:rPr sz="900">
                <a:solidFill>
                  <a:schemeClr val="bg1"/>
                </a:solidFill>
              </a:rPr>
              <a:t>Mac mini。</a:t>
            </a:r>
          </a:p>
        </p:txBody>
      </p:sp>
    </p:spTree>
    <p:extLst>
      <p:ext uri="{BB962C8B-B14F-4D97-AF65-F5344CB8AC3E}">
        <p14:creationId xmlns:p14="http://schemas.microsoft.com/office/powerpoint/2010/main" val="110581518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AB0CB35-5F9D-4A1F-9D93-F0A6E9F743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0A3E77"/>
                </a:solidFill>
                <a:latin typeface="Arial"/>
                <a:ea typeface="Arial"/>
                <a:cs typeface="Arial"/>
              </a:rPr>
              <a:t>示例：</a:t>
            </a:r>
            <a:r>
              <a:rPr>
                <a:solidFill>
                  <a:srgbClr val="0A3E77"/>
                </a:solidFill>
                <a:latin typeface="Arial"/>
                <a:ea typeface="Arial"/>
                <a:cs typeface="Arial"/>
              </a:rPr>
              <a:t>AgentBench</a:t>
            </a:r>
          </a:p>
        </p:txBody>
      </p:sp>
      <p:sp>
        <p:nvSpPr>
          <p:cNvPr id="1198" name="textbox 1198">
            <a:extLst xmlns:a="http://schemas.openxmlformats.org/drawingml/2006/main">
              <a:ext uri="{FF2B5EF4-FFF2-40B4-BE49-F238E27FC236}">
                <a16:creationId xmlns:a16="http://schemas.microsoft.com/office/drawing/2014/main" id="{0743CFA7-3D6F-4709-B63D-CA71997AE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8045450" cy="172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3000"/>
              </a:lnSpc>
              <a:buNone/>
            </a:pP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•   为大语言模型模拟交互式环境， 使其能够作为自主智能体运行</a:t>
            </a:r>
          </a:p>
          <a:p xmlns:a="http://schemas.openxmlformats.org/drawingml/2006/main">
            <a:pPr algn="l">
              <a:lnSpc>
                <a:spcPct val="123000"/>
              </a:lnSpc>
              <a:buNone/>
            </a:pP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•   共有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8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种不同的环境， 分为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3种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类型 （编程 、 游戏 、 网络）</a:t>
            </a:r>
          </a:p>
          <a:p xmlns:a="http://schemas.openxmlformats.org/drawingml/2006/main">
            <a:pPr algn="l">
              <a:lnSpc>
                <a:spcPct val="123000"/>
              </a:lnSpc>
              <a:buNone/>
            </a:pP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•   评估智能体的核心能力，例如逻辑推理能力</a:t>
            </a:r>
          </a:p>
        </p:txBody>
      </p:sp>
      <p:pic>
        <p:nvPicPr>
          <p:cNvPr id="1202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7b6300ff934a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" y="2438400"/>
            <a:ext cx="7568565" cy="342519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06460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FCD754C-A90A-431E-9FE3-04676AAECE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br/>
            <a:r>
              <a:rPr>
                <a:solidFill>
                  <a:srgbClr val="0A3E77"/>
                </a:solidFill>
                <a:latin typeface="Arial"/>
                <a:ea typeface="Arial"/>
                <a:cs typeface="Arial"/>
              </a:rPr>
              <a:t>示例：</a:t>
            </a:r>
            <a:r>
              <a:rPr>
                <a:solidFill>
                  <a:srgbClr val="0A3E77"/>
                </a:solidFill>
                <a:latin typeface="Arial"/>
                <a:ea typeface="Arial"/>
                <a:cs typeface="Arial"/>
              </a:rPr>
              <a:t>ToolEMU</a:t>
            </a:r>
          </a:p>
        </p:txBody>
      </p:sp>
      <p:sp>
        <p:nvSpPr>
          <p:cNvPr id="1198" name="textbox 1198">
            <a:extLst xmlns:a="http://schemas.openxmlformats.org/drawingml/2006/main">
              <a:ext uri="{FF2B5EF4-FFF2-40B4-BE49-F238E27FC236}">
                <a16:creationId xmlns:a16="http://schemas.microsoft.com/office/drawing/2014/main" id="{F61849B5-4573-420C-B8B1-D4ED78FFD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8045450" cy="796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3000"/>
              </a:lnSpc>
              <a:buNone/>
            </a:pP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•   目标：识别智能体的风险行为</a:t>
            </a:r>
          </a:p>
          <a:p xmlns:a="http://schemas.openxmlformats.org/drawingml/2006/main">
            <a:pPr algn="l">
              <a:lnSpc>
                <a:spcPct val="123000"/>
              </a:lnSpc>
              <a:buNone/>
            </a:pP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•   模拟工具执行过程， 实现智能体的可扩展测试</a:t>
            </a:r>
          </a:p>
        </p:txBody>
      </p:sp>
      <p:pic>
        <p:nvPicPr>
          <p:cNvPr id="1202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2145de4cb74f1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8745" y="2233295"/>
            <a:ext cx="8905875" cy="23907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61333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22CE2E9-CE35-416C-AFCD-797D412772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br/>
            <a:br/>
            <a:r>
              <a:rPr>
                <a:solidFill>
                  <a:srgbClr val="0A3E77"/>
                </a:solidFill>
                <a:latin typeface="Arial"/>
                <a:ea typeface="Arial"/>
                <a:cs typeface="Arial"/>
              </a:rPr>
              <a:t>示例：</a:t>
            </a:r>
            <a:r>
              <a:rPr>
                <a:solidFill>
                  <a:srgbClr val="0A3E77"/>
                </a:solidFill>
                <a:latin typeface="Arial"/>
                <a:ea typeface="Arial"/>
                <a:cs typeface="Arial"/>
              </a:rPr>
              <a:t>WebShop</a:t>
            </a:r>
          </a:p>
        </p:txBody>
      </p:sp>
      <p:sp>
        <p:nvSpPr>
          <p:cNvPr id="1198" name="textbox 1198">
            <a:extLst xmlns:a="http://schemas.openxmlformats.org/drawingml/2006/main">
              <a:ext uri="{FF2B5EF4-FFF2-40B4-BE49-F238E27FC236}">
                <a16:creationId xmlns:a16="http://schemas.microsoft.com/office/drawing/2014/main" id="{FD2A1DAC-3D4F-4137-BAFB-E3C689B83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8045450" cy="796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3000"/>
              </a:lnSpc>
              <a:buNone/>
            </a:pP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•    基于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116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万件亚马逊商品的大规模复杂环境</a:t>
            </a:r>
          </a:p>
          <a:p xmlns:a="http://schemas.openxmlformats.org/drawingml/2006/main">
            <a:pPr algn="l">
              <a:lnSpc>
                <a:spcPct val="123000"/>
              </a:lnSpc>
              <a:buNone/>
            </a:pP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•    这些挑战涉及语言理解 、视觉理解以及决策能力</a:t>
            </a:r>
          </a:p>
        </p:txBody>
      </p:sp>
      <p:pic>
        <p:nvPicPr>
          <p:cNvPr id="1202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43cc7e3bce41a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24000" y="2015490"/>
            <a:ext cx="6163310" cy="419862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56097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88502B7-F58F-4BE6-BFE4-0E8CE9772D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br/>
            <a:br/>
            <a:r>
              <a:rPr>
                <a:solidFill>
                  <a:srgbClr val="0A3E77"/>
                </a:solidFill>
                <a:latin typeface="Arial"/>
                <a:ea typeface="Arial"/>
                <a:cs typeface="Arial"/>
              </a:rPr>
              <a:t>示例：</a:t>
            </a:r>
            <a:r>
              <a:rPr>
                <a:solidFill>
                  <a:srgbClr val="0A3E77"/>
                </a:solidFill>
                <a:latin typeface="Arial"/>
                <a:ea typeface="Arial"/>
                <a:cs typeface="Arial"/>
              </a:rPr>
              <a:t>WebM</a:t>
            </a:r>
            <a:r>
              <a:rPr>
                <a:solidFill>
                  <a:srgbClr val="0A3E77"/>
                </a:solidFill>
                <a:latin typeface="Arial"/>
                <a:ea typeface="Arial"/>
                <a:cs typeface="Arial"/>
              </a:rPr>
              <a:t>all</a:t>
            </a:r>
          </a:p>
        </p:txBody>
      </p:sp>
      <p:sp>
        <p:nvSpPr>
          <p:cNvPr id="1198" name="textbox 1198">
            <a:extLst xmlns:a="http://schemas.openxmlformats.org/drawingml/2006/main">
              <a:ext uri="{FF2B5EF4-FFF2-40B4-BE49-F238E27FC236}">
                <a16:creationId xmlns:a16="http://schemas.microsoft.com/office/drawing/2014/main" id="{207B2549-B040-4C23-9077-01E345883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6600190" cy="43186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0" tIns="0" rIns="0" bIns="0"/>
          <a:lstStyle xmlns:a="http://schemas.openxmlformats.org/drawingml/2006/main"/>
          <a:p xmlns:a="http://schemas.openxmlformats.org/drawingml/2006/main">
            <a:pPr marL="285750" indent="-285750" algn="l">
              <a:lnSpc>
                <a:spcPct val="153000"/>
              </a:lnSpc>
              <a:buChar char="p"/>
            </a:pP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评估智能体从多家商店寻找并对比优惠信息能力的基准测试：</a:t>
            </a:r>
          </a:p>
          <a:p xmlns:a="http://schemas.openxmlformats.org/drawingml/2006/main">
            <a:pPr marL="285750" indent="-285750" algn="l">
              <a:lnSpc>
                <a:spcPct val="153000"/>
              </a:lnSpc>
              <a:buChar char="p"/>
            </a:pP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模拟了一个由四家异构网店组成的在线购物环境</a:t>
            </a:r>
          </a:p>
          <a:p xmlns:a="http://schemas.openxmlformats.org/drawingml/2006/main">
            <a:pPr marL="285750" indent="-285750" algn="l">
              <a:lnSpc>
                <a:spcPct val="153000"/>
              </a:lnSpc>
              <a:buChar char="p"/>
            </a:pP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定义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了基础任务与高级任务：</a:t>
            </a:r>
          </a:p>
          <a:p xmlns:a="http://schemas.openxmlformats.org/drawingml/2006/main">
            <a:pPr algn="l">
              <a:lnSpc>
                <a:spcPct val="153000"/>
              </a:lnSpc>
              <a:buNone/>
            </a:pP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•   基本任务： 根据具体需求比较报价， 将报价添加到购物车中</a:t>
            </a:r>
          </a:p>
          <a:p xmlns:a="http://schemas.openxmlformats.org/drawingml/2006/main">
            <a:pPr algn="l">
              <a:lnSpc>
                <a:spcPct val="153000"/>
              </a:lnSpc>
              <a:buNone/>
            </a:pP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•   高级任务： 针对模糊需求进行搜索，或搜索兼容及替代产品</a:t>
            </a:r>
          </a:p>
          <a:p xmlns:a="http://schemas.openxmlformats.org/drawingml/2006/main">
            <a:pPr marL="285750" indent="-285750" algn="l">
              <a:lnSpc>
                <a:spcPct val="153000"/>
              </a:lnSpc>
              <a:buChar char="p"/>
            </a:pP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这些商店提供不同的交互接口：</a:t>
            </a:r>
          </a:p>
          <a:p xmlns:a="http://schemas.openxmlformats.org/drawingml/2006/main">
            <a:pPr marL="742950" indent="-285750" algn="l">
              <a:lnSpc>
                <a:spcPct val="153000"/>
              </a:lnSpc>
              <a:buChar char="•"/>
            </a:pP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HTML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页面 、 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MCP APIs（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模型上下文协议接口）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 、 NLWeb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（自然语言 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Web）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接口。</a:t>
            </a:r>
          </a:p>
        </p:txBody>
      </p:sp>
      <p:pic>
        <p:nvPicPr>
          <p:cNvPr id="1202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44b1495a354ca5"/>
          <a:srcRect xmlns:a="http://schemas.openxmlformats.org/drawingml/2006/main" l="0" t="15123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28180" y="1143000"/>
            <a:ext cx="2115820" cy="364299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62939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A822EC7-6034-4BCB-81D7-947780CC20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br/>
            <a:br/>
            <a:r>
              <a:rPr>
                <a:solidFill>
                  <a:srgbClr val="0A3E77"/>
                </a:solidFill>
                <a:latin typeface="Arial"/>
                <a:ea typeface="Arial"/>
                <a:cs typeface="Arial"/>
              </a:rPr>
              <a:t>示例：</a:t>
            </a:r>
            <a:r>
              <a:rPr>
                <a:solidFill>
                  <a:srgbClr val="0A3E77"/>
                </a:solidFill>
                <a:latin typeface="Arial"/>
                <a:ea typeface="Arial"/>
                <a:cs typeface="Arial"/>
              </a:rPr>
              <a:t>WebArena</a:t>
            </a:r>
          </a:p>
        </p:txBody>
      </p:sp>
      <p:sp>
        <p:nvSpPr>
          <p:cNvPr id="1198" name="textbox 1198">
            <a:extLst xmlns:a="http://schemas.openxmlformats.org/drawingml/2006/main">
              <a:ext uri="{FF2B5EF4-FFF2-40B4-BE49-F238E27FC236}">
                <a16:creationId xmlns:a16="http://schemas.microsoft.com/office/drawing/2014/main" id="{5D6C2711-DA19-48C3-A689-6FEF8263D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6086475" cy="1448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53000"/>
              </a:lnSpc>
              <a:buNone/>
            </a:pP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•   模拟与真实世界热门网站高度相似的 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Web 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环境</a:t>
            </a:r>
          </a:p>
          <a:p xmlns:a="http://schemas.openxmlformats.org/drawingml/2006/main">
            <a:pPr algn="l">
              <a:lnSpc>
                <a:spcPct val="153000"/>
              </a:lnSpc>
              <a:buNone/>
            </a:pP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•   将工具和知识资源嵌入为独立的网站</a:t>
            </a:r>
          </a:p>
          <a:p xmlns:a="http://schemas.openxmlformats.org/drawingml/2006/main">
            <a:pPr algn="l">
              <a:lnSpc>
                <a:spcPct val="153000"/>
              </a:lnSpc>
              <a:buNone/>
            </a:pP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•   针对具体 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Web 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交互动作的基准测试 (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Benchmark)</a:t>
            </a:r>
          </a:p>
        </p:txBody>
      </p:sp>
      <p:pic>
        <p:nvPicPr>
          <p:cNvPr id="1202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a674eeb9444cf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2743200"/>
            <a:ext cx="8218805" cy="278892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16896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71CE17-210C-43CC-950C-DF947C0C6F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br/>
            <a:br/>
            <a:r>
              <a:rPr>
                <a:solidFill>
                  <a:srgbClr val="0A3E77"/>
                </a:solidFill>
                <a:latin typeface="Arial"/>
                <a:ea typeface="Arial"/>
                <a:cs typeface="Arial"/>
              </a:rPr>
              <a:t>更多</a:t>
            </a:r>
            <a:r>
              <a:rPr>
                <a:solidFill>
                  <a:srgbClr val="0A3E77"/>
                </a:solidFill>
                <a:latin typeface="Arial"/>
                <a:ea typeface="Arial"/>
                <a:cs typeface="Arial"/>
              </a:rPr>
              <a:t>Benchmark</a:t>
            </a:r>
            <a:r>
              <a:rPr>
                <a:solidFill>
                  <a:srgbClr val="0A3E77"/>
                </a:solidFill>
                <a:latin typeface="Arial"/>
                <a:ea typeface="Arial"/>
                <a:cs typeface="Arial"/>
              </a:rPr>
              <a:t>……</a:t>
            </a:r>
          </a:p>
        </p:txBody>
      </p:sp>
      <p:pic>
        <p:nvPicPr>
          <p:cNvPr id="5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43735b41e249d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6665" y="1295400"/>
            <a:ext cx="6631305" cy="485584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00009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1B4EA9B-5B86-4061-A304-94E86E402A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br/>
            <a:br/>
            <a:r>
              <a:rPr>
                <a:solidFill>
                  <a:srgbClr val="0A3E77"/>
                </a:solidFill>
                <a:latin typeface="Arial"/>
                <a:ea typeface="Arial"/>
                <a:cs typeface="Arial"/>
              </a:rPr>
              <a:t>示例：基于结果的 </a:t>
            </a:r>
            <a:r>
              <a:rPr>
                <a:solidFill>
                  <a:srgbClr val="0A3E77"/>
                </a:solidFill>
                <a:latin typeface="Arial"/>
                <a:ea typeface="Arial"/>
                <a:cs typeface="Arial"/>
              </a:rPr>
              <a:t>LLM </a:t>
            </a:r>
            <a:r>
              <a:rPr>
                <a:solidFill>
                  <a:srgbClr val="0A3E77"/>
                </a:solidFill>
                <a:latin typeface="Arial"/>
                <a:ea typeface="Arial"/>
                <a:cs typeface="Arial"/>
              </a:rPr>
              <a:t>智能体评估</a:t>
            </a:r>
          </a:p>
        </p:txBody>
      </p:sp>
      <p:sp>
        <p:nvSpPr>
          <p:cNvPr id="1198" name="textbox 1198">
            <a:extLst xmlns:a="http://schemas.openxmlformats.org/drawingml/2006/main">
              <a:ext uri="{FF2B5EF4-FFF2-40B4-BE49-F238E27FC236}">
                <a16:creationId xmlns:a16="http://schemas.microsoft.com/office/drawing/2014/main" id="{4488F5C2-4526-4B52-9BA1-BF5AE9EDC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6086475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53000"/>
              </a:lnSpc>
              <a:buNone/>
            </a:pP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• WebArena 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基准测试：</a:t>
            </a:r>
          </a:p>
        </p:txBody>
      </p:sp>
      <p:pic>
        <p:nvPicPr>
          <p:cNvPr id="1202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7a7d0f53904ba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828800"/>
            <a:ext cx="7962900" cy="37814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1966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BC53987-BBE9-491E-B35E-95D6E34D96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br/>
            <a:br/>
            <a:r>
              <a:rPr>
                <a:solidFill>
                  <a:srgbClr val="0A3E77"/>
                </a:solidFill>
                <a:latin typeface="Arial"/>
                <a:ea typeface="Arial"/>
                <a:cs typeface="Arial"/>
              </a:rPr>
              <a:t>示例：基于</a:t>
            </a:r>
            <a:r>
              <a:rPr>
                <a:solidFill>
                  <a:srgbClr val="0A3E77"/>
                </a:solidFill>
                <a:latin typeface="Arial"/>
                <a:ea typeface="Arial"/>
                <a:cs typeface="Arial"/>
              </a:rPr>
              <a:t>检查点的 </a:t>
            </a:r>
            <a:r>
              <a:rPr>
                <a:solidFill>
                  <a:srgbClr val="0A3E77"/>
                </a:solidFill>
                <a:latin typeface="Arial"/>
                <a:ea typeface="Arial"/>
                <a:cs typeface="Arial"/>
              </a:rPr>
              <a:t>LLM </a:t>
            </a:r>
            <a:r>
              <a:rPr>
                <a:solidFill>
                  <a:srgbClr val="0A3E77"/>
                </a:solidFill>
                <a:latin typeface="Arial"/>
                <a:ea typeface="Arial"/>
                <a:cs typeface="Arial"/>
              </a:rPr>
              <a:t>智能体评估</a:t>
            </a:r>
          </a:p>
        </p:txBody>
      </p:sp>
      <p:sp>
        <p:nvSpPr>
          <p:cNvPr id="1198" name="textbox 1198">
            <a:extLst xmlns:a="http://schemas.openxmlformats.org/drawingml/2006/main">
              <a:ext uri="{FF2B5EF4-FFF2-40B4-BE49-F238E27FC236}">
                <a16:creationId xmlns:a16="http://schemas.microsoft.com/office/drawing/2014/main" id="{B2BDF89A-1A51-42CE-A781-B35BCA1A2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8365490" cy="44557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53000"/>
              </a:lnSpc>
              <a:buNone/>
            </a:pP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•   基于结果的评估： 仅检查最终目标是否达成</a:t>
            </a:r>
          </a:p>
          <a:p xmlns:a="http://schemas.openxmlformats.org/drawingml/2006/main">
            <a:pPr algn="l">
              <a:lnSpc>
                <a:spcPct val="153000"/>
              </a:lnSpc>
              <a:buNone/>
            </a:pP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•   基于检查点的评估： 在任务执行过程中验证中间状态， 并对执行错误进行惩罚</a:t>
            </a:r>
          </a:p>
          <a:p xmlns:a="http://schemas.openxmlformats.org/drawingml/2006/main">
            <a:pPr algn="l">
              <a:lnSpc>
                <a:spcPct val="153000"/>
              </a:lnSpc>
              <a:buNone/>
            </a:pP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•   WorkArena benchmark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：</a:t>
            </a:r>
          </a:p>
          <a:p xmlns:a="http://schemas.openxmlformats.org/drawingml/2006/main">
            <a:pPr algn="l">
              <a:lnSpc>
                <a:spcPct val="153000"/>
              </a:lnSpc>
              <a:buNone/>
            </a:pP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–  一个面向 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Web Agent 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评估的 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benchmark，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使用真实的企业级应用场景</a:t>
            </a:r>
          </a:p>
          <a:p xmlns:a="http://schemas.openxmlformats.org/drawingml/2006/main">
            <a:pPr algn="l">
              <a:lnSpc>
                <a:spcPct val="153000"/>
              </a:lnSpc>
              <a:buNone/>
            </a:pP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–  为每个任务定义预期的中间状态（检查点）</a:t>
            </a:r>
          </a:p>
          <a:p xmlns:a="http://schemas.openxmlformats.org/drawingml/2006/main">
            <a:pPr algn="l">
              <a:lnSpc>
                <a:spcPct val="153000"/>
              </a:lnSpc>
              <a:buNone/>
            </a:pP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–  评估智能体是否通过了任务要求的检查点</a:t>
            </a:r>
          </a:p>
          <a:p xmlns:a="http://schemas.openxmlformats.org/drawingml/2006/main">
            <a:pPr algn="l">
              <a:lnSpc>
                <a:spcPct val="153000"/>
              </a:lnSpc>
              <a:buNone/>
            </a:pP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•   关键指标：</a:t>
            </a:r>
          </a:p>
          <a:p xmlns:a="http://schemas.openxmlformats.org/drawingml/2006/main">
            <a:pPr algn="l">
              <a:lnSpc>
                <a:spcPct val="153000"/>
              </a:lnSpc>
              <a:buNone/>
            </a:pP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–  进展速率（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Progress Rate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）：达到预期检查点的比例</a:t>
            </a:r>
          </a:p>
          <a:p xmlns:a="http://schemas.openxmlformats.org/drawingml/2006/main">
            <a:pPr algn="l">
              <a:lnSpc>
                <a:spcPct val="153000"/>
              </a:lnSpc>
              <a:buNone/>
            </a:pP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–  步骤成功率（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Step Success Rate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）：计划步骤中成功执行的比例</a:t>
            </a:r>
          </a:p>
          <a:p xmlns:a="http://schemas.openxmlformats.org/drawingml/2006/main">
            <a:pPr algn="l">
              <a:lnSpc>
                <a:spcPct val="153000"/>
              </a:lnSpc>
              <a:buNone/>
            </a:pP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•  优势： 不仅诊断 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Agent 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是否失败，还能诊断 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Agent 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在哪里失败</a:t>
            </a:r>
          </a:p>
        </p:txBody>
      </p:sp>
    </p:spTree>
    <p:extLst>
      <p:ext uri="{BB962C8B-B14F-4D97-AF65-F5344CB8AC3E}">
        <p14:creationId xmlns:p14="http://schemas.microsoft.com/office/powerpoint/2010/main" val="63710129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4FE2371-EEE9-4A60-A9E9-D326F843A5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5605" y="367030"/>
            <a:ext cx="8172450" cy="60134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800">
                <a:solidFill>
                  <a:srgbClr val="0A3E77"/>
                </a:solidFill>
                <a:latin typeface="Arial"/>
                <a:ea typeface="Arial"/>
                <a:cs typeface="Arial"/>
              </a:rPr>
              <a:t>如何针对你自己的用</a:t>
            </a:r>
            <a:r>
              <a:rPr sz="2800">
                <a:solidFill>
                  <a:srgbClr val="0A3E77"/>
                </a:solidFill>
                <a:latin typeface="Arial"/>
                <a:ea typeface="Arial"/>
                <a:cs typeface="Arial"/>
              </a:rPr>
              <a:t>例评估一个 </a:t>
            </a:r>
            <a:r>
              <a:rPr sz="2800">
                <a:solidFill>
                  <a:srgbClr val="0A3E77"/>
                </a:solidFill>
                <a:latin typeface="Arial"/>
                <a:ea typeface="Arial"/>
                <a:cs typeface="Arial"/>
              </a:rPr>
              <a:t>agent</a:t>
            </a:r>
            <a:r>
              <a:rPr sz="2800">
                <a:solidFill>
                  <a:srgbClr val="0A3E77"/>
                </a:solidFill>
                <a:latin typeface="Arial"/>
                <a:ea typeface="Arial"/>
                <a:cs typeface="Arial"/>
              </a:rPr>
              <a:t>？</a:t>
            </a:r>
          </a:p>
        </p:txBody>
      </p:sp>
      <p:sp>
        <p:nvSpPr>
          <p:cNvPr id="1198" name="textbox 1198">
            <a:extLst xmlns:a="http://schemas.openxmlformats.org/drawingml/2006/main">
              <a:ext uri="{FF2B5EF4-FFF2-40B4-BE49-F238E27FC236}">
                <a16:creationId xmlns:a16="http://schemas.microsoft.com/office/drawing/2014/main" id="{7BC88D9F-0866-46B2-89F9-D69925921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8010525" cy="4756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53000"/>
              </a:lnSpc>
              <a:buNone/>
            </a:pP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•   步骤 1： 定义成功标准</a:t>
            </a:r>
          </a:p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6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–  什么样才算“足够好”？最适合评估它的指标是什么？</a:t>
            </a:r>
          </a:p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6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6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   </a:t>
            </a:r>
            <a:r>
              <a:rPr sz="16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例如：</a:t>
            </a:r>
            <a:r>
              <a:rPr sz="16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accuracy、latency、cost、safety</a:t>
            </a:r>
          </a:p>
          <a:p xmlns:a="http://schemas.openxmlformats.org/drawingml/2006/main">
            <a:pPr marL="457200" indent="0" algn="l">
              <a:lnSpc>
                <a:spcPct val="133000"/>
              </a:lnSpc>
              <a:buNone/>
            </a:pPr>
            <a:r>
              <a:rPr sz="16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–  </a:t>
            </a:r>
            <a:r>
              <a:rPr sz="16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参考指南： </a:t>
            </a:r>
            <a:r>
              <a:rPr sz="16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platform.claude.com/docs/en/test-and-evaluate/define-success</a:t>
            </a:r>
          </a:p>
          <a:p xmlns:a="http://schemas.openxmlformats.org/drawingml/2006/main">
            <a:pPr algn="l">
              <a:lnSpc>
                <a:spcPct val="153000"/>
              </a:lnSpc>
              <a:buNone/>
            </a:pP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•   步骤 2： 选择评估方法</a:t>
            </a:r>
          </a:p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6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–  基于代码：基于 </a:t>
            </a:r>
            <a:r>
              <a:rPr sz="16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outcome </a:t>
            </a:r>
            <a:r>
              <a:rPr sz="16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或 </a:t>
            </a:r>
            <a:r>
              <a:rPr sz="16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checkpoints </a:t>
            </a:r>
            <a:r>
              <a:rPr sz="16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做自动化检查</a:t>
            </a:r>
          </a:p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6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–  LLM-as-Judge</a:t>
            </a:r>
            <a:r>
              <a:rPr sz="16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：使用另一个</a:t>
            </a:r>
            <a:r>
              <a:rPr sz="16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 LLM </a:t>
            </a:r>
            <a:r>
              <a:rPr sz="16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来评估输出结果</a:t>
            </a:r>
          </a:p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6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–  人工评估：由专家人工评审主观质量，例如有用性、可读性、专业性等</a:t>
            </a:r>
          </a:p>
          <a:p xmlns:a="http://schemas.openxmlformats.org/drawingml/2006/main">
            <a:pPr algn="l">
              <a:lnSpc>
                <a:spcPct val="153000"/>
              </a:lnSpc>
              <a:buNone/>
            </a:pP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•   步骤 3： 使用评估工具</a:t>
            </a:r>
          </a:p>
          <a:p xmlns:a="http://schemas.openxmlformats.org/drawingml/2006/main">
            <a:pPr indent="457200" algn="l">
              <a:lnSpc>
                <a:spcPct val="133000"/>
              </a:lnSpc>
              <a:buNone/>
            </a:pPr>
            <a:r>
              <a:rPr sz="16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–  例如 </a:t>
            </a:r>
            <a:r>
              <a:rPr sz="16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LangSmith：</a:t>
            </a:r>
            <a:r>
              <a:rPr sz="16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用于</a:t>
            </a:r>
            <a:r>
              <a:rPr sz="16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6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执行轨迹追踪</a:t>
            </a:r>
            <a:r>
              <a:rPr sz="16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 + 评估 + 数据集管理</a:t>
            </a:r>
          </a:p>
          <a:p xmlns:a="http://schemas.openxmlformats.org/drawingml/2006/main">
            <a:pPr algn="l">
              <a:lnSpc>
                <a:spcPct val="153000"/>
              </a:lnSpc>
              <a:buNone/>
            </a:pP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•   步骤 4： 迭代</a:t>
            </a:r>
          </a:p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6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–  根据结果持续评估并改进</a:t>
            </a:r>
          </a:p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6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–  实用指南： </a:t>
            </a:r>
            <a:r>
              <a:rPr sz="16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hamel.dev/blog/posts/evals/</a:t>
            </a:r>
          </a:p>
        </p:txBody>
      </p:sp>
    </p:spTree>
    <p:extLst>
      <p:ext uri="{BB962C8B-B14F-4D97-AF65-F5344CB8AC3E}">
        <p14:creationId xmlns:p14="http://schemas.microsoft.com/office/powerpoint/2010/main" val="1601497207"/>
      </p:ext>
    </p:extLst>
  </p:cSld>
</p:sld>
</file>

<file path=ppt/theme/theme1.xml><?xml version="1.0" encoding="utf-8"?>
<a:theme xmlns:a="http://schemas.openxmlformats.org/drawingml/2006/main" name="红白模板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黑体"/>
        <a:cs typeface=""/>
      </a:majorFont>
      <a:minorFont>
        <a:latin typeface="Verdana"/>
        <a:ea typeface="黑体"/>
        <a:cs typeface=""/>
      </a:minorFont>
    </a:fontScheme>
    <a:fmtScheme name="Profile 9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2026-07-16T03:41:22.4520000Z</dcterms:created>
  <dcterms:modified xsi:type="dcterms:W3CDTF">2026-07-16T03:41:22.4520000Z</dcterms:modified>
</coreProperties>
</file>