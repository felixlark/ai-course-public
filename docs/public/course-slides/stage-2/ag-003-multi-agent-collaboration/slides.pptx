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32be5474b2421c" /><Relationship Type="http://schemas.openxmlformats.org/officeDocument/2006/relationships/extended-properties" Target="/docProps/app.xml" Id="Rfc08115fa6ce43f2" /><Relationship Type="http://schemas.openxmlformats.org/officeDocument/2006/relationships/officeDocument" Target="/ppt/presentation.xml" Id="R3952e9a3795b42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6689bc4210464c"/>
    <p:sldMasterId xmlns:r="http://schemas.openxmlformats.org/officeDocument/2006/relationships" id="2147483654" r:id="R1593d95846014de2"/>
    <p:sldMasterId xmlns:r="http://schemas.openxmlformats.org/officeDocument/2006/relationships" id="2147483660" r:id="R9fb73e7de3de4231"/>
    <p:sldMasterId xmlns:r="http://schemas.openxmlformats.org/officeDocument/2006/relationships" id="2147483667" r:id="R74ae8b085ec24a63"/>
  </p:sldMasterIdLst>
  <p:notesMasterIdLst>
    <p:notesMasterId xmlns:r="http://schemas.openxmlformats.org/officeDocument/2006/relationships" r:id="R0b604792a9a049c7"/>
  </p:notesMasterIdLst>
  <p:sldIdLst>
    <p:sldId xmlns:r="http://schemas.openxmlformats.org/officeDocument/2006/relationships" id="256" r:id="R7d6fc108cf8849a9"/>
    <p:sldId xmlns:r="http://schemas.openxmlformats.org/officeDocument/2006/relationships" id="257" r:id="Raace074a2e9449c9"/>
    <p:sldId xmlns:r="http://schemas.openxmlformats.org/officeDocument/2006/relationships" id="258" r:id="Rba5e63cb52e24631"/>
    <p:sldId xmlns:r="http://schemas.openxmlformats.org/officeDocument/2006/relationships" id="259" r:id="R8802ecca666242f7"/>
    <p:sldId xmlns:r="http://schemas.openxmlformats.org/officeDocument/2006/relationships" id="260" r:id="R2ba49d7c97a046b7"/>
    <p:sldId xmlns:r="http://schemas.openxmlformats.org/officeDocument/2006/relationships" id="261" r:id="R2b4278c124bd4257"/>
    <p:sldId xmlns:r="http://schemas.openxmlformats.org/officeDocument/2006/relationships" id="262" r:id="Rc08d43a3b2944b0d"/>
  </p:sldIdLst>
  <p:sldSz cx="9144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p="http://schemas.openxmlformats.org/presentationml/2006/main">
  <p:slideViewPr>
    <p:cSldViewPr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0896ccaebe4998" /><Relationship Type="http://schemas.openxmlformats.org/officeDocument/2006/relationships/slideMaster" Target="/ppt/slideMasters/slideMaster1.xml" Id="Rec6689bc4210464c" /><Relationship Type="http://schemas.openxmlformats.org/officeDocument/2006/relationships/slideMaster" Target="/ppt/slideMasters/slideMaster2.xml" Id="R1593d95846014de2" /><Relationship Type="http://schemas.openxmlformats.org/officeDocument/2006/relationships/slideMaster" Target="/ppt/slideMasters/slideMaster3.xml" Id="R9fb73e7de3de4231" /><Relationship Type="http://schemas.openxmlformats.org/officeDocument/2006/relationships/slideMaster" Target="/ppt/slideMasters/slideMaster4.xml" Id="R74ae8b085ec24a63" /><Relationship Type="http://schemas.openxmlformats.org/officeDocument/2006/relationships/notesMaster" Target="/ppt/notesMasters/notesMaster1.xml" Id="R0b604792a9a049c7" /><Relationship Type="http://schemas.openxmlformats.org/officeDocument/2006/relationships/presProps" Target="/ppt/presProps.xml" Id="Ra8a52d6e97e7464d" /><Relationship Type="http://schemas.openxmlformats.org/officeDocument/2006/relationships/viewProps" Target="/ppt/viewProps.xml" Id="R30b7dda3398f4719" /><Relationship Type="http://schemas.openxmlformats.org/officeDocument/2006/relationships/tableStyles" Target="/ppt/tableStyles.xml" Id="Rf71b97e161a647dc" /><Relationship Type="http://schemas.openxmlformats.org/officeDocument/2006/relationships/slide" Target="/ppt/slides/slide1.xml" Id="R7d6fc108cf8849a9" /><Relationship Type="http://schemas.openxmlformats.org/officeDocument/2006/relationships/slide" Target="/ppt/slides/slide2.xml" Id="Raace074a2e9449c9" /><Relationship Type="http://schemas.openxmlformats.org/officeDocument/2006/relationships/slide" Target="/ppt/slides/slide3.xml" Id="Rba5e63cb52e24631" /><Relationship Type="http://schemas.openxmlformats.org/officeDocument/2006/relationships/slide" Target="/ppt/slides/slide4.xml" Id="R8802ecca666242f7" /><Relationship Type="http://schemas.openxmlformats.org/officeDocument/2006/relationships/slide" Target="/ppt/slides/slide5.xml" Id="R2ba49d7c97a046b7" /><Relationship Type="http://schemas.openxmlformats.org/officeDocument/2006/relationships/slide" Target="/ppt/slides/slide6.xml" Id="R2b4278c124bd4257" /><Relationship Type="http://schemas.openxmlformats.org/officeDocument/2006/relationships/slide" Target="/ppt/slides/slide7.xml" Id="Rc08d43a3b2944b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6.xml" Id="R85f6eb1b5ba84c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6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4635f4feec4147" /><Relationship Type="http://schemas.openxmlformats.org/officeDocument/2006/relationships/notesMaster" Target="/ppt/notesMasters/notesMaster1.xml" Id="R31f193b9e53f41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5ea1cca7dd4212" /><Relationship Type="http://schemas.openxmlformats.org/officeDocument/2006/relationships/notesMaster" Target="/ppt/notesMasters/notesMaster1.xml" Id="R5753d43c21fc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e8942c2ed146b9" /><Relationship Type="http://schemas.openxmlformats.org/officeDocument/2006/relationships/notesMaster" Target="/ppt/notesMasters/notesMaster1.xml" Id="Rc69f1c135a3242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87bb3256c84c89" /><Relationship Type="http://schemas.openxmlformats.org/officeDocument/2006/relationships/notesMaster" Target="/ppt/notesMasters/notesMaster1.xml" Id="Rc1604146be4847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03de9833014cb1" /><Relationship Type="http://schemas.openxmlformats.org/officeDocument/2006/relationships/notesMaster" Target="/ppt/notesMasters/notesMaster1.xml" Id="Rbab60eb2a7d249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f4c8ae4acd4b79" /><Relationship Type="http://schemas.openxmlformats.org/officeDocument/2006/relationships/notesMaster" Target="/ppt/notesMasters/notesMaster1.xml" Id="R589f6afd1c824d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e5701028d24848" /><Relationship Type="http://schemas.openxmlformats.org/officeDocument/2006/relationships/notesMaster" Target="/ppt/notesMasters/notesMaster1.xml" Id="R37ddaee3fb3845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e0e586857498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69618c412b4d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f7021f9b4048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f50bc25e4a468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eae0f7bb52481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1cdb1e3f0648b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567328dd07149f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ef09649f0d144a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d540c70eab495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bef437757645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af63024f5b544d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dfb5c470574fd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3a0e8d34a0854d8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6e7a8cfa11e4b5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380350594f74ec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204979bb3c44db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af830cd52f654dee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4d3b43f5e3d489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ba7bd453f3e24db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ffb0220fbcb84d6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cfd8fca8383d43b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291ffb1adec948ad" /></Relationships>
</file>

<file path=ppt/slideLayouts/slideLayout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943C985D-B508-42D7-A03D-7E581ABD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E90088A-FBD3-4EEF-8445-9E5F05D7CAB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B93291-6989-4B9E-BDAF-6B84AFCB024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9892E186-7DF0-4F84-8519-EAF6EC2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454011AE-9598-42FA-9A49-201C4379D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3819AD-B2C0-44A2-9DDA-EC79FFE914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1F48F1D-6B77-4FD2-B3C8-37DAE7B7AF5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D5214F8-1CCB-4EB3-A9C7-BC9094E33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D0EF727C-0647-4983-8645-B7A34189EB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516E6132-FD84-44C9-926B-178812D77BF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EDE56946-F465-4BC5-9A4B-AE03C1F3D26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1411C8F3-3E74-402A-BD6F-178ACD707832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03F26A6A-8A8D-4076-8BD7-6A9C251E4878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8E85B116-5F38-4383-A029-4C2D894FDC5F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969EE17-C7F1-4BFF-9A3B-545ADA40A0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6B729DC1-3FBA-41CE-9010-D557C0DBAC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9A30ED7-5B28-4D9C-93A2-112B564E87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4DAAE51B-365B-49E5-994D-0BF38D7D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AE7E3DC-DA29-4E72-AB45-8A9D17BB34A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2D61574-C2F2-48A3-B68E-FFA2079B48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DAD2FFDC-A885-457A-92B7-1A706279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04F80F78-FA59-4A6A-9DD3-1F9DB227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4D27303-F785-44CB-9C57-36264A7C3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D371780-A6BF-4303-99E7-32585EE33B2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20FDEFB-A2D0-4B31-88E5-A252E6BC7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01B4EF89-F82C-48EB-A3DC-DA9C2B6E64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FD9195AB-FF3D-495D-BB37-5A7B7ACF80B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C5121DA5-6B4A-4EC1-894D-05497A348C5F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9A790691-C078-4526-879D-3F61697273C4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E5133DCB-E1E3-46F0-961A-C18EAD0CA4F3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7351DF19-32CC-4909-B9F7-B01122D24C8C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1D50A399-C650-43C5-B34A-53BBCF891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A8949DB6-2F3D-4D4D-8E3C-1A3B5291B0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EBCDF8F-8D4B-4455-BEB0-CC09A307B9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C318E6F-6340-48A0-A1FA-25B516C3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D938E87-BD88-4CFD-9FF8-4CB03E8EFC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D8687A-0AE1-4BA6-AB52-73AE2BB646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782C5BE1-36A7-4070-94DE-08526123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87C8B36-D7A8-486C-9507-9B4AC865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638541-69D4-4C6E-927B-EB673BE88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D336DB-CA51-4E1C-91CC-2B5FD7EE1F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7A8A29E-81C0-4EA7-A070-CBB72B6ED6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92E57882-BD21-488A-AC8E-1B214E6046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ACB72D4-1F99-4909-A681-08155EA53131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1ACB72A6-89BF-4D4A-B9BE-FABD5CDF3C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515CC70F-8263-4785-BB1C-5A516637E37F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4530C694-90B9-4CE1-A9C1-47E3CAF8C82F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4D1C3799-9DD3-43DA-8806-E6EDC3302FEA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50FA0775-F217-4358-8F9C-C78110054F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47DA228-C2D1-4DB8-8DD9-B42BBECDFB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BBE90C8C-96B5-4862-83FA-99767978DD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7.xml><?xml version="1.0" encoding="utf-8"?>
<p:sldLayout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utoShape 7">
            <a:extLst xmlns:a="http://schemas.openxmlformats.org/drawingml/2006/main">
              <a:ext uri="{FF2B5EF4-FFF2-40B4-BE49-F238E27FC236}">
                <a16:creationId xmlns:a16="http://schemas.microsoft.com/office/drawing/2014/main" id="{0E0C374A-917D-4E27-964A-ACB4A89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50"/>
            <a:ext cx="7772400" cy="109537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66018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4F55512-FE08-4258-A95C-F85ECD2E1F8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476672"/>
            <a:ext cx="7772400" cy="13716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40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4566019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A6EA0C9-524E-490C-9D1A-1B9729A7AC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447800" y="3429000"/>
            <a:ext cx="7010400" cy="16002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2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006076F2-3ECB-43E2-BCCA-9569C510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</p:sldLayout>
</file>

<file path=ppt/slideLayouts/slideLayout18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F6055B3F-4660-4320-A276-8B3D24C6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2507" y="6319849"/>
            <a:ext cx="19081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C2F54C6-2F39-42CA-9F43-59BB1C2E15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538" y="304812"/>
            <a:ext cx="8172202" cy="6635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0B98EBB-2FA0-4C2E-8A09-F5794B7234C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66738" y="1285861"/>
            <a:ext cx="8001000" cy="5286412"/>
          </a:xfrm>
        </p:spPr>
        <p:txBody>
          <a:bodyPr xmlns:a="http://schemas.openxmlformats.org/drawingml/2006/main"/>
          <a:lstStyle xmlns:a="http://schemas.openxmlformats.org/drawingml/2006/main">
            <a:lvl1pPr>
              <a:buChar char="p"/>
              <a:defRPr sz="2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4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2pPr>
            <a:lvl3pPr marL="1252220" indent="-342900">
              <a:buChar char="p"/>
              <a:defRPr sz="2000" b="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>
                <a:solidFill>
                  <a:srgbClr val="0A3E7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>
                <a:latin typeface="微软雅黑"/>
                <a:ea typeface="微软雅黑"/>
                <a:cs typeface="微软雅黑"/>
              </a:defRPr>
            </a:lvl5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29B332B-AA91-4BDC-B863-EFF3657D4D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older 2">
            <a:extLst xmlns:a="http://schemas.openxmlformats.org/drawingml/2006/main">
              <a:ext uri="{FF2B5EF4-FFF2-40B4-BE49-F238E27FC236}">
                <a16:creationId xmlns:a16="http://schemas.microsoft.com/office/drawing/2014/main" id="{C7B0149C-A1C4-4833-AAD7-E958AFD03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>
              <a:buNone/>
              <a:defRPr sz="4400" b="0" i="0">
                <a:solidFill>
                  <a:schemeClr val="tx1"/>
                </a:solidFill>
                <a:latin typeface="Calibri Light"/>
                <a:ea typeface="Calibri Light"/>
                <a:cs typeface="Calibri Light"/>
              </a:defRPr>
            </a:lvl1pPr>
          </a:lstStyle>
          <a:p xmlns:a="http://schemas.openxmlformats.org/drawingml/2006/main"/>
        </p:txBody>
      </p:sp>
      <p:sp>
        <p:nvSpPr>
          <p:cNvPr id="3" name="Holder 3">
            <a:extLst xmlns:a="http://schemas.openxmlformats.org/drawingml/2006/main">
              <a:ext uri="{FF2B5EF4-FFF2-40B4-BE49-F238E27FC236}">
                <a16:creationId xmlns:a16="http://schemas.microsoft.com/office/drawing/2014/main" id="{BC1F8EDE-0198-4FE7-9A43-E6C24375416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28599" y="1577340"/>
            <a:ext cx="4206241" cy="45262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/>
        </p:txBody>
      </p:sp>
      <p:sp>
        <p:nvSpPr>
          <p:cNvPr id="4" name="Holder 4">
            <a:extLst xmlns:a="http://schemas.openxmlformats.org/drawingml/2006/main">
              <a:ext uri="{FF2B5EF4-FFF2-40B4-BE49-F238E27FC236}">
                <a16:creationId xmlns:a16="http://schemas.microsoft.com/office/drawing/2014/main" id="{0D8D651C-D5C3-4193-8F24-E4463D19952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4708652" y="1854658"/>
            <a:ext cx="3458209" cy="36442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lvl1pPr>
              <a:buNone/>
              <a:defRPr sz="3200" b="1" i="0">
                <a:solidFill>
                  <a:schemeClr val="tx1"/>
                </a:solidFill>
                <a:latin typeface="PMingLiU"/>
                <a:ea typeface="PMingLiU"/>
                <a:cs typeface="PMingLiU"/>
              </a:defRPr>
            </a:lvl1pPr>
          </a:lstStyle>
          <a:p xmlns:a="http://schemas.openxmlformats.org/drawingml/2006/main"/>
        </p:txBody>
      </p:sp>
      <p:sp>
        <p:nvSpPr>
          <p:cNvPr id="5" name="Holder 5">
            <a:extLst xmlns:a="http://schemas.openxmlformats.org/drawingml/2006/main">
              <a:ext uri="{FF2B5EF4-FFF2-40B4-BE49-F238E27FC236}">
                <a16:creationId xmlns:a16="http://schemas.microsoft.com/office/drawing/2014/main" id="{44BEAA02-BFA9-4167-8215-E3514C41AF29}"/>
              </a:ext>
            </a:extLst>
          </p:cNvPr>
          <p:cNvSpPr>
            <a:spLocks xmlns:a="http://schemas.openxmlformats.org/drawingml/2006/main" noGrp="1"/>
          </p:cNvSpPr>
          <p:nvPr>
            <p:ph type="ftr" idx="5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Holder 6">
            <a:extLst xmlns:a="http://schemas.openxmlformats.org/drawingml/2006/main">
              <a:ext uri="{FF2B5EF4-FFF2-40B4-BE49-F238E27FC236}">
                <a16:creationId xmlns:a16="http://schemas.microsoft.com/office/drawing/2014/main" id="{CCCA6FB6-61E0-4A5F-8832-0C578F23835E}"/>
              </a:ext>
            </a:extLst>
          </p:cNvPr>
          <p:cNvSpPr>
            <a:spLocks xmlns:a="http://schemas.openxmlformats.org/drawingml/2006/main" noGrp="1"/>
          </p:cNvSpPr>
          <p:nvPr>
            <p:ph type="dt" idx="6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7" name="Holder 7">
            <a:extLst xmlns:a="http://schemas.openxmlformats.org/drawingml/2006/main">
              <a:ext uri="{FF2B5EF4-FFF2-40B4-BE49-F238E27FC236}">
                <a16:creationId xmlns:a16="http://schemas.microsoft.com/office/drawing/2014/main" id="{E4367F00-ABA6-4CEC-BA80-177722908797}"/>
              </a:ext>
            </a:extLst>
          </p:cNvPr>
          <p:cNvSpPr>
            <a:spLocks xmlns:a="http://schemas.openxmlformats.org/drawingml/2006/main" noGrp="1"/>
          </p:cNvSpPr>
          <p:nvPr>
            <p:ph type="sldNum" idx="7"/>
          </p:nvPr>
        </p:nvSpPr>
        <p:spPr/>
        <p:txBody>
          <a:bodyPr xmlns:a="http://schemas.openxmlformats.org/drawingml/2006/main" lIns="0" tIns="0" rIns="0" bIns="0"/>
          <a:lstStyle xmlns:a="http://schemas.openxmlformats.org/drawingml/2006/main"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</p:sldLayout>
</file>

<file path=ppt/slideLayouts/slideLayout21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F3943075-E369-413C-8F18-B8CC3F8B0D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847DB65-5EC6-4A33-A766-0CA6A77491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6356350"/>
            <a:ext cx="30861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B48E751-4D12-454F-A5A5-5195A050F6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6356350"/>
            <a:ext cx="20574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67c295037642d1" /><Relationship Type="http://schemas.openxmlformats.org/officeDocument/2006/relationships/slideLayout" Target="/ppt/slideLayouts/slideLayout1.xml" Id="Rdd1d76625b8b4d2e" /><Relationship Type="http://schemas.openxmlformats.org/officeDocument/2006/relationships/slideLayout" Target="/ppt/slideLayouts/slideLayout2.xml" Id="Rbb2800a32cf34f16" /><Relationship Type="http://schemas.openxmlformats.org/officeDocument/2006/relationships/slideLayout" Target="/ppt/slideLayouts/slideLayout3.xml" Id="R3681d9259c2c4814" /><Relationship Type="http://schemas.openxmlformats.org/officeDocument/2006/relationships/slideLayout" Target="/ppt/slideLayouts/slideLayout4.xml" Id="R9db3de29c75b4b1c" /><Relationship Type="http://schemas.openxmlformats.org/officeDocument/2006/relationships/slideLayout" Target="/ppt/slideLayouts/slideLayout5.xml" Id="R88570613d51d4710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5da15ab2f14c470e" /><Relationship Type="http://schemas.openxmlformats.org/officeDocument/2006/relationships/slideLayout" Target="/ppt/slideLayouts/slideLayout6.xml" Id="R967276101e734af9" /><Relationship Type="http://schemas.openxmlformats.org/officeDocument/2006/relationships/slideLayout" Target="/ppt/slideLayouts/slideLayout7.xml" Id="Ra57f5002ea354135" /><Relationship Type="http://schemas.openxmlformats.org/officeDocument/2006/relationships/slideLayout" Target="/ppt/slideLayouts/slideLayout8.xml" Id="R82bf3e8b486d4e14" /><Relationship Type="http://schemas.openxmlformats.org/officeDocument/2006/relationships/slideLayout" Target="/ppt/slideLayouts/slideLayout9.xml" Id="Rb10d125c883241ee" /><Relationship Type="http://schemas.openxmlformats.org/officeDocument/2006/relationships/slideLayout" Target="/ppt/slideLayouts/slideLayout10.xml" Id="R750d1116feec4802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9dd8fa3b2214cab" /><Relationship Type="http://schemas.openxmlformats.org/officeDocument/2006/relationships/slideLayout" Target="/ppt/slideLayouts/slideLayout11.xml" Id="R90b73814929b4eae" /><Relationship Type="http://schemas.openxmlformats.org/officeDocument/2006/relationships/slideLayout" Target="/ppt/slideLayouts/slideLayout12.xml" Id="R5d7838edc40346f6" /><Relationship Type="http://schemas.openxmlformats.org/officeDocument/2006/relationships/slideLayout" Target="/ppt/slideLayouts/slideLayout13.xml" Id="Raa98fb14a93343f5" /><Relationship Type="http://schemas.openxmlformats.org/officeDocument/2006/relationships/slideLayout" Target="/ppt/slideLayouts/slideLayout14.xml" Id="Rf30327ea56f24439" /><Relationship Type="http://schemas.openxmlformats.org/officeDocument/2006/relationships/slideLayout" Target="/ppt/slideLayouts/slideLayout15.xml" Id="R1a9652b21e434f84" /><Relationship Type="http://schemas.openxmlformats.org/officeDocument/2006/relationships/slideLayout" Target="/ppt/slideLayouts/slideLayout16.xml" Id="R368bf3b1d4224cda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794dfb76fced446f" /><Relationship Type="http://schemas.openxmlformats.org/officeDocument/2006/relationships/slideLayout" Target="/ppt/slideLayouts/slideLayout17.xml" Id="Rb4fde90554fc4967" /><Relationship Type="http://schemas.openxmlformats.org/officeDocument/2006/relationships/slideLayout" Target="/ppt/slideLayouts/slideLayout18.xml" Id="R7f1a0bdbf85b4da4" /><Relationship Type="http://schemas.openxmlformats.org/officeDocument/2006/relationships/slideLayout" Target="/ppt/slideLayouts/slideLayout19.xml" Id="R202da209190f44be" /><Relationship Type="http://schemas.openxmlformats.org/officeDocument/2006/relationships/slideLayout" Target="/ppt/slideLayouts/slideLayout20.xml" Id="Rab9991074b5b44e7" /><Relationship Type="http://schemas.openxmlformats.org/officeDocument/2006/relationships/slideLayout" Target="/ppt/slideLayouts/slideLayout21.xml" Id="R9b472a3b296b4a87" /><Relationship Type="http://schemas.openxmlformats.org/officeDocument/2006/relationships/slideLayout" Target="/ppt/slideLayouts/slideLayout22.xml" Id="R4c3223215893469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709443-E6ED-4114-939C-4E356C11B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02234F-78B6-4F86-BA18-B759149E36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775A675-560B-47E0-8A6F-F953A07A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BA65594B-B9E8-4E00-9E4B-0CE95B44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1d76625b8b4d2e"/>
    <p:sldLayoutId xmlns:r="http://schemas.openxmlformats.org/officeDocument/2006/relationships" id="2147483650" r:id="Rbb2800a32cf34f16"/>
    <p:sldLayoutId xmlns:r="http://schemas.openxmlformats.org/officeDocument/2006/relationships" id="2147483651" r:id="R3681d9259c2c4814"/>
    <p:sldLayoutId xmlns:r="http://schemas.openxmlformats.org/officeDocument/2006/relationships" id="2147483652" r:id="R9db3de29c75b4b1c"/>
    <p:sldLayoutId xmlns:r="http://schemas.openxmlformats.org/officeDocument/2006/relationships" id="2147483653" r:id="R88570613d51d4710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22CA11F-F710-499D-BF0D-22B9EFBDBF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8103F34-3B1E-4906-9342-8562FA2704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96FCB8CA-3704-4D14-8716-A614E4CB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6C607C09-7EDD-4210-A901-D4D4FA15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967276101e734af9"/>
    <p:sldLayoutId xmlns:r="http://schemas.openxmlformats.org/officeDocument/2006/relationships" id="2147483656" r:id="Ra57f5002ea354135"/>
    <p:sldLayoutId xmlns:r="http://schemas.openxmlformats.org/officeDocument/2006/relationships" id="2147483657" r:id="R82bf3e8b486d4e14"/>
    <p:sldLayoutId xmlns:r="http://schemas.openxmlformats.org/officeDocument/2006/relationships" id="2147483658" r:id="Rb10d125c883241ee"/>
    <p:sldLayoutId xmlns:r="http://schemas.openxmlformats.org/officeDocument/2006/relationships" id="2147483659" r:id="R750d1116feec4802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A7E3384-17A8-4B46-BAAE-9EBE27D936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B22F4C6-0042-4DC8-80B4-E98529C55F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E83A8FA3-74D9-4F99-B04E-BBE8E11E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320B8D42-D069-42C1-AB36-28F0FB39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0b73814929b4eae"/>
    <p:sldLayoutId xmlns:r="http://schemas.openxmlformats.org/officeDocument/2006/relationships" id="2147483662" r:id="R5d7838edc40346f6"/>
    <p:sldLayoutId xmlns:r="http://schemas.openxmlformats.org/officeDocument/2006/relationships" id="2147483663" r:id="Raa98fb14a93343f5"/>
    <p:sldLayoutId xmlns:r="http://schemas.openxmlformats.org/officeDocument/2006/relationships" id="2147483664" r:id="Rf30327ea56f24439"/>
    <p:sldLayoutId xmlns:r="http://schemas.openxmlformats.org/officeDocument/2006/relationships" id="2147483665" r:id="R1a9652b21e434f84"/>
    <p:sldLayoutId xmlns:r="http://schemas.openxmlformats.org/officeDocument/2006/relationships" id="2147483666" r:id="R368bf3b1d4224cda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9DA319-8453-46ED-B696-FB5C7EAD0E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5295" y="304812"/>
            <a:ext cx="8180387" cy="66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b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7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C4A28E-7721-4D14-BB5D-D1B8D2331A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66738" y="1077916"/>
            <a:ext cx="8001000" cy="5741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8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354FF59-74F4-4827-9ADB-DB20AD72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00" y="968376"/>
            <a:ext cx="7958138" cy="109539"/>
          </a:xfrm>
          <a:custGeom xmlns:a="http://schemas.openxmlformats.org/drawingml/2006/main">
            <a:rect l="0" t="0" r="r" b="b"/>
            <a:pathLst>
              <a:path w="1000" h="100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 xmlns:a="http://schemas.openxmlformats.org/drawingml/2006/main">
            <a:srgbClr val="0A3E77"/>
          </a:solidFill>
          <a:ln xmlns:a="http://schemas.openxmlformats.org/drawingml/2006/main" w="9525">
            <a:solidFill>
              <a:srgbClr val="0A3E77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标题 1">
            <a:extLst xmlns:a="http://schemas.openxmlformats.org/drawingml/2006/main">
              <a:ext uri="{FF2B5EF4-FFF2-40B4-BE49-F238E27FC236}">
                <a16:creationId xmlns:a16="http://schemas.microsoft.com/office/drawing/2014/main" id="{C4E796CF-0520-4FA8-B31D-0DEF29A1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1" y="6400806"/>
            <a:ext cx="4699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3600" b="1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</a:defRPr>
            </a:lvl1pPr>
            <a:lvl2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3800" b="1">
                <a:solidFill>
                  <a:schemeClr val="accent2"/>
                </a:solidFill>
                <a:latin typeface="微软雅黑"/>
                <a:ea typeface="微软雅黑"/>
                <a:cs typeface="微软雅黑"/>
              </a:defRPr>
            </a:lvl5pPr>
            <a:lvl6pPr marL="4572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6pPr>
            <a:lvl7pPr marL="9144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7pPr>
            <a:lvl8pPr marL="13716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8pPr>
            <a:lvl9pPr marL="1828800" algn="l">
              <a:buNone/>
              <a:defRPr sz="3800" b="1">
                <a:solidFill>
                  <a:schemeClr val="accent2"/>
                </a:solidFill>
                <a:latin typeface="Verdana"/>
                <a:ea typeface="Verdana"/>
                <a:cs typeface="Verdana"/>
              </a:defRPr>
            </a:lvl9pPr>
          </a:lstStyle>
          <a:p xmlns:a="http://schemas.openxmlformats.org/drawingml/2006/main">
            <a:pPr>
              <a:buNone/>
            </a:p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8" r:id="Rb4fde90554fc4967"/>
    <p:sldLayoutId xmlns:r="http://schemas.openxmlformats.org/officeDocument/2006/relationships" id="2147483669" r:id="R7f1a0bdbf85b4da4"/>
    <p:sldLayoutId xmlns:r="http://schemas.openxmlformats.org/officeDocument/2006/relationships" id="2147483670" r:id="R202da209190f44be"/>
    <p:sldLayoutId xmlns:r="http://schemas.openxmlformats.org/officeDocument/2006/relationships" id="2147483671" r:id="Rab9991074b5b44e7"/>
    <p:sldLayoutId xmlns:r="http://schemas.openxmlformats.org/officeDocument/2006/relationships" id="2147483672" r:id="R9b472a3b296b4a87"/>
    <p:sldLayoutId xmlns:r="http://schemas.openxmlformats.org/officeDocument/2006/relationships" id="2147483673" r:id="R4c3223215893469e"/>
  </p:sldLayoutIdLst>
  <p:hf hdr="0" ftr="0" dt="0"/>
  <p:txStyles>
    <p:titleStyle>
      <a:lvl1pPr xmlns:a="http://schemas.openxmlformats.org/drawingml/2006/main" algn="l">
        <a:buNone/>
        <a:defRPr sz="3600" b="1">
          <a:solidFill>
            <a:srgbClr val="0A3E77"/>
          </a:solidFill>
          <a:latin typeface="微软雅黑"/>
          <a:ea typeface="微软雅黑"/>
          <a:cs typeface="微软雅黑"/>
        </a:defRPr>
      </a:lvl1pPr>
      <a:lvl2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2pPr>
      <a:lvl3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3pPr>
      <a:lvl4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4pPr>
      <a:lvl5pPr xmlns:a="http://schemas.openxmlformats.org/drawingml/2006/main" algn="l">
        <a:buNone/>
        <a:defRPr sz="3600" b="1">
          <a:solidFill>
            <a:schemeClr val="accent2"/>
          </a:solidFill>
          <a:latin typeface="Times New Roman"/>
          <a:ea typeface="Times New Roman"/>
          <a:cs typeface="Times New Roman"/>
        </a:defRPr>
      </a:lvl5pPr>
      <a:lvl6pPr xmlns:a="http://schemas.openxmlformats.org/drawingml/2006/main" marL="4572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6pPr>
      <a:lvl7pPr xmlns:a="http://schemas.openxmlformats.org/drawingml/2006/main" marL="9144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7pPr>
      <a:lvl8pPr xmlns:a="http://schemas.openxmlformats.org/drawingml/2006/main" marL="13716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8pPr>
      <a:lvl9pPr xmlns:a="http://schemas.openxmlformats.org/drawingml/2006/main" marL="1828800" algn="l">
        <a:buNone/>
        <a:defRPr sz="3800" b="1">
          <a:solidFill>
            <a:schemeClr val="accent2"/>
          </a:solidFill>
          <a:latin typeface="Verdana"/>
          <a:ea typeface="Verdana"/>
          <a:cs typeface="Verdana"/>
        </a:defRPr>
      </a:lvl9pPr>
    </p:titleStyle>
    <p:bodyStyle>
      <a:lvl1pPr xmlns:a="http://schemas.openxmlformats.org/drawingml/2006/main" marL="469900" indent="-469900" algn="l">
        <a:buChar char="o"/>
        <a:defRPr sz="3000" b="1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908050" indent="-436880" algn="l">
        <a:buChar char="n"/>
        <a:defRPr sz="2600" b="1">
          <a:solidFill>
            <a:srgbClr val="0A3E77"/>
          </a:solidFill>
          <a:latin typeface="Calibri"/>
          <a:ea typeface="Calibri"/>
          <a:cs typeface="Calibri"/>
        </a:defRPr>
      </a:lvl2pPr>
      <a:lvl3pPr xmlns:a="http://schemas.openxmlformats.org/drawingml/2006/main" marL="1304925" indent="-395605" algn="l">
        <a:buChar char="o"/>
        <a:defRPr sz="2400" b="1">
          <a:solidFill>
            <a:schemeClr val="tx1"/>
          </a:solidFill>
          <a:latin typeface="仿宋_GB2312"/>
          <a:ea typeface="仿宋_GB2312"/>
          <a:cs typeface="仿宋_GB2312"/>
        </a:defRPr>
      </a:lvl3pPr>
      <a:lvl4pPr xmlns:a="http://schemas.openxmlformats.org/drawingml/2006/main" marL="1694180" indent="-387350" algn="l">
        <a:buChar char="n"/>
        <a:defRPr sz="1600">
          <a:solidFill>
            <a:srgbClr val="0000FF"/>
          </a:solidFill>
          <a:latin typeface="仿宋_GB2312"/>
          <a:ea typeface="仿宋_GB2312"/>
          <a:cs typeface="仿宋_GB2312"/>
        </a:defRPr>
      </a:lvl4pPr>
      <a:lvl5pPr xmlns:a="http://schemas.openxmlformats.org/drawingml/2006/main" marL="2094230" indent="-398780" algn="l">
        <a:buChar char="§"/>
        <a:defRPr sz="1200">
          <a:solidFill>
            <a:schemeClr val="tx1"/>
          </a:solidFill>
          <a:latin typeface="仿宋_GB2312"/>
          <a:ea typeface="仿宋_GB2312"/>
          <a:cs typeface="仿宋_GB2312"/>
        </a:defRPr>
      </a:lvl5pPr>
      <a:lvl6pPr xmlns:a="http://schemas.openxmlformats.org/drawingml/2006/main" marL="25514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30086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658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923030" indent="-398780" algn="l">
        <a:buChar char="§"/>
        <a:defRPr sz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2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3_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227427c5ff4998" /><Relationship Type="http://schemas.openxmlformats.org/officeDocument/2006/relationships/image" Target="/ppt/media/image.png" Id="R4a244ce67abc4625" /><Relationship Type="http://schemas.openxmlformats.org/officeDocument/2006/relationships/notesSlide" Target="/ppt/notesSlides/notesSlide1.xml" Id="Rcdf77917294d48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aacce848914bef" /><Relationship Type="http://schemas.openxmlformats.org/officeDocument/2006/relationships/image" Target="/ppt/media/image2.png" Id="R23bac7bd98964523" /><Relationship Type="http://schemas.openxmlformats.org/officeDocument/2006/relationships/notesSlide" Target="/ppt/notesSlides/notesSlide2.xml" Id="R48d8702cc34543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e7ec3f442d45e5" /><Relationship Type="http://schemas.openxmlformats.org/officeDocument/2006/relationships/image" Target="/ppt/media/image3.png" Id="R3a5991e4eb0b4930" /><Relationship Type="http://schemas.openxmlformats.org/officeDocument/2006/relationships/notesSlide" Target="/ppt/notesSlides/notesSlide3.xml" Id="R65bc7e89cf2f40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fac98460293429f" /><Relationship Type="http://schemas.openxmlformats.org/officeDocument/2006/relationships/image" Target="/ppt/media/image4.png" Id="Ra4ae9bc0418f44de" /><Relationship Type="http://schemas.openxmlformats.org/officeDocument/2006/relationships/notesSlide" Target="/ppt/notesSlides/notesSlide4.xml" Id="Rc69b48b8f4e541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68bd29c2b904ca9" /><Relationship Type="http://schemas.openxmlformats.org/officeDocument/2006/relationships/image" Target="/ppt/media/image5.png" Id="R3a8cf81fb0b742dd" /><Relationship Type="http://schemas.openxmlformats.org/officeDocument/2006/relationships/notesSlide" Target="/ppt/notesSlides/notesSlide5.xml" Id="R30c7d548e306494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03429a74c64564" /><Relationship Type="http://schemas.openxmlformats.org/officeDocument/2006/relationships/image" Target="/ppt/media/image6.png" Id="R97677542ca6b4d82" /><Relationship Type="http://schemas.openxmlformats.org/officeDocument/2006/relationships/notesSlide" Target="/ppt/notesSlides/notesSlide6.xml" Id="R1912323e3fb547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fd2bfeeda5426d" /><Relationship Type="http://schemas.openxmlformats.org/officeDocument/2006/relationships/image" Target="/ppt/media/image7.png" Id="R2431100084354eee" /><Relationship Type="http://schemas.openxmlformats.org/officeDocument/2006/relationships/notesSlide" Target="/ppt/notesSlides/notesSlide7.xml" Id="R9428ca1384044ae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97E70AD-CB26-4414-A27F-C5627DA801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协作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A148D8AE-AAC6-4FD3-BFC4-69492AF0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606155" cy="11728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83000"/>
              </a:lnSpc>
              <a:buNone/>
            </a:pPr>
          </a:p>
          <a:p xmlns:a="http://schemas.openxmlformats.org/drawingml/2006/main">
            <a:pPr marL="12700" algn="l">
              <a:lnSpc>
                <a:spcPct val="188000"/>
              </a:lnSpc>
              <a:buNone/>
            </a:pP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多智能体协同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系统：不同的智能体相互配合以解决问题</a:t>
            </a:r>
          </a:p>
          <a:p xmlns:a="http://schemas.openxmlformats.org/drawingml/2006/main">
            <a:pPr marL="12700" algn="l">
              <a:lnSpc>
                <a:spcPct val="188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人机协同系统：具备人类监督功能的协作系统</a:t>
            </a:r>
          </a:p>
          <a:p xmlns:a="http://schemas.openxmlformats.org/drawingml/2006/main">
            <a:pPr marL="12700" algn="l">
              <a:lnSpc>
                <a:spcPct val="188000"/>
              </a:lnSpc>
              <a:buNone/>
            </a:pP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44ce67abc46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4035" y="2362835"/>
            <a:ext cx="8080375" cy="3726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13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FDDC45E-3840-47CF-B099-660D6FE99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智能体如何进行通信？</a:t>
            </a:r>
          </a:p>
        </p:txBody>
      </p:sp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ac7bd989645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5605" y="1447800"/>
            <a:ext cx="8393430" cy="4724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4819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C2320EC-2C04-4A76-B9A4-81D8A3615D3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标准：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A2A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协议（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Agent2Agent）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B9BDD3AC-46A8-4E21-A739-63F1E846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860615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43000"/>
              </a:lnSpc>
              <a:buNone/>
            </a:pPr>
          </a:p>
          <a:p xmlns:a="http://schemas.openxmlformats.org/drawingml/2006/main">
            <a:pPr marL="12700" algn="l">
              <a:lnSpc>
                <a:spcPct val="143000"/>
              </a:lnSpc>
              <a:buNone/>
            </a:pPr>
            <a:r>
              <a:rPr sz="16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6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智能体通过使用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JSON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格式的“智能体卡片 (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Agent Card)”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来展示其能力</a:t>
            </a:r>
          </a:p>
          <a:p xmlns:a="http://schemas.openxmlformats.org/drawingml/2006/main">
            <a:pPr marL="12700" algn="l">
              <a:lnSpc>
                <a:spcPct val="143000"/>
              </a:lnSpc>
              <a:buNone/>
            </a:pP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该协议允许客户端智能体识别出最适合执行某项任务的智能体，并利用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A2A </a:t>
            </a:r>
            <a:r>
              <a:rPr sz="16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进行通信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991e4eb0b49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800" y="1905000"/>
            <a:ext cx="8357235" cy="45859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636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1135CD7-1CA4-45EA-B752-CB0788A43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标准：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A2A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协议（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Agent2Agent）</a:t>
            </a:r>
          </a:p>
        </p:txBody>
      </p:sp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e9bc0418f44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1295400"/>
            <a:ext cx="8068945" cy="48469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7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085C90E-E1F9-4BC8-A6E7-999682918A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200">
                <a:solidFill>
                  <a:srgbClr val="0A3E77"/>
                </a:solidFill>
                <a:latin typeface="Arial"/>
                <a:ea typeface="Arial"/>
                <a:cs typeface="Arial"/>
              </a:rPr>
              <a:t>多智能体编排 (</a:t>
            </a:r>
            <a:r>
              <a:rPr sz="3200">
                <a:solidFill>
                  <a:srgbClr val="0A3E77"/>
                </a:solidFill>
                <a:latin typeface="Arial"/>
                <a:ea typeface="Arial"/>
                <a:cs typeface="Arial"/>
              </a:rPr>
              <a:t>Multi-Agent Orchestration)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4A696E68-FCC3-4C71-99FB-E7DDD8EC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4647565" cy="3783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43000"/>
              </a:lnSpc>
              <a:buNone/>
            </a:pPr>
          </a:p>
          <a:p xmlns:a="http://schemas.openxmlformats.org/drawingml/2006/main">
            <a:pPr marL="12700" algn="l">
              <a:lnSpc>
                <a:spcPct val="183000"/>
              </a:lnSpc>
              <a:buNone/>
            </a:pP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</a:t>
            </a:r>
            <a:r>
              <a:rPr sz="1800" b="1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通常需要一名 “ 经理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(Manager)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”或 “ </a:t>
            </a:r>
          </a:p>
          <a:p xmlns:a="http://schemas.openxmlformats.org/drawingml/2006/main">
            <a:pPr marL="12700" algn="l">
              <a:lnSpc>
                <a:spcPct val="18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指挥官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(Commander)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”来编排多个智能体</a:t>
            </a:r>
          </a:p>
          <a:p xmlns:a="http://schemas.openxmlformats.org/drawingml/2006/main">
            <a:pPr marL="298450" indent="-285750" algn="l">
              <a:lnSpc>
                <a:spcPct val="183000"/>
              </a:lnSpc>
              <a:buChar char="•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上下文可以是共享的，也可以是相互隔离的</a:t>
            </a:r>
          </a:p>
          <a:p xmlns:a="http://schemas.openxmlformats.org/drawingml/2006/main">
            <a:pPr marL="298450" indent="-285750" algn="l">
              <a:lnSpc>
                <a:spcPct val="183000"/>
              </a:lnSpc>
              <a:buChar char="•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协作式环境 与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对抗式环境</a:t>
            </a:r>
          </a:p>
          <a:p xmlns:a="http://schemas.openxmlformats.org/drawingml/2006/main">
            <a:pPr marL="298450" indent="-285750" algn="l">
              <a:lnSpc>
                <a:spcPct val="183000"/>
              </a:lnSpc>
              <a:buChar char="•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集中式通信 与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分布式通信</a:t>
            </a:r>
          </a:p>
          <a:p xmlns:a="http://schemas.openxmlformats.org/drawingml/2006/main">
            <a:pPr marL="298450" indent="-285750" algn="l">
              <a:lnSpc>
                <a:spcPct val="183000"/>
              </a:lnSpc>
              <a:buChar char="•"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人类干预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与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全自动化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cf81fb0b742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2085" y="1371600"/>
            <a:ext cx="3653790" cy="41478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955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02C7EB3-17A6-488E-ACC2-8048229065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示例：多智能体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编程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FDD7F51A-15B4-48D5-BF7D-8C622673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1132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Commander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接收用户问题并执行代码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Writer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编写代码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Safeguard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可确保不会发生信息泄露或恶意代码入侵</a:t>
            </a:r>
          </a:p>
        </p:txBody>
      </p:sp>
      <p:pic>
        <p:nvPicPr>
          <p:cNvPr id="120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77542ca6b4d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200" y="2438400"/>
            <a:ext cx="6718935" cy="36290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63485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0709C92-C72D-43D7-8A97-66537431A5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示例： </a:t>
            </a:r>
            <a:r>
              <a:rPr>
                <a:solidFill>
                  <a:srgbClr val="0A3E77"/>
                </a:solidFill>
                <a:latin typeface="Arial"/>
                <a:ea typeface="Arial"/>
                <a:cs typeface="Arial"/>
              </a:rPr>
              <a:t>Magentic-One</a:t>
            </a:r>
          </a:p>
        </p:txBody>
      </p:sp>
      <p:sp>
        <p:nvSpPr>
          <p:cNvPr id="1198" name="textbox 1198">
            <a:extLst xmlns:a="http://schemas.openxmlformats.org/drawingml/2006/main">
              <a:ext uri="{FF2B5EF4-FFF2-40B4-BE49-F238E27FC236}">
                <a16:creationId xmlns:a16="http://schemas.microsoft.com/office/drawing/2014/main" id="{88B9ED7F-99EB-4ACC-85EC-DB8D2043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80454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多智能体系统： 由一个编排者 (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Orchestrator)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和多个拥有工具访问权限的任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 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务专家 (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Task Specialists)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组成。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•   进度账本： 编排者维护着一份任务与进度账本，用于追踪执行进度，并在事</a:t>
            </a:r>
          </a:p>
          <a:p xmlns:a="http://schemas.openxmlformats.org/drawingml/2006/main">
            <a:pPr algn="l">
              <a:lnSpc>
                <a:spcPct val="123000"/>
              </a:lnSpc>
              <a:buNone/>
            </a:pP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1800">
                <a:solidFill>
                  <a:srgbClr val="0A3E77"/>
                </a:solidFill>
                <a:latin typeface="微软雅黑"/>
                <a:ea typeface="微软雅黑"/>
                <a:cs typeface="微软雅黑"/>
              </a:rPr>
              <a:t>情未按计划进行时进行调整。</a:t>
            </a:r>
          </a:p>
        </p:txBody>
      </p:sp>
      <p:pic>
        <p:nvPicPr>
          <p:cNvPr id="120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1100084354e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9315" y="2667000"/>
            <a:ext cx="7225030" cy="39014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043286"/>
      </p:ext>
    </p:extLst>
  </p:cSld>
</p:sld>
</file>

<file path=ppt/theme/theme1.xml><?xml version="1.0" encoding="utf-8"?>
<a:theme xmlns:a="http://schemas.openxmlformats.org/drawingml/2006/main" name="红白模板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黑体"/>
        <a:cs typeface=""/>
      </a:majorFont>
      <a:minorFont>
        <a:latin typeface="Verdana"/>
        <a:ea typeface="黑体"/>
        <a:cs typeface=""/>
      </a:minorFont>
    </a:fontScheme>
    <a:fmtScheme name="Profile 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2026-07-16T03:40:49.5250000Z</dcterms:created>
  <dcterms:modified xsi:type="dcterms:W3CDTF">2026-07-16T03:40:49.5250000Z</dcterms:modified>
</coreProperties>
</file>