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af8bbfae39464f" /><Relationship Type="http://schemas.openxmlformats.org/officeDocument/2006/relationships/extended-properties" Target="/docProps/app.xml" Id="R757d92d6af834e2a" /><Relationship Type="http://schemas.openxmlformats.org/officeDocument/2006/relationships/officeDocument" Target="/ppt/presentation.xml" Id="R4338e5e30d0b4e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d710f6586e4871"/>
  </p:sldMasterIdLst>
  <p:notesMasterIdLst>
    <p:notesMasterId xmlns:r="http://schemas.openxmlformats.org/officeDocument/2006/relationships" r:id="R042b5678aacb496f"/>
  </p:notesMasterIdLst>
  <p:sldIdLst>
    <p:sldId xmlns:r="http://schemas.openxmlformats.org/officeDocument/2006/relationships" id="256" r:id="R1dba7c334cdc4b71"/>
    <p:sldId xmlns:r="http://schemas.openxmlformats.org/officeDocument/2006/relationships" id="257" r:id="R33cdbdf3e3c744d0"/>
    <p:sldId xmlns:r="http://schemas.openxmlformats.org/officeDocument/2006/relationships" id="258" r:id="R3df7b33440104ef6"/>
    <p:sldId xmlns:r="http://schemas.openxmlformats.org/officeDocument/2006/relationships" id="259" r:id="R6623c67301464ea4"/>
    <p:sldId xmlns:r="http://schemas.openxmlformats.org/officeDocument/2006/relationships" id="260" r:id="Rcfc31f918a4f4d5a"/>
    <p:sldId xmlns:r="http://schemas.openxmlformats.org/officeDocument/2006/relationships" id="261" r:id="Rb5261488039e41c9"/>
    <p:sldId xmlns:r="http://schemas.openxmlformats.org/officeDocument/2006/relationships" id="262" r:id="Ra79612773ee64cbb"/>
    <p:sldId xmlns:r="http://schemas.openxmlformats.org/officeDocument/2006/relationships" id="263" r:id="R0b3fcba5797d4d5b"/>
    <p:sldId xmlns:r="http://schemas.openxmlformats.org/officeDocument/2006/relationships" id="264" r:id="R4089813a80d64c57"/>
    <p:sldId xmlns:r="http://schemas.openxmlformats.org/officeDocument/2006/relationships" id="265" r:id="Re5b2262239624a53"/>
    <p:sldId xmlns:r="http://schemas.openxmlformats.org/officeDocument/2006/relationships" id="266" r:id="Rd7390c1f461c43c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5d6082001df4c3f" /><Relationship Type="http://schemas.openxmlformats.org/officeDocument/2006/relationships/slideMaster" Target="/ppt/slideMasters/slideMaster1.xml" Id="R61d710f6586e4871" /><Relationship Type="http://schemas.openxmlformats.org/officeDocument/2006/relationships/notesMaster" Target="/ppt/notesMasters/notesMaster1.xml" Id="R042b5678aacb496f" /><Relationship Type="http://schemas.openxmlformats.org/officeDocument/2006/relationships/presProps" Target="/ppt/presProps.xml" Id="Rb48d97e8f6e34221" /><Relationship Type="http://schemas.openxmlformats.org/officeDocument/2006/relationships/tableStyles" Target="/ppt/tableStyles.xml" Id="R7f23532b2ce74d04" /><Relationship Type="http://schemas.openxmlformats.org/officeDocument/2006/relationships/slide" Target="/ppt/slides/slide1.xml" Id="R1dba7c334cdc4b71" /><Relationship Type="http://schemas.openxmlformats.org/officeDocument/2006/relationships/slide" Target="/ppt/slides/slide2.xml" Id="R33cdbdf3e3c744d0" /><Relationship Type="http://schemas.openxmlformats.org/officeDocument/2006/relationships/slide" Target="/ppt/slides/slide3.xml" Id="R3df7b33440104ef6" /><Relationship Type="http://schemas.openxmlformats.org/officeDocument/2006/relationships/slide" Target="/ppt/slides/slide4.xml" Id="R6623c67301464ea4" /><Relationship Type="http://schemas.openxmlformats.org/officeDocument/2006/relationships/slide" Target="/ppt/slides/slide5.xml" Id="Rcfc31f918a4f4d5a" /><Relationship Type="http://schemas.openxmlformats.org/officeDocument/2006/relationships/slide" Target="/ppt/slides/slide6.xml" Id="Rb5261488039e41c9" /><Relationship Type="http://schemas.openxmlformats.org/officeDocument/2006/relationships/slide" Target="/ppt/slides/slide7.xml" Id="Ra79612773ee64cbb" /><Relationship Type="http://schemas.openxmlformats.org/officeDocument/2006/relationships/slide" Target="/ppt/slides/slide8.xml" Id="R0b3fcba5797d4d5b" /><Relationship Type="http://schemas.openxmlformats.org/officeDocument/2006/relationships/slide" Target="/ppt/slides/slide9.xml" Id="R4089813a80d64c57" /><Relationship Type="http://schemas.openxmlformats.org/officeDocument/2006/relationships/slide" Target="/ppt/slides/slide10.xml" Id="Re5b2262239624a53" /><Relationship Type="http://schemas.openxmlformats.org/officeDocument/2006/relationships/slide" Target="/ppt/slides/slide11.xml" Id="Rd7390c1f461c43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6d1c17837545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836535a9c14c76" /><Relationship Type="http://schemas.openxmlformats.org/officeDocument/2006/relationships/notesMaster" Target="/ppt/notesMasters/notesMaster1.xml" Id="Rc0e2c2e20a9d4c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0a7dcb97374f0c" /><Relationship Type="http://schemas.openxmlformats.org/officeDocument/2006/relationships/notesMaster" Target="/ppt/notesMasters/notesMaster1.xml" Id="Ra50601083c9242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42155550284990" /><Relationship Type="http://schemas.openxmlformats.org/officeDocument/2006/relationships/notesMaster" Target="/ppt/notesMasters/notesMaster1.xml" Id="Ra367fde5aaf84e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e5c68d455442bb" /><Relationship Type="http://schemas.openxmlformats.org/officeDocument/2006/relationships/notesMaster" Target="/ppt/notesMasters/notesMaster1.xml" Id="Rfc1462bd85594d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3f6347f8db4fea" /><Relationship Type="http://schemas.openxmlformats.org/officeDocument/2006/relationships/notesMaster" Target="/ppt/notesMasters/notesMaster1.xml" Id="Ra44564247b074e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ecb787829349a2" /><Relationship Type="http://schemas.openxmlformats.org/officeDocument/2006/relationships/notesMaster" Target="/ppt/notesMasters/notesMaster1.xml" Id="R309ebd4fb57642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d75de442294a10" /><Relationship Type="http://schemas.openxmlformats.org/officeDocument/2006/relationships/notesMaster" Target="/ppt/notesMasters/notesMaster1.xml" Id="Rb95c5e0adfba4f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b047ea0cd849d3" /><Relationship Type="http://schemas.openxmlformats.org/officeDocument/2006/relationships/notesMaster" Target="/ppt/notesMasters/notesMaster1.xml" Id="Re359259e00bc40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c71b2fe26a45de" /><Relationship Type="http://schemas.openxmlformats.org/officeDocument/2006/relationships/notesMaster" Target="/ppt/notesMasters/notesMaster1.xml" Id="Rb7db3c91043149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06b2fafa854363" /><Relationship Type="http://schemas.openxmlformats.org/officeDocument/2006/relationships/notesMaster" Target="/ppt/notesMasters/notesMaster1.xml" Id="R81aaf3e7f86c475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349d9a6b605447a" /><Relationship Type="http://schemas.openxmlformats.org/officeDocument/2006/relationships/notesMaster" Target="/ppt/notesMasters/notesMaster1.xml" Id="Rf2551f26bc8946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239cf1b6ad491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b38cb64ecc4105" /><Relationship Type="http://schemas.openxmlformats.org/officeDocument/2006/relationships/slideLayout" Target="/ppt/slideLayouts/slideLayout1.xml" Id="Rc4808832bdd942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808832bdd942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008e384814d91" /><Relationship Type="http://schemas.openxmlformats.org/officeDocument/2006/relationships/notesSlide" Target="/ppt/notesSlides/notesSlide1.xml" Id="R9c49d4ff5b684d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1d8b9ac9bf4d5b" /><Relationship Type="http://schemas.openxmlformats.org/officeDocument/2006/relationships/notesSlide" Target="/ppt/notesSlides/notesSlide2.xml" Id="R32d870ec587944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ea9c14a3e4a15" /><Relationship Type="http://schemas.openxmlformats.org/officeDocument/2006/relationships/notesSlide" Target="/ppt/notesSlides/notesSlide3.xml" Id="R63bf2df91e5b40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4717d74e464899" /><Relationship Type="http://schemas.openxmlformats.org/officeDocument/2006/relationships/notesSlide" Target="/ppt/notesSlides/notesSlide4.xml" Id="Rf9b497b30e7f4a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359925bc5496a" /><Relationship Type="http://schemas.openxmlformats.org/officeDocument/2006/relationships/notesSlide" Target="/ppt/notesSlides/notesSlide5.xml" Id="R29266207e0ce40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84c1c03ee4a03" /><Relationship Type="http://schemas.openxmlformats.org/officeDocument/2006/relationships/notesSlide" Target="/ppt/notesSlides/notesSlide6.xml" Id="R392ed497d35340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b7b437ea424f1f" /><Relationship Type="http://schemas.openxmlformats.org/officeDocument/2006/relationships/notesSlide" Target="/ppt/notesSlides/notesSlide7.xml" Id="R49c0c45bb8814b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3905351524b16" /><Relationship Type="http://schemas.openxmlformats.org/officeDocument/2006/relationships/notesSlide" Target="/ppt/notesSlides/notesSlide8.xml" Id="R403c664f658f4d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4d1f148094582" /><Relationship Type="http://schemas.openxmlformats.org/officeDocument/2006/relationships/notesSlide" Target="/ppt/notesSlides/notesSlide9.xml" Id="R6d3a76c91ebd44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aa14f9f654cf3" /><Relationship Type="http://schemas.openxmlformats.org/officeDocument/2006/relationships/notesSlide" Target="/ppt/notesSlides/notesSlide10.xml" Id="R348610053b5447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f24e371159458d" /><Relationship Type="http://schemas.openxmlformats.org/officeDocument/2006/relationships/notesSlide" Target="/ppt/notesSlides/notesSlide11.xml" Id="R3e514ff4236c4f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CC621B01-9A4E-44F7-91D3-B2D2ABDD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904E8B0A-B9E7-462C-ADB6-C7BC49E5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B4654E25-034E-4EC2-84B0-BBCB9D47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B08D943F-A314-4DA0-B0E5-EEE46382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394F6AA8-E0D0-436B-A138-C959CC4F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344243C8-7C3C-44D4-8C51-853034DF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C77DA8D-D459-4E01-93D2-D1B5B496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5E4FAB8-3558-4ABC-BFF6-46386A93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运动控制、强化学习与 Sim-to-Real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1231AB7-C012-496B-A957-2E3EF7EC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从状态、动作和奖励进入策略训练、仿真验证与真实机器人部署。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5DACE5E6-B9B9-405A-A2AD-6342F15D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让人形机器人走起来，不只是生成一段关节动作，而是持续处理平衡、接触、扰动和执行器约束。步态控制把感知、动力学、规划与反馈连接成实时闭环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1BD00846-FE5F-4AA0-8DB5-55D9515D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1D5BB583-13E3-4D30-93DB-BA8C454F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EM-004 · EM-004-S01</a:t>
            </a:r>
          </a:p>
        </p:txBody>
      </p:sp>
    </p:spTree>
    <p:extLst>
      <p:ext uri="{BB962C8B-B14F-4D97-AF65-F5344CB8AC3E}">
        <p14:creationId xmlns:p14="http://schemas.microsoft.com/office/powerpoint/2010/main" val="12741843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CDB5CF4F-967F-4125-8D54-C36AC558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4BF2B9E8-A091-44BE-AF38-8F285B9A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4CBE295C-4368-44B6-B388-6C153203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E2DC84B0-5A91-4DCC-97F8-EFAF2635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506C7E10-1684-4B32-AB43-A14FC36C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103A70D6-455C-45B3-8D24-9D022C5B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解释状态、动作、奖励和策略如何形成机器人强化学习任务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5226D01C-AE85-452C-B6C2-5B860558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说明域随机化、安全约束和分阶段测试如何降低 Sim-to-Real 风险</a:t>
            </a:r>
          </a:p>
        </p:txBody>
      </p:sp>
    </p:spTree>
    <p:extLst>
      <p:ext uri="{BB962C8B-B14F-4D97-AF65-F5344CB8AC3E}">
        <p14:creationId xmlns:p14="http://schemas.microsoft.com/office/powerpoint/2010/main" val="12662557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8B54E5F7-C0A7-4DA2-BB3A-31DB5D54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AE6B5314-4E28-49EF-ABC0-3380FF03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D6B832F3-16C8-450F-8812-6FEC39CA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步行可以分解为支撑相和摆动相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4F97D9DD-47D8-40EB-BCC6-EE6A3C76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3634BEDE-CC7F-49DC-94EC-52DF5F56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28B0E9F-3E2E-4CF6-8A19-027288EF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9DB37FD-8772-441F-93CF-C7467E53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步态周期：支撑相与摆动相的连续切换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2AA13CE-2809-41AC-B33F-4762DEDC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步行可以分解为支撑相和摆动相：一条腿承担身体重量，另一条腿向下一落脚点移动。双足系统还会经历单支撑和双支撑切换，任何时刻都要控制质心与接触力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9DD533C-A5C6-4112-9312-89F09E4C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4883AA8-1056-406B-A170-1590705B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步态质量不仅看速度，还要观察稳定性、能耗、足端打滑、关节冲击与对扰动的恢复能力。不同地形和任务需要不同的指标权重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9AEACF45-54A5-4546-8578-C8CCC5A6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79BE34F1-75E1-43FB-B9B4-AB1B3097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步行可以分解为支撑相和摆动相</a:t>
            </a:r>
          </a:p>
        </p:txBody>
      </p:sp>
    </p:spTree>
    <p:extLst>
      <p:ext uri="{BB962C8B-B14F-4D97-AF65-F5344CB8AC3E}">
        <p14:creationId xmlns:p14="http://schemas.microsoft.com/office/powerpoint/2010/main" val="17929698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19ADF222-BDC9-4309-A939-219B6CC0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57FB3EFE-936B-4DE5-A860-F3AD51C5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FEB67CB2-03A0-4FB0-9FD1-81D123AC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人工或动作捕捉数据可以提供自然运动参考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BB4DA451-4392-4B5C-A501-9DBAE955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62BF26E9-7E8A-4F97-AB8E-82E60F1F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AF5E5D9-B0F5-4D11-AE9E-FCFBF817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67FABD6-BA00-4B2B-951D-31E62E25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三类控制路线：数据、模型与学习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6567609-D311-4D86-8C6D-4FA960DD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人工或动作捕捉数据可以提供自然运动参考；基于模型的方法用动力学、轨迹优化和反馈控制计算动作；学习方法则从大量交互中优化策略。真实系统常把三者组合起来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32B34DF-A0CE-441E-BDD5-FB3DFEE6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CC8514C-662C-43EE-AA50-5279DDCC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线性倒立摆和零力矩点等模型用简化动力学描述平衡条件，便于解释和约束控制。它们不是完整人体动力学，但能为学习策略提供先验、参考轨迹或安全边界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E1DFF4E7-4587-493D-B209-A20E140A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592DB7AE-9843-49E1-8178-BDB62995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人工或动作捕捉数据可以提供自然运动参考</a:t>
            </a:r>
          </a:p>
        </p:txBody>
      </p:sp>
    </p:spTree>
    <p:extLst>
      <p:ext uri="{BB962C8B-B14F-4D97-AF65-F5344CB8AC3E}">
        <p14:creationId xmlns:p14="http://schemas.microsoft.com/office/powerpoint/2010/main" val="4181106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2740CECC-801F-450A-90C5-4A859205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D66DBE88-463F-4999-B2D7-663ED1BB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71E95DF3-8D89-489E-8ACB-373FAB90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6449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强化学习中的智能体读取状态或观测，输出动作，环境返回下一状态与奖励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FEBF87A2-A789-4AF3-8C01-9D4F72B1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69884631-C658-4856-817B-B2EAC70E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D7F415A-FEE4-4E7B-848E-1CE7F41A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E64631C-F557-41A8-A6C0-F7C2B841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强化学习：把控制任务写成可优化问题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81B3A8D-AE26-4E3C-904E-C4799C19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强化学习中的智能体读取状态或观测，输出动作，环境返回下一状态与奖励。策略决定动作，价值函数估计未来回报，训练目标是提高长期累计奖励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8233CEE-355A-464A-B4A0-9C7695DF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C846088-550E-4500-9BBD-54456E8D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在人形控制中，观测可包含关节位置、速度、机身姿态和目标指令，动作可表示目标关节位置或力矩。观测缺失、尺度不一致或延迟都会直接影响策略稳定性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0F1BD726-3881-4508-B6E1-2804F828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356E694E-6338-4561-9899-F8AA26F5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强化学习中的智能体读取状态或观测，输出动作，环境返回下一状态与奖励</a:t>
            </a:r>
          </a:p>
        </p:txBody>
      </p:sp>
    </p:spTree>
    <p:extLst>
      <p:ext uri="{BB962C8B-B14F-4D97-AF65-F5344CB8AC3E}">
        <p14:creationId xmlns:p14="http://schemas.microsoft.com/office/powerpoint/2010/main" val="15347171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6ACA09DF-36F7-4BD4-A48E-0DDA47D3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274B5A22-D559-490B-AF37-FFD6F17E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5A7A7C91-0CB9-4D93-95CE-06B390A0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奖励与 PPO：既要学会，也要学稳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9E225C73-5038-491C-80A2-AAEBF08D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669EA310-E9C8-4234-B4D3-54160EF9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46D99D5-B1F1-4D73-AE91-04750EC9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CADCFF4-23B6-48E1-8CE8-4A6256C7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奖励与 PPO：既要学会，也要学稳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D528332-252C-47AC-A330-7B47A750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奖励函数把“走得好”拆成速度跟踪、保持直立、减少滑动、限制能耗和动作平滑等项。奖励设计不当时，策略可能通过钻空子获得高分，却产生不符合任务意图的行为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BCB3780-B648-434A-8A1F-F1CB4F18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D7849E8-569B-4C0E-8C94-53EF81CF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PPO 通过限制策略单次更新幅度，降低训练过程剧烈变化的风险。它并不能自动保证安全，仍需要合理的动作范围、终止条件、随机化和独立评测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B1C6A7BA-7668-45D9-8EBD-DAA71B30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1B7A6EC5-0350-4716-A3C3-F1A0F525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奖励与 PPO：既要学会，也要学稳</a:t>
            </a:r>
          </a:p>
        </p:txBody>
      </p:sp>
    </p:spTree>
    <p:extLst>
      <p:ext uri="{BB962C8B-B14F-4D97-AF65-F5344CB8AC3E}">
        <p14:creationId xmlns:p14="http://schemas.microsoft.com/office/powerpoint/2010/main" val="3518314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E916D352-704D-47E8-BE74-CD8EB9D8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C714E158-3924-46DA-BD80-C5053B16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34012C12-1C1B-4AB4-AA55-71F90D1DC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典型流程先在 Isaac Gym 等并行仿真环境训练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44C32D6C-8DF8-4FC7-B15F-8291F334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7E890941-93E0-4B12-82A4-53ED2C15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2468BC8-B6F9-421E-BED4-C8DB3A8C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9A2F4B8-2DCF-40B3-BB23-15546977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Sim-to-Real：从训练场走向真实机器人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20B54C2-4375-4356-ABD6-ABD97999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76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典型流程先在 Isaac Gym 等并行仿真环境训练，在 Play 阶段观察策略，再用 MuJoCo 等不同仿真器做 Sim2Sim 检查，最后进入真机 Sim2Real…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BF6B991-2EAC-4586-A379-D08B0E92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D826CDC-9C35-4FE9-951D-351C2F30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真机部署前应限制速度和关节范围，准备急停与保护架，从低风险动作逐步放开，并记录传感器延迟、执行器响应和跌倒条件。域随机化能提高鲁棒性，但不能替代现场安全流程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C8651057-AA17-4194-8186-EBF13603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6621D497-E20A-4A94-8FA3-AFF09552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典型流程先在 Isaac Gym 等并行仿真环境训练</a:t>
            </a:r>
          </a:p>
        </p:txBody>
      </p:sp>
    </p:spTree>
    <p:extLst>
      <p:ext uri="{BB962C8B-B14F-4D97-AF65-F5344CB8AC3E}">
        <p14:creationId xmlns:p14="http://schemas.microsoft.com/office/powerpoint/2010/main" val="12171999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7F8E9F52-7796-4C08-8B99-ED6CBDD3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BB939E16-BE6A-4C7B-8AF5-B66C1D7A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DE8E41D4-4ECC-47E0-8336-E31AA13C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1381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每次放开新速度或新地形前，都应通过稳定性、温度、电量与急停检查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9068FC89-897F-438D-82F2-0850AED1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7D68D0E3-1AE2-44A5-B1F7-5749AE0D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B95A057D-7FAA-49F8-B88F-760DEDEC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从仿真步态到受控真机试验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222C60FE-90E0-43C1-B346-5179E9FF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场景｜团队在 unitree rl gym 中训练机器人按照速度指令前进，并准备部署到真实设备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77B1215-7A2F-472E-B788-5EC1043A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694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问题｜仿真中的摩擦、质量、时延和执行器响应与真机存在差异，直接高速运行可能导致跌倒或硬件损伤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ABC43A00-0757-430F-9428-8A745C34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53688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方法｜先检查观测与动作接口，在 Play 和 Sim2Sim 阶段测试扰动与参数变化，再用低速、限幅、保护架和急停开展分级真机试验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2DB4FE64-60B4-4CD5-86C7-3597E254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结果｜团队能区分策略能力与仿真假设，并用可回退的步骤收集真实差异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C6D7EE8B-6AAE-4018-A6AC-45B5E88A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边界｜每次放开新速度或新地形前，都应通过稳定性、温度、电量与急停检查</a:t>
            </a:r>
          </a:p>
        </p:txBody>
      </p:sp>
      <p:sp>
        <p:nvSpPr>
          <p:cNvPr id="12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0661F8B8-58EC-4A18-AABE-FF3F5C8F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8-takeaway">
            <a:extLst xmlns:a="http://schemas.openxmlformats.org/drawingml/2006/main">
              <a:ext uri="{FF2B5EF4-FFF2-40B4-BE49-F238E27FC236}">
                <a16:creationId xmlns:a16="http://schemas.microsoft.com/office/drawing/2014/main" id="{E7DC3AC9-BFBC-4390-9B09-4821F1F6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每次放开新速度或新地形前，都应通过稳定性、温度、电量与急停检查</a:t>
            </a:r>
          </a:p>
        </p:txBody>
      </p:sp>
    </p:spTree>
    <p:extLst>
      <p:ext uri="{BB962C8B-B14F-4D97-AF65-F5344CB8AC3E}">
        <p14:creationId xmlns:p14="http://schemas.microsoft.com/office/powerpoint/2010/main" val="20426015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37FF9D28-E044-4B26-89E1-61E3B94C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0501F5C3-C1EE-4002-9E4C-BF08C492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07F539F3-D5E4-495E-900A-26513DEB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769F5E6D-EABA-4016-B203-85A52E42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20139808-80BC-4B25-8976-7BF7CCCB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EM-004-S09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DEEA0FB4-C452-43FC-BD67-9B23894D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32060A85-1CD8-4417-8BE4-FC58E3F7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BBB117C0-9143-4451-A968-7F3F1ADD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为匀速前进任务列出观测、动作、五个奖励项和三个终止条件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859DFB15-EFD4-42CD-AD8A-A416BB76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48F4C37C-0057-4C34-989A-97358936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F276D5E4-65EB-479D-B477-98B404ED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7DE270AA-D9CA-4559-B99B-B05D4ACD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比较线性倒立摆方法与强化学习方法各自适合解决的问题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EDD4CB72-0B2C-450F-AF60-7FF447D5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6D3A4BBA-2006-4572-9176-0230B68A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91131DCD-4514-455A-BEA2-BD535A70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EE6BB2E9-6F82-409D-B076-CA177A5A2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 Train、Play、Sim2Sim、Sim2Real 四阶段验收表和真机急停条件</a:t>
            </a:r>
          </a:p>
        </p:txBody>
      </p:sp>
    </p:spTree>
    <p:extLst>
      <p:ext uri="{BB962C8B-B14F-4D97-AF65-F5344CB8AC3E}">
        <p14:creationId xmlns:p14="http://schemas.microsoft.com/office/powerpoint/2010/main" val="594593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998AB1D3-4268-44D6-8AB6-2B34B402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02B572E2-FC0A-4B36-BA96-18604C66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9D910C5F-DD88-491F-B922-063490F2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4D90BB58-5872-49B0-8F9B-D146A389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2859AD21-55D2-4F9B-9F61-05A4A4E2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EM-004-S10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A484FE0-E3D6-4190-A1DA-EA6E229C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6011357E-BCF0-4BD9-8F09-4C7CBB19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FD7DBFB6-74FD-4968-9A28-AFB5A56C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步行可以分解为支撑相和摆动相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863C1CE7-45C3-47E5-A40A-2AAFEC41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BBA9FFB6-B1F5-4648-BE32-050D17D4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2BEEA3EE-ED61-4FC5-AB72-40221B12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9815D8F-13D2-4419-A4C5-4CC78391B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强化学习中的智能体读取状态或观测，输出动作，环境返回下一状态与奖励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077C1263-67B4-4AF1-B31E-E2E6734F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9B72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03FD7C2C-DECA-40DF-B886-BB929CD9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EE573849-E51E-464C-B3C8-52C88243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B5C0D5ED-BEC0-4318-8F4F-DB530CFD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典型流程先在 Isaac Gym 等并行仿真环境训练</a:t>
            </a:r>
          </a:p>
        </p:txBody>
      </p:sp>
    </p:spTree>
    <p:extLst>
      <p:ext uri="{BB962C8B-B14F-4D97-AF65-F5344CB8AC3E}">
        <p14:creationId xmlns:p14="http://schemas.microsoft.com/office/powerpoint/2010/main" val="13414428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58732D27-DE1C-4A25-B0CC-761A2F0D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B0AB59F3-BC00-4D35-A4A9-B3F47182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1E95C83C-7B7E-4504-94F8-BEF9C419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CC9B8991-AF05-4B35-9794-C0A979F5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F07E11F3-7795-4535-B9D2-A33E73ED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EM-004 · EM-004-S11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50481CE9-7446-487F-A46A-85AA74CE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2D9B7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E944F13F-0094-4A00-8396-3526CB1A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真机实验必须遵循设备手册与实验室安全制度；课程中的流程用于理解验收顺序，不替代现场指导和风险评估</a:t>
            </a:r>
          </a:p>
        </p:txBody>
      </p:sp>
      <p:sp>
        <p:nvSpPr>
          <p:cNvPr id="8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F9524AC0-5071-47FA-9E23-BC2C824E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9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1177B407-0379-46FE-B68B-8A8EBE89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5379040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2026-07-11T12:05:31.3460000Z</dcterms:created>
  <dcterms:modified xsi:type="dcterms:W3CDTF">2026-07-11T12:05:31.3460000Z</dcterms:modified>
</coreProperties>
</file>