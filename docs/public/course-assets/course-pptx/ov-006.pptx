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442c35f84d4292" /><Relationship Type="http://schemas.openxmlformats.org/officeDocument/2006/relationships/extended-properties" Target="/docProps/app.xml" Id="Ra75cdca70db84a74" /><Relationship Type="http://schemas.openxmlformats.org/officeDocument/2006/relationships/officeDocument" Target="/ppt/presentation.xml" Id="R94f61a48025e44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6d6061ddf14fe7"/>
  </p:sldMasterIdLst>
  <p:notesMasterIdLst>
    <p:notesMasterId xmlns:r="http://schemas.openxmlformats.org/officeDocument/2006/relationships" r:id="Rf802d9c1b3e8403a"/>
  </p:notesMasterIdLst>
  <p:sldIdLst>
    <p:sldId xmlns:r="http://schemas.openxmlformats.org/officeDocument/2006/relationships" id="256" r:id="Rec92dc8a83f54b54"/>
    <p:sldId xmlns:r="http://schemas.openxmlformats.org/officeDocument/2006/relationships" id="257" r:id="Red42b39d0bb642d5"/>
    <p:sldId xmlns:r="http://schemas.openxmlformats.org/officeDocument/2006/relationships" id="258" r:id="Rbacb5c458fa747ff"/>
    <p:sldId xmlns:r="http://schemas.openxmlformats.org/officeDocument/2006/relationships" id="259" r:id="R35d9722979c14b5d"/>
    <p:sldId xmlns:r="http://schemas.openxmlformats.org/officeDocument/2006/relationships" id="260" r:id="Ra19f96b17753445e"/>
    <p:sldId xmlns:r="http://schemas.openxmlformats.org/officeDocument/2006/relationships" id="261" r:id="Rb9f86236d3984863"/>
    <p:sldId xmlns:r="http://schemas.openxmlformats.org/officeDocument/2006/relationships" id="262" r:id="Rd9aab592ecc54fe7"/>
    <p:sldId xmlns:r="http://schemas.openxmlformats.org/officeDocument/2006/relationships" id="263" r:id="Reaa8c63310774695"/>
    <p:sldId xmlns:r="http://schemas.openxmlformats.org/officeDocument/2006/relationships" id="264" r:id="Rd439175132ba4e9b"/>
    <p:sldId xmlns:r="http://schemas.openxmlformats.org/officeDocument/2006/relationships" id="265" r:id="R3c60da7e63ea4789"/>
    <p:sldId xmlns:r="http://schemas.openxmlformats.org/officeDocument/2006/relationships" id="266" r:id="R940add7bf6f04f5f"/>
    <p:sldId xmlns:r="http://schemas.openxmlformats.org/officeDocument/2006/relationships" id="267" r:id="R393ade1b38be4b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b441ba92b64aab" /><Relationship Type="http://schemas.openxmlformats.org/officeDocument/2006/relationships/slideMaster" Target="/ppt/slideMasters/slideMaster1.xml" Id="R0a6d6061ddf14fe7" /><Relationship Type="http://schemas.openxmlformats.org/officeDocument/2006/relationships/notesMaster" Target="/ppt/notesMasters/notesMaster1.xml" Id="Rf802d9c1b3e8403a" /><Relationship Type="http://schemas.openxmlformats.org/officeDocument/2006/relationships/presProps" Target="/ppt/presProps.xml" Id="Re0ecb6dd03bf404e" /><Relationship Type="http://schemas.openxmlformats.org/officeDocument/2006/relationships/tableStyles" Target="/ppt/tableStyles.xml" Id="R59a5cf50c39241ad" /><Relationship Type="http://schemas.openxmlformats.org/officeDocument/2006/relationships/slide" Target="/ppt/slides/slide1.xml" Id="Rec92dc8a83f54b54" /><Relationship Type="http://schemas.openxmlformats.org/officeDocument/2006/relationships/slide" Target="/ppt/slides/slide2.xml" Id="Red42b39d0bb642d5" /><Relationship Type="http://schemas.openxmlformats.org/officeDocument/2006/relationships/slide" Target="/ppt/slides/slide3.xml" Id="Rbacb5c458fa747ff" /><Relationship Type="http://schemas.openxmlformats.org/officeDocument/2006/relationships/slide" Target="/ppt/slides/slide4.xml" Id="R35d9722979c14b5d" /><Relationship Type="http://schemas.openxmlformats.org/officeDocument/2006/relationships/slide" Target="/ppt/slides/slide5.xml" Id="Ra19f96b17753445e" /><Relationship Type="http://schemas.openxmlformats.org/officeDocument/2006/relationships/slide" Target="/ppt/slides/slide6.xml" Id="Rb9f86236d3984863" /><Relationship Type="http://schemas.openxmlformats.org/officeDocument/2006/relationships/slide" Target="/ppt/slides/slide7.xml" Id="Rd9aab592ecc54fe7" /><Relationship Type="http://schemas.openxmlformats.org/officeDocument/2006/relationships/slide" Target="/ppt/slides/slide8.xml" Id="Reaa8c63310774695" /><Relationship Type="http://schemas.openxmlformats.org/officeDocument/2006/relationships/slide" Target="/ppt/slides/slide9.xml" Id="Rd439175132ba4e9b" /><Relationship Type="http://schemas.openxmlformats.org/officeDocument/2006/relationships/slide" Target="/ppt/slides/slide10.xml" Id="R3c60da7e63ea4789" /><Relationship Type="http://schemas.openxmlformats.org/officeDocument/2006/relationships/slide" Target="/ppt/slides/slide11.xml" Id="R940add7bf6f04f5f" /><Relationship Type="http://schemas.openxmlformats.org/officeDocument/2006/relationships/slide" Target="/ppt/slides/slide12.xml" Id="R393ade1b38be4b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44a3140f9741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6bacf846cd4245" /><Relationship Type="http://schemas.openxmlformats.org/officeDocument/2006/relationships/notesMaster" Target="/ppt/notesMasters/notesMaster1.xml" Id="Re08e2ff085b040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ecf7c9633042ea" /><Relationship Type="http://schemas.openxmlformats.org/officeDocument/2006/relationships/notesMaster" Target="/ppt/notesMasters/notesMaster1.xml" Id="R732313b728ae49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4ac98b22104faf" /><Relationship Type="http://schemas.openxmlformats.org/officeDocument/2006/relationships/notesMaster" Target="/ppt/notesMasters/notesMaster1.xml" Id="R4fcbd7bf465446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f5a46d65ac4d62" /><Relationship Type="http://schemas.openxmlformats.org/officeDocument/2006/relationships/notesMaster" Target="/ppt/notesMasters/notesMaster1.xml" Id="R0ca4ddc95e364d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56cabd1fe34d8e" /><Relationship Type="http://schemas.openxmlformats.org/officeDocument/2006/relationships/notesMaster" Target="/ppt/notesMasters/notesMaster1.xml" Id="R1812094402a444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7971e2073d492c" /><Relationship Type="http://schemas.openxmlformats.org/officeDocument/2006/relationships/notesMaster" Target="/ppt/notesMasters/notesMaster1.xml" Id="R234a1f5bde2247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8a51056a4d430c" /><Relationship Type="http://schemas.openxmlformats.org/officeDocument/2006/relationships/notesMaster" Target="/ppt/notesMasters/notesMaster1.xml" Id="Rb6816db56eac47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5068758c2d4258" /><Relationship Type="http://schemas.openxmlformats.org/officeDocument/2006/relationships/notesMaster" Target="/ppt/notesMasters/notesMaster1.xml" Id="R6734ac594ef945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81b71d06784b2f" /><Relationship Type="http://schemas.openxmlformats.org/officeDocument/2006/relationships/notesMaster" Target="/ppt/notesMasters/notesMaster1.xml" Id="Ra6fc1255fd0142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3ed542febc4ce5" /><Relationship Type="http://schemas.openxmlformats.org/officeDocument/2006/relationships/notesMaster" Target="/ppt/notesMasters/notesMaster1.xml" Id="Rf09ff1dbdb0643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a469ced2a6476d" /><Relationship Type="http://schemas.openxmlformats.org/officeDocument/2006/relationships/notesMaster" Target="/ppt/notesMasters/notesMaster1.xml" Id="R3971b8fde8bc43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2a72dd43cf4a18" /><Relationship Type="http://schemas.openxmlformats.org/officeDocument/2006/relationships/notesMaster" Target="/ppt/notesMasters/notesMaster1.xml" Id="R14fcbf6bda1a4c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6e0e3ac384b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261b7086ee4901" /><Relationship Type="http://schemas.openxmlformats.org/officeDocument/2006/relationships/slideLayout" Target="/ppt/slideLayouts/slideLayout1.xml" Id="Recee62411ed34c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ee62411ed34c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ad0fa0c114bcd" /><Relationship Type="http://schemas.openxmlformats.org/officeDocument/2006/relationships/notesSlide" Target="/ppt/notesSlides/notesSlide1.xml" Id="R71b17c65d1bf4d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9f5476ef24142" /><Relationship Type="http://schemas.openxmlformats.org/officeDocument/2006/relationships/notesSlide" Target="/ppt/notesSlides/notesSlide2.xml" Id="Rc5d4cf73078945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0acb433364d85" /><Relationship Type="http://schemas.openxmlformats.org/officeDocument/2006/relationships/notesSlide" Target="/ppt/notesSlides/notesSlide3.xml" Id="R75a144e1203441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c2fd295ff4890" /><Relationship Type="http://schemas.openxmlformats.org/officeDocument/2006/relationships/notesSlide" Target="/ppt/notesSlides/notesSlide4.xml" Id="Rbd8de649c67a48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51a72d89e4e59" /><Relationship Type="http://schemas.openxmlformats.org/officeDocument/2006/relationships/notesSlide" Target="/ppt/notesSlides/notesSlide5.xml" Id="R1450ed82ff0442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4d0362c4c4d0f" /><Relationship Type="http://schemas.openxmlformats.org/officeDocument/2006/relationships/notesSlide" Target="/ppt/notesSlides/notesSlide6.xml" Id="R41827bfc707949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f771a779040c4" /><Relationship Type="http://schemas.openxmlformats.org/officeDocument/2006/relationships/notesSlide" Target="/ppt/notesSlides/notesSlide7.xml" Id="R8f30b59cc41a44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fb897fbb64fe7" /><Relationship Type="http://schemas.openxmlformats.org/officeDocument/2006/relationships/notesSlide" Target="/ppt/notesSlides/notesSlide8.xml" Id="R68baacca43b446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8fcc6ef0c429a" /><Relationship Type="http://schemas.openxmlformats.org/officeDocument/2006/relationships/notesSlide" Target="/ppt/notesSlides/notesSlide9.xml" Id="R78165d79f8864e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3f9c3b6fa4a51" /><Relationship Type="http://schemas.openxmlformats.org/officeDocument/2006/relationships/notesSlide" Target="/ppt/notesSlides/notesSlide10.xml" Id="R4aaf378f49694f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2cd40edf04e2d" /><Relationship Type="http://schemas.openxmlformats.org/officeDocument/2006/relationships/notesSlide" Target="/ppt/notesSlides/notesSlide11.xml" Id="R2fca66f905a547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6304cd66642d4" /><Relationship Type="http://schemas.openxmlformats.org/officeDocument/2006/relationships/notesSlide" Target="/ppt/notesSlides/notesSlide12.xml" Id="Rff9cb2678b3547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4DF58D5-D198-4841-998A-E92E6344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1425E4D-C323-4632-B4CE-834A77DC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C273565F-4466-408A-BDDC-7A53E0DC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C38D424-C47D-4C9F-AE1B-1AE2AF3D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6E8B72D9-30D5-4606-BD54-DF431CA5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7ECAAF4-CA40-4E4B-93D5-032154C3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D6AB0F8-2321-45B0-AAAD-4ADDDB7D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89F0A7-B28C-4E54-9A25-A047838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提示词、AIGC 与多模态工作流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CAA29DB-B390-4349-B173-DE5B77C0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把提示词、文本生成、图像和视频生成组织成可复用、可复核的内容工作流。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A3BCD29-34BE-48CF-9379-E0152F80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提示词不是“让模型灵光一现的咒语”，而是一份可执行任务说明。输入材料不完整、目标含糊、验收标准缺失时，模型只能用自己的默认假设补空白；提示词再长，也不会自动把缺失事实变出来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A7C7254-5A91-47F1-A203-93A3610E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C7F94D44-98CA-42A4-9119-E4339947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OV-006 · OV-006-S01</a:t>
            </a:r>
          </a:p>
        </p:txBody>
      </p:sp>
    </p:spTree>
    <p:extLst>
      <p:ext uri="{BB962C8B-B14F-4D97-AF65-F5344CB8AC3E}">
        <p14:creationId xmlns:p14="http://schemas.microsoft.com/office/powerpoint/2010/main" val="14748440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21522D95-121E-42AC-9D72-6434A31E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C758215-5964-497A-B419-90B35917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C29B8CC-4474-4350-AE98-7DD45BBB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B23CD61-EB5E-4F6E-9951-7FEC860A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02D33C1-862E-4C1D-9421-7DB49194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C2B226A-6AC7-4489-9729-48A3539A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写出包含任务、背景、输入、约束、示例、输出格式和验收标准的提示词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F1321A8-2704-4428-9FAC-EB18E9AD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判断何时使用零样本、少样本、任务分解或多候选一致性检查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FDED931-B120-47D3-8FA1-96B580F8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设计覆盖文本、图像与视频的生成—选择—编辑—核验—发布工作流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613AB2F-7081-4430-B496-26A421D2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识别商品事实、人物一致性、版权、隐私和品牌规范等多模态风险</a:t>
            </a:r>
          </a:p>
        </p:txBody>
      </p:sp>
    </p:spTree>
    <p:extLst>
      <p:ext uri="{BB962C8B-B14F-4D97-AF65-F5344CB8AC3E}">
        <p14:creationId xmlns:p14="http://schemas.microsoft.com/office/powerpoint/2010/main" val="15321979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BE74595-67B9-454F-9D37-D0754833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05DC4E02-864A-425C-A72C-22424407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29EC1522-A0B1-4631-9C7B-C0E3170B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0F777614-C4BD-41BC-93E5-5AD09655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FC8D6CF6-4004-4500-8249-20DC70EB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C09B49F-DA11-494E-8821-264AD99C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01A88EC-3146-4A57-BA35-B08C997B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一份可执行提示词的七个部分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ABC042F-EA4A-4B4E-8F3D-8C11188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2E10E67-DF5D-4300-870D-010F3169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2A24881-9E51-4C70-900E-B0915D83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使用场景与受众 ：输出给谁、在哪个渠道使用、读者已有多少背景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EA37791-8C84-43E1-BE99-BFBF3A68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1A49E89F-0678-4D4C-AB54-76992F82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可信输入 ：原始文档、结构化字段、图片或数据；明确哪些是事实来源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60C1B4A3-BE82-445D-898C-DAC58217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CC2480F-6474-4605-A31F-BA9FB457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</p:spTree>
    <p:extLst>
      <p:ext uri="{BB962C8B-B14F-4D97-AF65-F5344CB8AC3E}">
        <p14:creationId xmlns:p14="http://schemas.microsoft.com/office/powerpoint/2010/main" val="19228302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7E69ABDD-F934-4FC5-B372-ED61DEE6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09CA2C3-903C-4D53-861C-1C21B63E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7E3679D-F7C2-4983-BA1B-EB8D51A4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0AA78D1D-EC3F-42D9-8529-FF70E3A9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E3E20DF-D885-4956-A10F-544B4F62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C952AF3-C54C-4747-9FEE-7A0E6F91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599DE16-CB04-45FE-B9B0-C8720600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零样本、少样本与任务分解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E1A0456-A530-46DB-8AAC-9D6E7AC5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零样本适合常见、边界清楚的任务；少样本用几个代表性示例约束格式和判断标准，尤其适合分类、抽取和风格统一。复杂任务可先拆成“提取事实—形成结构—生成草稿—按清单检查”几个可验证步骤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1AFB1DF-56BC-4F63-B212-EB52738E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7A1F64-A03C-4E45-B718-F0615B33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不必索取或展示模型的完整隐藏推理；对外可要求的是 依据、关键步骤、假设和检查项；这些内容能被人或工具核对；对于有明确答案的任务；还可以生成多个候选；再比较结果是否一致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BBA6FE2-D6D0-45E1-BFE4-31395CFA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C4A753C-3765-4619-AA4E-3D8B9B12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</p:spTree>
    <p:extLst>
      <p:ext uri="{BB962C8B-B14F-4D97-AF65-F5344CB8AC3E}">
        <p14:creationId xmlns:p14="http://schemas.microsoft.com/office/powerpoint/2010/main" val="10711017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B2C15301-E671-4733-BCFA-E325E338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6F895153-E246-4D71-B22C-3D1F7FEA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4B525A0-E00A-4E91-84AC-986F712E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0D5A5D0-4DB1-4030-963E-58E6B40C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EA8D7613-4E87-444D-878B-88A162CE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7B327A0-C7C4-4C37-B2BC-A850CE18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065035E-FF24-4DA7-AFC5-3682D0F8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把提示词变成可评测模板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3F68136-B5DC-47FF-8EFF-3FA3C952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可复用模板要把变量与固定规则分开；例如活动方案中的受众、日期和预算是变量；禁止编造嘉宾、必须给出风险预案是固定规则；为模板准备一组真实样例；记录通过率、常见遗漏和人工修改量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4CA602B-C32A-4F19-A6B3-CF0ACB0C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2FD37B8-3A09-4462-AA0D-AE042525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模型输出若要进入下游系统，应优先使用结构化格式并做程序校验。字段缺失、日期非法、引用为空或金额超出范围时，流程应明确失败，而不是悄悄继续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AB51F45F-65BA-4C9E-8327-C6FE2F6C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9126E6F-4F88-41B4-9749-BE2816DC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</p:spTree>
    <p:extLst>
      <p:ext uri="{BB962C8B-B14F-4D97-AF65-F5344CB8AC3E}">
        <p14:creationId xmlns:p14="http://schemas.microsoft.com/office/powerpoint/2010/main" val="2248705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2E4EFB2E-A99C-41AC-99C5-586F05F1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DE13C59-D4CC-4E6A-9F31-A1E51C81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C9BC249-5840-4384-BDE4-4BC01F3F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DF5D303-5C6B-4123-91A1-C74AA4DF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6508059E-8463-4067-BC88-A5813DF6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CB2504-D511-4AE9-BFBD-327723C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7F7A411-A446-4193-8CD8-E5EB7BF0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文本、图像与视频需要不同控制点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E815F09-A9E0-4ACB-9BA2-3C5C405F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文本生成要区分来源事实与模型表述；新闻、产品参数、价格和政策不能由模型自行补齐；图像生成要检查主体细节、文字、商标、人物授权、风格模仿和品牌一致性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905AB16-7D1A-4398-A14D-C19EB35C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65BFC14-1B78-4E0C-9000-5FB9CC12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多模态工作流通常先用低成本方式探索方向，再把选中的方案提升到可交付质量。生成模型适合快速扩展候选，不适合替团队做最终事实、版权和伦理判断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F50C34E-2024-46CE-B020-8C844696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8289CA9D-2D55-494B-BED0-8F4FACA8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</p:spTree>
    <p:extLst>
      <p:ext uri="{BB962C8B-B14F-4D97-AF65-F5344CB8AC3E}">
        <p14:creationId xmlns:p14="http://schemas.microsoft.com/office/powerpoint/2010/main" val="11171970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94E1A81-76B9-4B6C-AA0F-20D0CDAA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F2B41BE-E84F-4FE2-9FA2-27622C9C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0E233B1-7512-4C5E-A2C4-0F60C8EC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5A36AD04-0CE4-4FE3-9042-97C0246B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AAD9A870-C32F-4825-B8E9-B3C8D7AA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0F862CF-A2E2-42D1-998F-E220CED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D91FB5F-F2AA-416F-ADA2-008C720E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AIGC 接入业务流程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DCA4D53-63C9-4EBF-8AD1-7F424DBC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以电商上新为例，商品名称、尺寸、材质、价格和库存来自业务系统；模型可基于这些受控字段生成不同渠道文案、视觉草图和短视频分镜；商品主图要回到真实商品核对；功效和售后承诺走业务审批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0F532CC-2E3F-423C-939B-D0F49D10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DAF25AC-31B7-4D3F-A2D7-3DA9FC3B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 AIGC 接入知识库、核稿或审批，权限和失败处理比“写得像不像”更重要。模型能起草，不代表能批准；能读取资料，不代表能把资料发到外部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38447B6-4AE8-42EF-AF35-BE30C3DF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CA019F1-5EAA-4884-99FC-97086058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</p:spTree>
    <p:extLst>
      <p:ext uri="{BB962C8B-B14F-4D97-AF65-F5344CB8AC3E}">
        <p14:creationId xmlns:p14="http://schemas.microsoft.com/office/powerpoint/2010/main" val="13178738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8DE1B26-089C-44F3-AB97-042F05A0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15CF7EB-F435-4E80-BDDF-08A64DD1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A6259998-5B7D-4F6C-B5B2-E4A1377B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可验收任务必须补齐输入、约束与成功标准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93312AC-9DA0-4C53-8C2B-D4667C1E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03FD0F55-9938-4239-8A3E-0F4220FB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B7A7E17-15DB-4DEA-BC59-6D7DB1D1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从“帮我写活动方案”到可验收任务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6B77C6C-AFED-4387-BF3B-7FD4FE56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场景｜模糊请求只有一个动作，没有输入和成功标准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7042D62-1F84-45BC-8CC2-9CA1CCE9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67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机制｜改写后的任务可以是：面向 30 名新员工，依据提供的培训目标、场地和预算表，生成半天活动议程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E9C85EB-019F-401D-BC2B-C45F6610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边界｜输出时间、环节、负责人、物料和风险五列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98E956F8-6A5C-4A7D-9090-C1FE0B34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机制｜不得虚构讲师和价格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622A9701-C1E5-426A-ACB8-4259FAA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边界｜最后列出仍需人工补充的字段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9057D2FB-AE72-4C7B-8F0E-3023CB0A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F83DA46-DEF8-42D9-AC69-5A91EF21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可验收任务必须补齐输入、约束与成功标准</a:t>
            </a:r>
          </a:p>
        </p:txBody>
      </p:sp>
    </p:spTree>
    <p:extLst>
      <p:ext uri="{BB962C8B-B14F-4D97-AF65-F5344CB8AC3E}">
        <p14:creationId xmlns:p14="http://schemas.microsoft.com/office/powerpoint/2010/main" val="10693202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536C3F6-FB7F-4BF9-8C48-B6003BF4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CDC9974-7EE5-4044-AFE5-06910071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ABCE71AC-C78A-449E-95CF-86911EF0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多模态流水线要逐镜核对商品与连续性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9719A2C6-D8DD-4DD9-8E40-771DBB2C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F86867B-9C8B-4244-BDFE-E7A7E29E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2E5C971D-8C99-4F86-A59E-1BE85E4D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商品短视频的多模态流水线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B761CB1-4236-4ADB-9CD2-DE812323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方法｜团队先锁定真实商品图和参数，生成三套分镜草案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498737A6-792A-48AE-8941-E063142C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方法｜选定一套后制作关键帧，再生成短视频候选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F094793A-1D6D-42D7-A062-A78EBF1E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83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机制｜编辑者逐镜检查商品外观、文字、手部动作和镜头连续性，并用已授权音乐与配音替换临时素材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078497F2-196A-4050-8AE9-9B7A9434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方法｜发布前由业务负责人核对价格和功效，由品牌负责人核对视觉，由素材管理员保存来源与授权记录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96FBBF3-268E-4822-8BFE-72D02300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845C04A-C15D-46CE-B815-BBA9368B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多模态流水线要逐镜核对商品与连续性</a:t>
            </a:r>
          </a:p>
        </p:txBody>
      </p:sp>
    </p:spTree>
    <p:extLst>
      <p:ext uri="{BB962C8B-B14F-4D97-AF65-F5344CB8AC3E}">
        <p14:creationId xmlns:p14="http://schemas.microsoft.com/office/powerpoint/2010/main" val="1665282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602A8A45-535B-4973-8426-A863A981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FBA7344-4799-4F8D-8794-FA809BC7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D1C4001E-A8DE-48FD-BCD2-A5EA3B0C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1B7320C-B7C4-4019-8EF9-B0BF811F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E1F0A685-5495-4B63-8F17-E5C9037C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EE2ACF7D-1F67-430C-A166-0FDBFDF8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215FC40B-3CDB-4B35-A345-8D68B953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78B61AA-ADCE-4457-B431-F84204B8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把一个真实模糊请求改写成七部分任务说明，并标出哪些输入仍然缺失；为同一抽取任务分别写零样本和少样本版本，用 10 个样例比较字段完整率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6216980D-0076-4F74-8555-DB53BA48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965D6B9-E82B-43D3-BB7F-79264E5E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0D235372-DA40-4EA6-8837-A0B6F96D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2A493DFA-CBC6-4DAF-8B9C-BD88AD3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设计一条图文或短视频流程，写出每一步的输入、输出、自动检查和人工责任人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2905C5B-E377-40D4-8D62-3C630DB4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FCAD5FB8-BCD4-4473-AE37-156C0421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1E3B26B-3EBB-47B5-ADAC-F16D63B9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4619FBD-A63D-4501-B8AD-30033C8D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为生成内容建立发布清单，至少覆盖事实、版权、隐私、品牌与可访问性</a:t>
            </a:r>
          </a:p>
        </p:txBody>
      </p:sp>
    </p:spTree>
    <p:extLst>
      <p:ext uri="{BB962C8B-B14F-4D97-AF65-F5344CB8AC3E}">
        <p14:creationId xmlns:p14="http://schemas.microsoft.com/office/powerpoint/2010/main" val="5668631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E49E801-4D6C-4B4E-BE1F-CC865CB0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5BDF7EEF-65D9-4C7B-BD75-12719C2C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ABBC5776-02D1-4B2F-B948-D2ECE7AC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946E7B9-0DE8-4601-85F6-B081965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39254CBF-2A17-43AF-B1AE-67ACDFEA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4A5C1C80-3E18-4B00-96CA-D7F9007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6F45309-F1F6-4D4F-B47C-4C98693A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AF4A2F1-C4A9-4773-83C5-A18DA4A6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04AC191D-FB00-4A5E-9FA3-32968972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9804BFEE-4708-4D74-9B08-C37D3271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3722CC78-5975-4516-A485-7B3B7C2D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D8BEC996-C8C3-4E2F-B2D5-5B0EB69E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904B897-08D5-489E-A48D-85EB6609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8B9DC980-5FC1-4B42-AC14-B9DBAC15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AC3EE2A-2B9D-4E01-ABD4-64755C64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FD3BB079-F31A-4796-8065-FCF87215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</p:spTree>
    <p:extLst>
      <p:ext uri="{BB962C8B-B14F-4D97-AF65-F5344CB8AC3E}">
        <p14:creationId xmlns:p14="http://schemas.microsoft.com/office/powerpoint/2010/main" val="12326329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B44741DA-F733-43DD-908F-02E8BF0F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81A3A7F6-762D-4A92-A3EB-381F95CB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1306FFB8-A77A-4286-B237-415E5879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63FF5082-95D5-4B3C-B073-00C6ABB5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A53081E0-8D4E-460D-A466-CA7FBFB3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1565E04-ADA0-4035-A472-8AD2F54A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4D60B91D-1F4A-4A6E-AC53-37B98F76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实践时请为每次生成保存输入来源、模型版本、提示模板、人工修改与批准记录；这份记录既服务复盘，也服务版权与责任追踪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40060755-17EE-46A9-AE7D-1A379A67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8B17ADF1-144B-4CAE-9DD4-99C0AD26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19230588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2026-07-12T08:20:07.6890000Z</dcterms:created>
  <dcterms:modified xsi:type="dcterms:W3CDTF">2026-07-12T08:20:07.6890000Z</dcterms:modified>
</coreProperties>
</file>