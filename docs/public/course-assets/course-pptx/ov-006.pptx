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ff84ed408f4d5f" /><Relationship Type="http://schemas.openxmlformats.org/officeDocument/2006/relationships/extended-properties" Target="/docProps/app.xml" Id="Rbc61df9d9ed140ce" /><Relationship Type="http://schemas.openxmlformats.org/officeDocument/2006/relationships/officeDocument" Target="/ppt/presentation.xml" Id="R27e3f3e0c2d14f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6a8a62eaff42f6"/>
  </p:sldMasterIdLst>
  <p:notesMasterIdLst>
    <p:notesMasterId xmlns:r="http://schemas.openxmlformats.org/officeDocument/2006/relationships" r:id="Rc23341d2b8ea4817"/>
  </p:notesMasterIdLst>
  <p:sldIdLst>
    <p:sldId xmlns:r="http://schemas.openxmlformats.org/officeDocument/2006/relationships" id="256" r:id="R27b763fb9815441c"/>
    <p:sldId xmlns:r="http://schemas.openxmlformats.org/officeDocument/2006/relationships" id="257" r:id="R8e1a8954b2fd46ad"/>
    <p:sldId xmlns:r="http://schemas.openxmlformats.org/officeDocument/2006/relationships" id="258" r:id="R9ed048dba06a4cf2"/>
    <p:sldId xmlns:r="http://schemas.openxmlformats.org/officeDocument/2006/relationships" id="259" r:id="R694fce78517245bb"/>
    <p:sldId xmlns:r="http://schemas.openxmlformats.org/officeDocument/2006/relationships" id="260" r:id="R4385b9bbec89473d"/>
    <p:sldId xmlns:r="http://schemas.openxmlformats.org/officeDocument/2006/relationships" id="261" r:id="Rb450d7b03a814fcc"/>
    <p:sldId xmlns:r="http://schemas.openxmlformats.org/officeDocument/2006/relationships" id="262" r:id="R186f4ec020ea4e45"/>
    <p:sldId xmlns:r="http://schemas.openxmlformats.org/officeDocument/2006/relationships" id="263" r:id="R4628314ffc1749b9"/>
    <p:sldId xmlns:r="http://schemas.openxmlformats.org/officeDocument/2006/relationships" id="264" r:id="R8037525c4dc546a2"/>
    <p:sldId xmlns:r="http://schemas.openxmlformats.org/officeDocument/2006/relationships" id="265" r:id="Redb8a8781f4349c2"/>
    <p:sldId xmlns:r="http://schemas.openxmlformats.org/officeDocument/2006/relationships" id="266" r:id="R4b7eb05137ab49cc"/>
    <p:sldId xmlns:r="http://schemas.openxmlformats.org/officeDocument/2006/relationships" id="267" r:id="R4f21e7b1ff3448e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2c2b59da5b46b5" /><Relationship Type="http://schemas.openxmlformats.org/officeDocument/2006/relationships/slideMaster" Target="/ppt/slideMasters/slideMaster1.xml" Id="R5a6a8a62eaff42f6" /><Relationship Type="http://schemas.openxmlformats.org/officeDocument/2006/relationships/notesMaster" Target="/ppt/notesMasters/notesMaster1.xml" Id="Rc23341d2b8ea4817" /><Relationship Type="http://schemas.openxmlformats.org/officeDocument/2006/relationships/presProps" Target="/ppt/presProps.xml" Id="Rc3300674c5504de5" /><Relationship Type="http://schemas.openxmlformats.org/officeDocument/2006/relationships/tableStyles" Target="/ppt/tableStyles.xml" Id="R543c1596000842aa" /><Relationship Type="http://schemas.openxmlformats.org/officeDocument/2006/relationships/slide" Target="/ppt/slides/slide1.xml" Id="R27b763fb9815441c" /><Relationship Type="http://schemas.openxmlformats.org/officeDocument/2006/relationships/slide" Target="/ppt/slides/slide2.xml" Id="R8e1a8954b2fd46ad" /><Relationship Type="http://schemas.openxmlformats.org/officeDocument/2006/relationships/slide" Target="/ppt/slides/slide3.xml" Id="R9ed048dba06a4cf2" /><Relationship Type="http://schemas.openxmlformats.org/officeDocument/2006/relationships/slide" Target="/ppt/slides/slide4.xml" Id="R694fce78517245bb" /><Relationship Type="http://schemas.openxmlformats.org/officeDocument/2006/relationships/slide" Target="/ppt/slides/slide5.xml" Id="R4385b9bbec89473d" /><Relationship Type="http://schemas.openxmlformats.org/officeDocument/2006/relationships/slide" Target="/ppt/slides/slide6.xml" Id="Rb450d7b03a814fcc" /><Relationship Type="http://schemas.openxmlformats.org/officeDocument/2006/relationships/slide" Target="/ppt/slides/slide7.xml" Id="R186f4ec020ea4e45" /><Relationship Type="http://schemas.openxmlformats.org/officeDocument/2006/relationships/slide" Target="/ppt/slides/slide8.xml" Id="R4628314ffc1749b9" /><Relationship Type="http://schemas.openxmlformats.org/officeDocument/2006/relationships/slide" Target="/ppt/slides/slide9.xml" Id="R8037525c4dc546a2" /><Relationship Type="http://schemas.openxmlformats.org/officeDocument/2006/relationships/slide" Target="/ppt/slides/slide10.xml" Id="Redb8a8781f4349c2" /><Relationship Type="http://schemas.openxmlformats.org/officeDocument/2006/relationships/slide" Target="/ppt/slides/slide11.xml" Id="R4b7eb05137ab49cc" /><Relationship Type="http://schemas.openxmlformats.org/officeDocument/2006/relationships/slide" Target="/ppt/slides/slide12.xml" Id="R4f21e7b1ff3448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f14d3de6884d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9ef6c46b384d0b" /><Relationship Type="http://schemas.openxmlformats.org/officeDocument/2006/relationships/notesMaster" Target="/ppt/notesMasters/notesMaster1.xml" Id="Re4de0465368f41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47a529219947d3" /><Relationship Type="http://schemas.openxmlformats.org/officeDocument/2006/relationships/notesMaster" Target="/ppt/notesMasters/notesMaster1.xml" Id="Rc74da51a0da940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6b25a1385f45b7" /><Relationship Type="http://schemas.openxmlformats.org/officeDocument/2006/relationships/notesMaster" Target="/ppt/notesMasters/notesMaster1.xml" Id="R7c084f88226d4e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ea6e891f45408f" /><Relationship Type="http://schemas.openxmlformats.org/officeDocument/2006/relationships/notesMaster" Target="/ppt/notesMasters/notesMaster1.xml" Id="Rbdc1725059284e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7ea4ac4b734745" /><Relationship Type="http://schemas.openxmlformats.org/officeDocument/2006/relationships/notesMaster" Target="/ppt/notesMasters/notesMaster1.xml" Id="R93d7aeec140d43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3ce61231254401" /><Relationship Type="http://schemas.openxmlformats.org/officeDocument/2006/relationships/notesMaster" Target="/ppt/notesMasters/notesMaster1.xml" Id="Rb8b6e171943448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7195e1b209473d" /><Relationship Type="http://schemas.openxmlformats.org/officeDocument/2006/relationships/notesMaster" Target="/ppt/notesMasters/notesMaster1.xml" Id="R59cb20f6e65445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d93b14d4d74dd5" /><Relationship Type="http://schemas.openxmlformats.org/officeDocument/2006/relationships/notesMaster" Target="/ppt/notesMasters/notesMaster1.xml" Id="Rf29e880bdc0b49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6371f722664bd4" /><Relationship Type="http://schemas.openxmlformats.org/officeDocument/2006/relationships/notesMaster" Target="/ppt/notesMasters/notesMaster1.xml" Id="R1eb495841d984a5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66625cbd6d4c7e" /><Relationship Type="http://schemas.openxmlformats.org/officeDocument/2006/relationships/notesMaster" Target="/ppt/notesMasters/notesMaster1.xml" Id="R9fbb67a2f9484c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56db718bcb49c7" /><Relationship Type="http://schemas.openxmlformats.org/officeDocument/2006/relationships/notesMaster" Target="/ppt/notesMasters/notesMaster1.xml" Id="Ra2e3f7fe19c24fb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4ddd048ecc4312" /><Relationship Type="http://schemas.openxmlformats.org/officeDocument/2006/relationships/notesMaster" Target="/ppt/notesMasters/notesMaster1.xml" Id="R74f56f4bf61a47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e9c27e6d2840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9eec51294e4e50" /><Relationship Type="http://schemas.openxmlformats.org/officeDocument/2006/relationships/slideLayout" Target="/ppt/slideLayouts/slideLayout1.xml" Id="R274693bffd224b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4693bffd224b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f6f4309264dc2" /><Relationship Type="http://schemas.openxmlformats.org/officeDocument/2006/relationships/notesSlide" Target="/ppt/notesSlides/notesSlide1.xml" Id="R69ef3ae90a2b45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a38d2535924f35" /><Relationship Type="http://schemas.openxmlformats.org/officeDocument/2006/relationships/notesSlide" Target="/ppt/notesSlides/notesSlide2.xml" Id="R405f8668801d43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0dd60ed94743d3" /><Relationship Type="http://schemas.openxmlformats.org/officeDocument/2006/relationships/notesSlide" Target="/ppt/notesSlides/notesSlide3.xml" Id="Rc4c88d69ede14b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b61ab6de948eb" /><Relationship Type="http://schemas.openxmlformats.org/officeDocument/2006/relationships/notesSlide" Target="/ppt/notesSlides/notesSlide4.xml" Id="Rde63488620db4f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254cb1feb6488a" /><Relationship Type="http://schemas.openxmlformats.org/officeDocument/2006/relationships/notesSlide" Target="/ppt/notesSlides/notesSlide5.xml" Id="R962c9520f44b47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53c45f0ac040d9" /><Relationship Type="http://schemas.openxmlformats.org/officeDocument/2006/relationships/notesSlide" Target="/ppt/notesSlides/notesSlide6.xml" Id="R229f4743c8674f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b16f4151b4d72" /><Relationship Type="http://schemas.openxmlformats.org/officeDocument/2006/relationships/notesSlide" Target="/ppt/notesSlides/notesSlide7.xml" Id="Rf2f2d74acd444e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c41998f4f41e2" /><Relationship Type="http://schemas.openxmlformats.org/officeDocument/2006/relationships/notesSlide" Target="/ppt/notesSlides/notesSlide8.xml" Id="R86185190063546b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cfc4b542c4e0c" /><Relationship Type="http://schemas.openxmlformats.org/officeDocument/2006/relationships/notesSlide" Target="/ppt/notesSlides/notesSlide9.xml" Id="R192e59083ed345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986e0beeef4271" /><Relationship Type="http://schemas.openxmlformats.org/officeDocument/2006/relationships/notesSlide" Target="/ppt/notesSlides/notesSlide10.xml" Id="R3624e6bb57c7474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620753c3e4a78" /><Relationship Type="http://schemas.openxmlformats.org/officeDocument/2006/relationships/notesSlide" Target="/ppt/notesSlides/notesSlide11.xml" Id="R65e069dbae604c7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2c071536d4569" /><Relationship Type="http://schemas.openxmlformats.org/officeDocument/2006/relationships/notesSlide" Target="/ppt/notesSlides/notesSlide12.xml" Id="R70bf362fff0d43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DBABABB2-4EFF-4D1A-B99C-D177645A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8D28239E-1BD1-48A4-95E5-3F5EABE9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070D2620-EE6A-49A7-8977-7477DE41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034F6A55-6083-4CF8-BE4B-A25A9115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9294DE49-CDF6-4AC1-A9D8-07D3E684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CDB00667-A384-401D-B9F8-541D4234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6373B05D-0B1D-4F83-B7A3-A1CDD90F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E04DB42-C615-4C86-BAAB-6921FC09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提示词、AIGC 与多模态工作流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D318134-CF6F-4B19-9329-5FE8015E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把提示词、文本生成、图像和视频生成组织成可复用、可复核的内容工作流。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85DBA264-48DF-4E59-8CD0-FED11528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提示词不是“让模型灵光一现的咒语”，而是一份可执行任务说明。输入材料不完整、目标含糊、验收标准缺失时，模型只能用自己的默认假设补空白；提示词再长，也不会自动把缺失事实变出来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1467EC21-6157-4702-A678-B5C26E6A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D4F222D4-9ABB-4D8E-8D9D-4FCE460F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OV-006 · OV-006-S01</a:t>
            </a:r>
          </a:p>
        </p:txBody>
      </p:sp>
    </p:spTree>
    <p:extLst>
      <p:ext uri="{BB962C8B-B14F-4D97-AF65-F5344CB8AC3E}">
        <p14:creationId xmlns:p14="http://schemas.microsoft.com/office/powerpoint/2010/main" val="9020188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AAE5DBB1-D7A4-4BFF-8791-43446F03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7C21D0E5-08E3-42FB-9234-346CE500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AB2F2550-C7F6-48F1-BD0D-5FA86F92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2C3BD314-8AE2-454E-945F-36FE24B6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E1661473-6997-4C55-9907-89F4B9C3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7545F93A-F8FE-4EE9-918A-98BEF4B1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写出包含任务、背景、输入、约束、示例、输出格式和验收标准的提示词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08467C3A-C28B-4369-88AD-31056136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判断何时使用零样本、少样本、任务分解或多候选一致性检查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80431521-358A-4C04-A25B-B366596E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设计覆盖文本、图像与视频的生成—选择—编辑—核验—发布工作流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302DF0FD-B59E-4EF8-BFC1-342EF4E6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识别商品事实、人物一致性、版权、隐私和品牌规范等多模态风险</a:t>
            </a:r>
          </a:p>
        </p:txBody>
      </p:sp>
    </p:spTree>
    <p:extLst>
      <p:ext uri="{BB962C8B-B14F-4D97-AF65-F5344CB8AC3E}">
        <p14:creationId xmlns:p14="http://schemas.microsoft.com/office/powerpoint/2010/main" val="18134780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C4FDFFA0-2C6D-4EE8-80BD-B06DC031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415282AC-1819-4CAD-968D-49BA0F7E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AFB18087-A682-45EB-902E-5A41179B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E944E3A8-AF3B-4AD8-8B92-8F45D607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388BCB4F-EC06-41B1-A885-D3289551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0EDAAF9-979F-462F-BE74-E4380C62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1CD0B13-E3ED-455C-AFBE-DBAA2059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一份可执行提示词的七个部分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1DA30BC-AD6C-4176-A55C-9862A211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A92E69C-C7A2-427C-BB82-6005F843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62EACB0-FE7B-44AE-A9E6-18DBB874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使用场景与受众 ：输出给谁、在哪个渠道使用、读者已有多少背景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0B357979-25B5-406A-8FAD-0B6D9079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A0307966-2303-4DC6-A0D3-0E27F72C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可信输入 ：原始文档、结构化字段、图片或数据；明确哪些是事实来源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EC2D8B3C-961E-432F-A712-7D9F25D1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3144DE63-F03B-4E06-8C31-6351381D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</p:spTree>
    <p:extLst>
      <p:ext uri="{BB962C8B-B14F-4D97-AF65-F5344CB8AC3E}">
        <p14:creationId xmlns:p14="http://schemas.microsoft.com/office/powerpoint/2010/main" val="759203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4B92EE75-DA9E-4D74-9427-59931D21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8DB8CE5E-BF3E-414D-89F9-82D19644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C60D3B71-9FEC-4AA1-96B9-86CAF67C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零样本适合常见、边界清楚的任务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79F54A79-D542-4F35-9338-1CBFDA40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C23DF387-81AC-47D3-9EFB-6E15C252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7AA6DBD-63CA-4E83-9FB6-702A8B1BF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E000835-1B15-4611-B961-FDB4307D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零样本、少样本与任务分解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85EB004-A029-4E7B-8954-6972A42F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零样本适合常见、边界清楚的任务；少样本用几个代表性示例约束格式和判断标准，尤其适合分类、抽取和风格统一。复杂任务可先拆成“提取事实—形成结构—生成草稿—按清单检查”几个可验证步骤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74093B3-B19F-4EFD-842F-13AB7B29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D3EAAE6-6C4A-4799-900A-09F83D62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不必索取或展示模型的完整隐藏推理。对外可要求的是 依据、关键步骤、假设和检查项 ：这些内容能被人或工具核对。对于有明确答案的任务，还可以生成多个候选，再比较结果是否一致…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B64D5880-FD45-4A15-ACB4-D3E0D5D7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EF307029-AD13-4D77-BEA2-5FF29BD5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零样本适合常见、边界清楚的任务</a:t>
            </a:r>
          </a:p>
        </p:txBody>
      </p:sp>
    </p:spTree>
    <p:extLst>
      <p:ext uri="{BB962C8B-B14F-4D97-AF65-F5344CB8AC3E}">
        <p14:creationId xmlns:p14="http://schemas.microsoft.com/office/powerpoint/2010/main" val="17562161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E959E509-0161-4F94-9BE9-012095C4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D0F43199-DAE5-4040-BC62-71B23C96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62EBB580-78CC-4DB5-A4D8-6F0C3B12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可复用模板要把变量与固定规则分开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B47C83F5-58D6-41C5-BB7F-F3FC8471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22BB9931-8A9B-4882-8356-24358564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5474EC1-67AE-465F-8615-2CE1E176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A7CA281-177D-44CF-95BB-F35725E7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把提示词变成可评测模板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289BFFA-B3E1-4EB7-8FA0-510F3F4C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可复用模板要把变量与固定规则分开。例如活动方案中的受众、日期和预算是变量，禁止编造嘉宾、必须给出风险预案是固定规则。为模板准备一组真实样例，记录通过率、常见遗漏和人工修改量…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AE188EB-EE51-49FE-B77A-AE536EAF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46D9CFA-BDA2-43D0-8EDD-A79D0F98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模型输出若要进入下游系统，应优先使用结构化格式并做程序校验。字段缺失、日期非法、引用为空或金额超出范围时，流程应明确失败，而不是悄悄继续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A1D5CDEF-423D-4887-9E03-013722DE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4D687003-5F5B-42E5-8B67-F4B4EB59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可复用模板要把变量与固定规则分开</a:t>
            </a:r>
          </a:p>
        </p:txBody>
      </p:sp>
    </p:spTree>
    <p:extLst>
      <p:ext uri="{BB962C8B-B14F-4D97-AF65-F5344CB8AC3E}">
        <p14:creationId xmlns:p14="http://schemas.microsoft.com/office/powerpoint/2010/main" val="19585091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28D34559-C346-491E-95A1-570EB726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F929D35-0270-40B1-8B14-A92C69DB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60165ACF-5798-4E85-95B9-8FF8D96D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文本生成要区分来源事实与模型表述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DA870CFF-EFF9-4411-BE63-C014655F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70916133-A713-46CC-B84F-B0CA6D9D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5416678-E468-4D8B-913D-F6023755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348E77B-BDCD-43F0-8778-571138F7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文本、图像与视频需要不同控制点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162F807-2374-41AA-A061-A438EC8E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文本生成要区分来源事实与模型表述，新闻、产品参数、价格和政策不能由模型自行补齐。图像生成要检查主体细节、文字、商标、人物授权、风格模仿和品牌一致性。视频还增加镜头连续性、人物与物体一致性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36D0C2D-863C-44B6-A297-3D5586D0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E940BEE-BD31-4FBB-8410-C43F3BB6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多模态工作流通常先用低成本方式探索方向，再把选中的方案提升到可交付质量。生成模型适合快速扩展候选，不适合替团队做最终事实、版权和伦理判断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D7CD4DDD-721C-4662-B76B-5A9CE9C7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31B0D23C-E32D-4988-BEA9-9AAC34FB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文本生成要区分来源事实与模型表述</a:t>
            </a:r>
          </a:p>
        </p:txBody>
      </p:sp>
    </p:spTree>
    <p:extLst>
      <p:ext uri="{BB962C8B-B14F-4D97-AF65-F5344CB8AC3E}">
        <p14:creationId xmlns:p14="http://schemas.microsoft.com/office/powerpoint/2010/main" val="14820736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DC72AEAA-654F-4924-B630-1FA5E0AA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CA797830-C090-4B0B-915B-447FAA09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C90588CA-B9B5-40B4-B1F6-7261096E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409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以电商上新为例，商品名称、尺寸、材质、价格和库存来自业务系统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AE9A7021-14D8-46BC-BB82-FC05F34F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1A3F7B4B-E96D-46EA-8DB6-1FADB1B8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4DC480C-2E7D-4F95-9F85-97B03245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F359AC2-40C1-4F58-871E-495C07B9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AIGC 接入业务流程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0FB2753-FA70-44FB-A4EB-054C932D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以电商上新为例，商品名称、尺寸、材质、价格和库存来自业务系统；模型可基于这些受控字段生成不同渠道文案、视觉草图和短视频分镜。商品主图要回到真实商品核对，功效和售后承诺走业务审批…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7C5841E-1754-4F8B-A6E2-640DA0FA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7507DA9-33F0-4250-889A-827D8D29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当 AIGC 接入知识库、核稿或审批，权限和失败处理比“写得像不像”更重要。模型能起草，不代表能批准；能读取资料，不代表能把资料发到外部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2C6B1875-14AE-4796-B684-2FECA0F5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7E973A92-D089-4235-8252-E355357E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以电商上新为例，商品名称、尺寸、材质、价格和库存来自业务系统</a:t>
            </a:r>
          </a:p>
        </p:txBody>
      </p:sp>
    </p:spTree>
    <p:extLst>
      <p:ext uri="{BB962C8B-B14F-4D97-AF65-F5344CB8AC3E}">
        <p14:creationId xmlns:p14="http://schemas.microsoft.com/office/powerpoint/2010/main" val="807979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CCE71049-21B3-4EC5-AE88-A06EC35D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B3DD7F91-3754-41EF-A6D5-0C5EB58F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8B237892-A48E-4EC4-9AD2-AFF863DD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从“帮我写活动方案”到可验收任务必须经过边界验证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6773D35-F686-48D3-A144-ABEB0495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77B19D0D-2A92-4AEC-9178-6CC31AAE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22461F6D-9488-4AA3-AC9A-B41C447C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从“帮我写活动方案”到可验收任务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C1C9610-BD8D-4F28-9773-6EF60DF5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63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场景｜模糊请求只有一个动作，没有输入和成功标准。改写后的任务可以是：面向 30 名新员工，依据提供的培训目标、场地和预算表，生成半天活动议程；输出时间、环节、负责人…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B2C7EA38-4F6A-4842-ABE3-DA5AE442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机制｜模型先根据可信输入生成两个候选，负责人选择方向后再改写。程序检查时间是否冲突、预算字段是否齐全，人再确认安全、可执行性与对外表述。提示词在这里是流程入口，不是交付终点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D5DB1F8A-CDAA-4B93-876A-98DF2654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267002E4-8345-40EE-8F9B-9101F088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从“帮我写活动方案”到可验收任务必须经过边界验证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2348245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591FD20E-5129-4A97-A7D8-1639B408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FAAD68A1-CB7D-46E8-AA4B-723844E7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1FF52AE2-F5AA-4556-A6AB-3EB05804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商品短视频的多模态流水线必须经过边界验证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12C6A888-25EB-49C3-B833-495721B5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34456E66-D9B1-4138-A26E-4ADEE560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2BE5218-2080-4D25-8822-BE65A661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商品短视频的多模态流水线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ED33CD06-8D6E-495B-87A1-D0BC5A10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场景｜团队先锁定真实商品图和参数，生成三套分镜草案；选定一套后制作关键帧，再生成短视频候选。编辑者逐镜检查商品外观、文字、手部动作和镜头连续性…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ACB0B1C9-2E8E-4E8F-B323-B8BC4E4C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验证｜验收“商品短视频的多模态流水线”时，要同时记录适用场景、证据来源、失败条件与人工责任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DCE56270-1E11-419C-A112-F3E654BF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65528DF2-49B9-4B85-898A-829659D7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商品短视频的多模态流水线必须经过边界验证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7895690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CB3B370F-9E1D-4D08-8929-586F0CF1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D556803B-2BC6-422B-B6FE-A9693C5A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01728A38-9E5F-468B-B12E-BA058119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5F9D135D-EBD5-415D-8AF8-2EA094766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214ECA8E-766E-4C19-8076-982D37F5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B0564A8B-9D73-46BF-9F73-698DF3B1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E6E94F93-8F88-4DF6-BADE-0A9C7EEF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FC013346-9BFD-41ED-B26F-E3408D4C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把一个真实模糊请求改写成七部分任务说明，并标出哪些输入仍然缺失。；为同一抽取任务分别写零样本和少样本版本，用 10 个样例比较字段完整率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454509DC-A973-48DB-9ED7-0606058F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697B89FD-7B21-4369-A27F-8A34EEB5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7B06B8AE-B001-4248-A4F0-22AAB25D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AE179EF3-6D49-4BEB-8F80-8A23D066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设计一条图文或短视频流程，写出每一步的输入、输出、自动检查和人工责任人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9DECD76C-235C-4EB4-8CBA-7EE77D25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31AC402C-9336-4F15-A40D-33483F55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21731FF1-FFBB-4C4E-ACC5-72C33183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D133CD8D-D63D-4BC3-A64F-A92D85D3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为生成内容建立发布清单，至少覆盖事实、版权、隐私、品牌与可访问性</a:t>
            </a:r>
          </a:p>
        </p:txBody>
      </p:sp>
    </p:spTree>
    <p:extLst>
      <p:ext uri="{BB962C8B-B14F-4D97-AF65-F5344CB8AC3E}">
        <p14:creationId xmlns:p14="http://schemas.microsoft.com/office/powerpoint/2010/main" val="11875672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C30ECE56-0D3D-4206-8689-9C472957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17221352-5E0F-4B31-9032-C790DBB0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E43A8767-6ED6-43DF-AAB0-6F14B64A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F712CF01-A8E1-44FF-B061-9C3F621E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83EAC41B-A016-4ED4-A4F0-CB15929D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0C64CB2A-4150-42E2-A86B-B78E257E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60921368-CA43-4230-B5C0-FEEB009D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D2F2B455-0CB7-413D-8F7E-18A39B42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24424D84-AA74-4B0F-B741-99B47913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A2005CD1-E178-4CBA-90B1-A7E5597A8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D2F737CD-2327-4F79-9F47-D8F1B3EF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8585278-6506-4A79-8872-CD9C9E63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可复用模板要把变量与固定规则分开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7EACF1C9-D0E4-440E-A590-28526C10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80EA469A-3C55-4C27-A1F6-96DD913E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AF49FF37-9F51-4E5B-A6D9-B7E9D44E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16B16A1C-5355-491F-8CB7-9E3AF995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以电商上新为例，商品名称、尺寸、材质、价格和库存来自业务系统</a:t>
            </a:r>
          </a:p>
        </p:txBody>
      </p:sp>
    </p:spTree>
    <p:extLst>
      <p:ext uri="{BB962C8B-B14F-4D97-AF65-F5344CB8AC3E}">
        <p14:creationId xmlns:p14="http://schemas.microsoft.com/office/powerpoint/2010/main" val="13096990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7867B4AA-5A6B-4B65-B9D1-141A4115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40F12731-E2EC-43DA-A46A-31317F0F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8A0E41F5-EB12-4420-99EA-C87BF703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8234356B-14CE-4576-862E-0EF0AC54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8A4EA62B-E104-4004-9CAE-95EF0071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95C529B0-B47C-4420-A2FE-F61FA2AE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59EFD0DC-25C6-4F2F-AE50-ACF42976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实践时请为每次生成保存输入来源、模型版本、提示模板、人工修改与批准记录；这份记录既服务复盘，也服务版权与责任追踪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BC88E1C5-FCB5-48A1-BD57-D596E126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EA2A8660-E55C-4122-B6F5-0609C26D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7440356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2026-07-11T12:05:14.2250000Z</dcterms:created>
  <dcterms:modified xsi:type="dcterms:W3CDTF">2026-07-11T12:05:14.2250000Z</dcterms:modified>
</coreProperties>
</file>