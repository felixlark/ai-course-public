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a215767cb34fc9" /><Relationship Type="http://schemas.openxmlformats.org/officeDocument/2006/relationships/extended-properties" Target="/docProps/app.xml" Id="Raf46727ff9304d8c" /><Relationship Type="http://schemas.openxmlformats.org/officeDocument/2006/relationships/officeDocument" Target="/ppt/presentation.xml" Id="Rf0d569952b3a49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9902d40b134c4a"/>
  </p:sldMasterIdLst>
  <p:notesMasterIdLst>
    <p:notesMasterId xmlns:r="http://schemas.openxmlformats.org/officeDocument/2006/relationships" r:id="R0a86142bafec41c7"/>
  </p:notesMasterIdLst>
  <p:sldIdLst>
    <p:sldId xmlns:r="http://schemas.openxmlformats.org/officeDocument/2006/relationships" id="256" r:id="Rac6d219b66b74a5c"/>
    <p:sldId xmlns:r="http://schemas.openxmlformats.org/officeDocument/2006/relationships" id="257" r:id="Rd3219647af4542cb"/>
    <p:sldId xmlns:r="http://schemas.openxmlformats.org/officeDocument/2006/relationships" id="258" r:id="R146f05c8f9b646bd"/>
    <p:sldId xmlns:r="http://schemas.openxmlformats.org/officeDocument/2006/relationships" id="259" r:id="Rb4e5ad8faf1041c1"/>
    <p:sldId xmlns:r="http://schemas.openxmlformats.org/officeDocument/2006/relationships" id="260" r:id="Rd7395c5c165b4091"/>
    <p:sldId xmlns:r="http://schemas.openxmlformats.org/officeDocument/2006/relationships" id="261" r:id="Re1ae7576dceb4651"/>
    <p:sldId xmlns:r="http://schemas.openxmlformats.org/officeDocument/2006/relationships" id="262" r:id="R9fffa5a448d74ebb"/>
    <p:sldId xmlns:r="http://schemas.openxmlformats.org/officeDocument/2006/relationships" id="263" r:id="R160892137e2d4672"/>
    <p:sldId xmlns:r="http://schemas.openxmlformats.org/officeDocument/2006/relationships" id="264" r:id="Rf61f1cfdafc246cf"/>
    <p:sldId xmlns:r="http://schemas.openxmlformats.org/officeDocument/2006/relationships" id="265" r:id="R82970a4d4a0940cd"/>
    <p:sldId xmlns:r="http://schemas.openxmlformats.org/officeDocument/2006/relationships" id="266" r:id="R6fe08070dfa64489"/>
    <p:sldId xmlns:r="http://schemas.openxmlformats.org/officeDocument/2006/relationships" id="267" r:id="Rd451a1fe782a4ae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49835dc84946ee" /><Relationship Type="http://schemas.openxmlformats.org/officeDocument/2006/relationships/slideMaster" Target="/ppt/slideMasters/slideMaster1.xml" Id="Rfc9902d40b134c4a" /><Relationship Type="http://schemas.openxmlformats.org/officeDocument/2006/relationships/notesMaster" Target="/ppt/notesMasters/notesMaster1.xml" Id="R0a86142bafec41c7" /><Relationship Type="http://schemas.openxmlformats.org/officeDocument/2006/relationships/presProps" Target="/ppt/presProps.xml" Id="R161162ecfb524350" /><Relationship Type="http://schemas.openxmlformats.org/officeDocument/2006/relationships/tableStyles" Target="/ppt/tableStyles.xml" Id="R56e48bec503a4f73" /><Relationship Type="http://schemas.openxmlformats.org/officeDocument/2006/relationships/slide" Target="/ppt/slides/slide1.xml" Id="Rac6d219b66b74a5c" /><Relationship Type="http://schemas.openxmlformats.org/officeDocument/2006/relationships/slide" Target="/ppt/slides/slide2.xml" Id="Rd3219647af4542cb" /><Relationship Type="http://schemas.openxmlformats.org/officeDocument/2006/relationships/slide" Target="/ppt/slides/slide3.xml" Id="R146f05c8f9b646bd" /><Relationship Type="http://schemas.openxmlformats.org/officeDocument/2006/relationships/slide" Target="/ppt/slides/slide4.xml" Id="Rb4e5ad8faf1041c1" /><Relationship Type="http://schemas.openxmlformats.org/officeDocument/2006/relationships/slide" Target="/ppt/slides/slide5.xml" Id="Rd7395c5c165b4091" /><Relationship Type="http://schemas.openxmlformats.org/officeDocument/2006/relationships/slide" Target="/ppt/slides/slide6.xml" Id="Re1ae7576dceb4651" /><Relationship Type="http://schemas.openxmlformats.org/officeDocument/2006/relationships/slide" Target="/ppt/slides/slide7.xml" Id="R9fffa5a448d74ebb" /><Relationship Type="http://schemas.openxmlformats.org/officeDocument/2006/relationships/slide" Target="/ppt/slides/slide8.xml" Id="R160892137e2d4672" /><Relationship Type="http://schemas.openxmlformats.org/officeDocument/2006/relationships/slide" Target="/ppt/slides/slide9.xml" Id="Rf61f1cfdafc246cf" /><Relationship Type="http://schemas.openxmlformats.org/officeDocument/2006/relationships/slide" Target="/ppt/slides/slide10.xml" Id="R82970a4d4a0940cd" /><Relationship Type="http://schemas.openxmlformats.org/officeDocument/2006/relationships/slide" Target="/ppt/slides/slide11.xml" Id="R6fe08070dfa64489" /><Relationship Type="http://schemas.openxmlformats.org/officeDocument/2006/relationships/slide" Target="/ppt/slides/slide12.xml" Id="Rd451a1fe782a4a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aa172410da44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b923e46bdc4ceb" /><Relationship Type="http://schemas.openxmlformats.org/officeDocument/2006/relationships/notesMaster" Target="/ppt/notesMasters/notesMaster1.xml" Id="R69003783d4f840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93df9cef064de8" /><Relationship Type="http://schemas.openxmlformats.org/officeDocument/2006/relationships/notesMaster" Target="/ppt/notesMasters/notesMaster1.xml" Id="R6198b203da3048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276fcfacab49b6" /><Relationship Type="http://schemas.openxmlformats.org/officeDocument/2006/relationships/notesMaster" Target="/ppt/notesMasters/notesMaster1.xml" Id="R2c61789b5fdd40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c7ecc7c67a4774" /><Relationship Type="http://schemas.openxmlformats.org/officeDocument/2006/relationships/notesMaster" Target="/ppt/notesMasters/notesMaster1.xml" Id="R7dad19d4a5e644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2afab7ee56487a" /><Relationship Type="http://schemas.openxmlformats.org/officeDocument/2006/relationships/notesMaster" Target="/ppt/notesMasters/notesMaster1.xml" Id="Rc1e443f5098347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1d8dc310e04326" /><Relationship Type="http://schemas.openxmlformats.org/officeDocument/2006/relationships/notesMaster" Target="/ppt/notesMasters/notesMaster1.xml" Id="Reedfb1ff80d942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d4154cf3c44681" /><Relationship Type="http://schemas.openxmlformats.org/officeDocument/2006/relationships/notesMaster" Target="/ppt/notesMasters/notesMaster1.xml" Id="R7d04950441d546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175e89f5584240" /><Relationship Type="http://schemas.openxmlformats.org/officeDocument/2006/relationships/notesMaster" Target="/ppt/notesMasters/notesMaster1.xml" Id="R9ab038f159644a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5542bbc9fd64953" /><Relationship Type="http://schemas.openxmlformats.org/officeDocument/2006/relationships/notesMaster" Target="/ppt/notesMasters/notesMaster1.xml" Id="Rfe3b530dac2c45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57d63c2a424888" /><Relationship Type="http://schemas.openxmlformats.org/officeDocument/2006/relationships/notesMaster" Target="/ppt/notesMasters/notesMaster1.xml" Id="Rc36a12c3a5c747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6ab8e19de04a9e" /><Relationship Type="http://schemas.openxmlformats.org/officeDocument/2006/relationships/notesMaster" Target="/ppt/notesMasters/notesMaster1.xml" Id="R357c0025390644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aedc8e6c6f74e01" /><Relationship Type="http://schemas.openxmlformats.org/officeDocument/2006/relationships/notesMaster" Target="/ppt/notesMasters/notesMaster1.xml" Id="Rf92743247aa649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185c806e6747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d86e7aafb24442" /><Relationship Type="http://schemas.openxmlformats.org/officeDocument/2006/relationships/slideLayout" Target="/ppt/slideLayouts/slideLayout1.xml" Id="R76413ec225c247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413ec225c247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9480219034c21" /><Relationship Type="http://schemas.openxmlformats.org/officeDocument/2006/relationships/notesSlide" Target="/ppt/notesSlides/notesSlide1.xml" Id="R52053070285f4d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8cf7353a34b33" /><Relationship Type="http://schemas.openxmlformats.org/officeDocument/2006/relationships/notesSlide" Target="/ppt/notesSlides/notesSlide2.xml" Id="R9d50dedbd5d946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f6cec85104055" /><Relationship Type="http://schemas.openxmlformats.org/officeDocument/2006/relationships/notesSlide" Target="/ppt/notesSlides/notesSlide3.xml" Id="R532b3614019848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55b128f3e4461" /><Relationship Type="http://schemas.openxmlformats.org/officeDocument/2006/relationships/notesSlide" Target="/ppt/notesSlides/notesSlide4.xml" Id="Rf391cf04d00047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d708c8a8b487b" /><Relationship Type="http://schemas.openxmlformats.org/officeDocument/2006/relationships/notesSlide" Target="/ppt/notesSlides/notesSlide5.xml" Id="Rd690143ea7b44a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a243e8eb44ce6" /><Relationship Type="http://schemas.openxmlformats.org/officeDocument/2006/relationships/notesSlide" Target="/ppt/notesSlides/notesSlide6.xml" Id="R6e399816392346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68d785e4b4792" /><Relationship Type="http://schemas.openxmlformats.org/officeDocument/2006/relationships/notesSlide" Target="/ppt/notesSlides/notesSlide7.xml" Id="R10d4d9bc068543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3c7d7f8514e7a" /><Relationship Type="http://schemas.openxmlformats.org/officeDocument/2006/relationships/notesSlide" Target="/ppt/notesSlides/notesSlide8.xml" Id="R9e0d8125bcad4f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859c9e08945ae" /><Relationship Type="http://schemas.openxmlformats.org/officeDocument/2006/relationships/notesSlide" Target="/ppt/notesSlides/notesSlide9.xml" Id="Rd48dec86cca44d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5e0cd6c394a28" /><Relationship Type="http://schemas.openxmlformats.org/officeDocument/2006/relationships/notesSlide" Target="/ppt/notesSlides/notesSlide10.xml" Id="Rcd3e1bfb4f5b4c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088c7976a40bd" /><Relationship Type="http://schemas.openxmlformats.org/officeDocument/2006/relationships/notesSlide" Target="/ppt/notesSlides/notesSlide11.xml" Id="R7bd558d1ceb141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bac9b6f8cc47e9" /><Relationship Type="http://schemas.openxmlformats.org/officeDocument/2006/relationships/notesSlide" Target="/ppt/notesSlides/notesSlide12.xml" Id="Re38736db60fb449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B0F8EF2F-4C75-41ED-A972-550930AD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5FC620C7-4A95-4641-A94C-B99127DB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64ABEA77-970E-4023-89F4-113CEEC6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6A82A6BA-0DE7-4758-B49F-C214CBEB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5F8681C-86A7-4B3E-A0F8-2252D59B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8724328-E28D-4103-822A-79B5507B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A892161-5DBC-449E-8C46-DFFD1B0F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AEF08F6-B192-44EA-AC13-D43F31FE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提示词、AIGC 与多模态工作流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1709030-95D1-498C-91DF-1ECBE90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把提示词、文本生成、图像和视频生成组织成可复用、可复核的内容工作流。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68C5508-2E16-494B-B652-936BCE15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提示词不是“让模型灵光一现的咒语”，而是一份可执行任务说明。输入材料不完整、目标含糊、验收标准缺失时，模型只能用自己的默认假设补空白；提示词再长，也不会自动把缺失事实变出来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C2572C9-7900-4CD4-8532-FBD59775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F69D4BD8-E2B2-47E1-A7AF-1205B763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OV-006 · OV-006-S01</a:t>
            </a:r>
          </a:p>
        </p:txBody>
      </p:sp>
    </p:spTree>
    <p:extLst>
      <p:ext uri="{BB962C8B-B14F-4D97-AF65-F5344CB8AC3E}">
        <p14:creationId xmlns:p14="http://schemas.microsoft.com/office/powerpoint/2010/main" val="1250714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10945804-75B3-4F74-8796-E9D38952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C5387D38-B7A7-4965-9C8D-9A3885A6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4C52D210-6713-4885-BA92-DD32C114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4648DB60-770A-4105-B99C-AD24D0D9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9623BA56-07E8-46AA-81BA-A7F1DCB0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5EC4CFAD-3597-4F57-B470-C89F803B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写出包含任务、背景、输入、约束、示例、输出格式和验收标准的提示词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D074F745-CF2D-41E0-A1BA-80A9730C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判断何时使用零样本、少样本、任务分解或多候选一致性检查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F4B237BE-321C-442D-9358-755FA5D2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设计覆盖文本、图像与视频的生成—选择—编辑—核验—发布工作流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A01B2081-3FFB-411B-BDFC-341730A5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识别商品事实、人物一致性、版权、隐私和品牌规范等多模态风险</a:t>
            </a:r>
          </a:p>
        </p:txBody>
      </p:sp>
    </p:spTree>
    <p:extLst>
      <p:ext uri="{BB962C8B-B14F-4D97-AF65-F5344CB8AC3E}">
        <p14:creationId xmlns:p14="http://schemas.microsoft.com/office/powerpoint/2010/main" val="9481909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A6CAA713-5BB5-4F5F-B444-C68BDDF8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4222EDB-5D3F-42F3-9227-8764532A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B22583F0-6E6A-49EB-92A3-2ADAF340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A9173F7E-6AE7-4DF8-9845-1FC651EC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0111FE54-B453-4AFE-8E3A-7FAEF40B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B76CB83-E7A1-4A73-9DCB-112BE3A1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89ACE34-4A32-4292-9DEC-84BFE08D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一份可执行提示词的七个部分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B0E82E8-4A36-411A-AFB4-B7037F8B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D599278-4E1D-47DC-8AC8-AD75722F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2F073FA-FEA8-4742-BE44-A9B9C398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使用场景与受众 ：输出给谁、在哪个渠道使用、读者已有多少背景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22092EA3-381B-43EA-A16C-F61F383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8D6FA282-46FA-4983-8F2B-0799F0DC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可信输入 ：原始文档、结构化字段、图片或数据；明确哪些是事实来源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9919A745-1BBA-4519-830D-4E19D58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99753C0D-7590-43ED-8E88-B2E689A1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</p:spTree>
    <p:extLst>
      <p:ext uri="{BB962C8B-B14F-4D97-AF65-F5344CB8AC3E}">
        <p14:creationId xmlns:p14="http://schemas.microsoft.com/office/powerpoint/2010/main" val="13077998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0CDAE4AC-7D7E-4D43-8C91-0950FF8F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5F09C7A1-D062-4075-85F0-CFF19308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AB3DFEFE-B1B6-4AAE-AEC1-D86F968B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零样本适合常见、边界清楚的任务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77408A8-4206-48E0-820F-AC145A78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AD4E48C0-A816-4050-976B-F3757C1B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DF6F97B-CA70-4ADA-B9D1-AFBECE9D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874F2BE-727C-4FD4-A029-E45E3FA4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零样本、少样本与任务分解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767B7D7-90A8-424B-AE7D-13367238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零样本适合常见、边界清楚的任务；少样本用几个代表性示例约束格式和判断标准，尤其适合分类、抽取和风格统一。复杂任务可先拆成“提取事实—形成结构—生成草稿—按清单检查”几个可验证步骤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7086158-A257-402E-8DE3-7A7AD1A6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2445468-3DDC-4DF7-A0C6-A402100D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不必索取或展示模型的完整隐藏推理；对外可要求的是 依据、关键步骤、假设和检查项；这些内容能被人或工具核对；对于有明确答案的任务；还可以生成多个候选；再比较结果是否一致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A92A216-66F3-44EA-A76A-76598DF7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8BEC9CBA-2E2E-496D-8E95-A442FFA5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零样本适合常见、边界清楚的任务</a:t>
            </a:r>
          </a:p>
        </p:txBody>
      </p:sp>
    </p:spTree>
    <p:extLst>
      <p:ext uri="{BB962C8B-B14F-4D97-AF65-F5344CB8AC3E}">
        <p14:creationId xmlns:p14="http://schemas.microsoft.com/office/powerpoint/2010/main" val="15960509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9DD25006-677A-42FA-8980-1B8C3411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EEC70077-E8B2-4A67-9F92-4759016D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13CEB99E-E476-4A19-A439-1C28559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D6EB712C-29C1-47EE-A8D9-D29A7AA9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7D084D57-A189-486B-AA33-E1DDC8A1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03BD534-5F08-40C6-9786-23C41028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5B36DC6-63BC-46AE-BFFC-115867DA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把提示词变成可评测模板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8BF2762-A89D-4A0E-B58D-42AAADDD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可复用模板要把变量与固定规则分开；例如活动方案中的受众、日期和预算是变量；禁止编造嘉宾、必须给出风险预案是固定规则；为模板准备一组真实样例；记录通过率、常见遗漏和人工修改量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E67A8D3-3657-4C01-A303-59F0209B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0F74658-85D0-4539-9E7E-67CB1043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模型输出若要进入下游系统，应优先使用结构化格式并做程序校验。字段缺失、日期非法、引用为空或金额超出范围时，流程应明确失败，而不是悄悄继续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B33FC24-99D4-4EE4-9A80-377F93EA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A325C19D-21E7-4C5B-92A0-C22046D3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</p:spTree>
    <p:extLst>
      <p:ext uri="{BB962C8B-B14F-4D97-AF65-F5344CB8AC3E}">
        <p14:creationId xmlns:p14="http://schemas.microsoft.com/office/powerpoint/2010/main" val="1915018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A3B2B743-E336-48E9-8F7B-9DF1B25A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CEC6EBD7-6850-4E14-907C-6562BA68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73CFE2E4-E04A-4BE2-A63D-7449F0F2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文本生成要区分来源事实与模型表述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F42DAA5-3F17-4585-821B-E0510DB6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F767F407-031B-4775-ABC1-25ABC036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6837667-888E-45C0-9D72-1829E8D3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0C421EC-D888-429C-A72D-0C8A5BB0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文本、图像与视频需要不同控制点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A9A88BA-EFEE-419D-A652-9EC86C7F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文本生成要区分来源事实与模型表述；新闻、产品参数、价格和政策不能由模型自行补齐；图像生成要检查主体细节、文字、商标、人物授权、风格模仿和品牌一致性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12FDB67-BADE-4383-A833-79F0843C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5BA5374-77FF-4D9E-9E30-E02ABA93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多模态工作流通常先用低成本方式探索方向，再把选中的方案提升到可交付质量。生成模型适合快速扩展候选，不适合替团队做最终事实、版权和伦理判断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37DB3D5B-83BC-4B43-8E81-4DE850D8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6F118D86-9D1B-4ACA-879C-A4DCC7AC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文本生成要区分来源事实与模型表述</a:t>
            </a:r>
          </a:p>
        </p:txBody>
      </p:sp>
    </p:spTree>
    <p:extLst>
      <p:ext uri="{BB962C8B-B14F-4D97-AF65-F5344CB8AC3E}">
        <p14:creationId xmlns:p14="http://schemas.microsoft.com/office/powerpoint/2010/main" val="14616054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681720F5-266E-4BC2-BEE8-624D51C4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96E85FA9-5E9B-4335-91D0-3489E97A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1B6F2908-AFF0-41CB-A6C8-8B4A30FD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业务数据先锁定，AIGC 再生成可审核内容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DC79FB4A-1BEF-4332-AA70-B8E43DE8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E4C6AF6C-096D-4747-BBEE-77488E63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578C2C6-05CE-4D90-85FA-E5456733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082F67B-A55A-4E66-9FAE-E7A83C8F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AIGC 接入业务流程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64E3EA7-7287-4EF4-8452-8296FECA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以电商上新为例，商品名称、尺寸、材质、价格和库存来自业务系统；模型可基于这些受控字段生成不同渠道文案、视觉草图和短视频分镜；商品主图要回到真实商品核对；功效和售后承诺走业务审批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5637C01-16EF-465D-9FDF-D8967EDB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B8080AB-D859-4960-B5C7-EDD87F25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 AIGC 接入知识库、核稿或审批，权限和失败处理比“写得像不像”更重要。模型能起草，不代表能批准；能读取资料，不代表能把资料发到外部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C126896E-9CE1-4C9C-B3F6-34731367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B612C709-F96C-411D-B3CF-C06AEED2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业务数据先锁定，AIGC 再生成可审核内容</a:t>
            </a:r>
          </a:p>
        </p:txBody>
      </p:sp>
    </p:spTree>
    <p:extLst>
      <p:ext uri="{BB962C8B-B14F-4D97-AF65-F5344CB8AC3E}">
        <p14:creationId xmlns:p14="http://schemas.microsoft.com/office/powerpoint/2010/main" val="18664809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B37183B2-AA31-4133-B999-DA9604B1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9EBBC56-0BC3-445B-A2C4-0009009F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1EFFE339-0321-4125-BC2E-70A132B5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可验收任务必须补齐输入、约束与成功标准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E479F57F-8CA2-44BA-8371-7DD19889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C12C999-9B35-4430-A394-9D190058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BA8267C-F75F-40B6-B5C4-EFB05CA5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从“帮我写活动方案”到可验收任务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07726E6-38DB-42FA-9A3C-B4DA4327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场景｜模糊请求只有一个动作，没有输入和成功标准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A64A646-E385-4D34-9537-C87E97B0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567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机制｜改写后的任务可以是：面向 30 名新员工，依据提供的培训目标、场地和预算表，生成半天活动议程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082CC239-F876-45E1-825C-4D992499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边界｜输出时间、环节、负责人、物料和风险五列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AEF525C2-E815-4A77-AFD9-940CEC0C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机制｜不得虚构讲师和价格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1D8B9241-4709-4B38-9F3B-D5A1AA57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边界｜最后列出仍需人工补充的字段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56FC44A9-0A7C-4383-98AA-5B644628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DAF3DED-3FDA-4091-91FD-6FAF9B6A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可验收任务必须补齐输入、约束与成功标准</a:t>
            </a:r>
          </a:p>
        </p:txBody>
      </p:sp>
    </p:spTree>
    <p:extLst>
      <p:ext uri="{BB962C8B-B14F-4D97-AF65-F5344CB8AC3E}">
        <p14:creationId xmlns:p14="http://schemas.microsoft.com/office/powerpoint/2010/main" val="14227572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20AA6A0-D581-41CC-AC95-F836B02A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8ED1838-BE71-4D99-A2A4-E744B479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D679931-9255-4492-A05C-76B67CC1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多模态流水线要逐镜核对商品与连续性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8E4810BF-33C3-4E83-8496-3F650669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F66866E3-092E-4A61-AFCF-A63EB826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CF79945-F5ED-4A4B-842E-6D1F269F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商品短视频的多模态流水线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4DC7C9E4-3C85-41AB-8C1F-690C8D96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方法｜团队先锁定真实商品图和参数，生成三套分镜草案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626F12A-CF4A-4151-BBFB-6DBB3AF9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方法｜选定一套后制作关键帧，再生成短视频候选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C8ABA322-A900-4F24-A297-C01E7C1C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83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机制｜编辑者逐镜检查商品外观、文字、手部动作和镜头连续性，并用已授权音乐与配音替换临时素材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D35718FB-56ED-42A8-B19A-6D497602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694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方法｜发布前由业务负责人核对价格和功效，由品牌负责人核对视觉，由素材管理员保存来源与授权记录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B7536E8-3922-4AE8-B8F3-10A0EEC3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5A06D04D-DEC8-432C-B79B-97EBEDF7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多模态流水线要逐镜核对商品与连续性</a:t>
            </a:r>
          </a:p>
        </p:txBody>
      </p:sp>
    </p:spTree>
    <p:extLst>
      <p:ext uri="{BB962C8B-B14F-4D97-AF65-F5344CB8AC3E}">
        <p14:creationId xmlns:p14="http://schemas.microsoft.com/office/powerpoint/2010/main" val="2751994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97854CDB-5CCC-44C3-9613-4D103A35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DDBD0E0-D236-4927-B780-73ED47C9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5BAB4E1-BBD2-4929-8210-3494A4FB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A725976E-8142-4692-B78D-962A29B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FF4C7F34-D838-4A73-8186-5892D8EE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B45BAD99-49D7-4666-8622-DF2450BE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02F03CC-2647-4F6C-B6D9-4614D05A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B81511B9-71FC-43BD-8678-7574C1BA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把一个真实模糊请求改写成七部分任务说明，并标出哪些输入仍然缺失；为同一抽取任务分别写零样本和少样本版本，用 10 个样例比较字段完整率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A52D5698-CF87-4709-9148-D021A005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4FC52457-7D0B-4819-AF67-154731DF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183F44FD-8C04-4DAD-9840-BBC8AE4B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88ED311-6161-443D-B9C4-CC3DE520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设计一条图文或短视频流程，写出每一步的输入、输出、自动检查和人工责任人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FB5FB79-1438-499D-96D7-0B0F80A0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64A7498D-83D4-4D3B-8F93-C5741514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B818B60F-313C-4FB9-B831-A7CC1059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69BE970B-64E4-4C52-BD54-228B9320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为生成内容建立发布清单，至少覆盖事实、版权、隐私、品牌与可访问性</a:t>
            </a:r>
          </a:p>
        </p:txBody>
      </p:sp>
    </p:spTree>
    <p:extLst>
      <p:ext uri="{BB962C8B-B14F-4D97-AF65-F5344CB8AC3E}">
        <p14:creationId xmlns:p14="http://schemas.microsoft.com/office/powerpoint/2010/main" val="18643383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8B4CA27B-8CC7-4D8B-B725-509F20AC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E39BB136-849E-44E5-B40A-9693407F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82B1E5EC-62F5-47EF-BE3E-400E8AFC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65327173-358A-4DED-8302-280A048C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325D700F-9D8F-4DB0-9C25-44E9EDBD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234B97D3-D708-4183-AB11-4A45B613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08C48B4-2566-40A3-92CF-26BED2F4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9EDF937-D23B-482F-9C3C-4A1DD58C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 ：要完成什么动作，而不是泛泛地说“帮我优化”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CB8B8B84-D386-4454-9B05-DC3BE221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FBC6C0BE-FC4F-4629-8941-197DD6F5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03B814FB-A261-45CA-85EC-74CDF2DE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3095212B-9384-42BA-AD20-493EF18B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可复用模板要把变量与固定规则分开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85C2A59D-1FE6-4484-B675-BBC2076D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10B6E5EC-778A-4EE7-B5AA-4D455595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DB9B2E0D-2E48-48D2-BF69-7B20F885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6E7B0104-45E5-4D26-A86F-4AB98489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业务数据先锁定，AIGC 再生成可审核内容</a:t>
            </a:r>
          </a:p>
        </p:txBody>
      </p:sp>
    </p:spTree>
    <p:extLst>
      <p:ext uri="{BB962C8B-B14F-4D97-AF65-F5344CB8AC3E}">
        <p14:creationId xmlns:p14="http://schemas.microsoft.com/office/powerpoint/2010/main" val="17862454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D5869295-05D3-47E1-8621-D99E229E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92939E1D-D8C4-4389-BA51-B2E37A78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535EC1A6-15D2-4B7F-A4C4-1812BBF4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提示词与多模态工作流：依据、边界与延伸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5E0B2110-DF7E-4107-A34B-D0AFB6F8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38BA7592-E6B4-4C54-84F8-4EF78C90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OV-006 · OV-006-S12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9D607FC3-E5A1-4BC1-A438-700B0738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E69F3FF-9B17-4C9A-ACB9-594A0C68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实践时请为每次生成保存输入来源、模型版本、提示模板、人工修改与批准记录；这份记录既服务复盘，也服务版权与责任追踪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78DA153B-C21E-46CB-8E10-52C60FAE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8FB7EED4-B66E-4B26-9FCE-E3A64227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2541446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2026-07-12T03:31:44.2690000Z</dcterms:created>
  <dcterms:modified xsi:type="dcterms:W3CDTF">2026-07-12T03:31:44.2690000Z</dcterms:modified>
</coreProperties>
</file>