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c935a53c0246ef" /><Relationship Type="http://schemas.openxmlformats.org/officeDocument/2006/relationships/extended-properties" Target="/docProps/app.xml" Id="R26cbcf8680774027" /><Relationship Type="http://schemas.openxmlformats.org/officeDocument/2006/relationships/officeDocument" Target="/ppt/presentation.xml" Id="R02421c2659f747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1da0e79b934335"/>
  </p:sldMasterIdLst>
  <p:notesMasterIdLst>
    <p:notesMasterId xmlns:r="http://schemas.openxmlformats.org/officeDocument/2006/relationships" r:id="R813d89a5f2a3444a"/>
  </p:notesMasterIdLst>
  <p:sldIdLst>
    <p:sldId xmlns:r="http://schemas.openxmlformats.org/officeDocument/2006/relationships" id="256" r:id="R5b6ee71562724a66"/>
    <p:sldId xmlns:r="http://schemas.openxmlformats.org/officeDocument/2006/relationships" id="257" r:id="R7c1bd8ddbe384a7e"/>
    <p:sldId xmlns:r="http://schemas.openxmlformats.org/officeDocument/2006/relationships" id="258" r:id="R6bfee5906579453d"/>
    <p:sldId xmlns:r="http://schemas.openxmlformats.org/officeDocument/2006/relationships" id="259" r:id="Rfdf448ac361c420e"/>
    <p:sldId xmlns:r="http://schemas.openxmlformats.org/officeDocument/2006/relationships" id="260" r:id="R84b26d842c334179"/>
    <p:sldId xmlns:r="http://schemas.openxmlformats.org/officeDocument/2006/relationships" id="261" r:id="Rf56c01b682bb4cb7"/>
    <p:sldId xmlns:r="http://schemas.openxmlformats.org/officeDocument/2006/relationships" id="262" r:id="R17cf719642bf4579"/>
    <p:sldId xmlns:r="http://schemas.openxmlformats.org/officeDocument/2006/relationships" id="263" r:id="Ra91570bc655045fc"/>
    <p:sldId xmlns:r="http://schemas.openxmlformats.org/officeDocument/2006/relationships" id="264" r:id="R557ab6139e014b9b"/>
    <p:sldId xmlns:r="http://schemas.openxmlformats.org/officeDocument/2006/relationships" id="265" r:id="R4ab167ef5bfb4bd4"/>
    <p:sldId xmlns:r="http://schemas.openxmlformats.org/officeDocument/2006/relationships" id="266" r:id="R302302e706814573"/>
    <p:sldId xmlns:r="http://schemas.openxmlformats.org/officeDocument/2006/relationships" id="267" r:id="Re3d96bb364ac4153"/>
    <p:sldId xmlns:r="http://schemas.openxmlformats.org/officeDocument/2006/relationships" id="268" r:id="R8ba4e9711a014d9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cb76cb9f1d4261" /><Relationship Type="http://schemas.openxmlformats.org/officeDocument/2006/relationships/slideMaster" Target="/ppt/slideMasters/slideMaster1.xml" Id="R941da0e79b934335" /><Relationship Type="http://schemas.openxmlformats.org/officeDocument/2006/relationships/notesMaster" Target="/ppt/notesMasters/notesMaster1.xml" Id="R813d89a5f2a3444a" /><Relationship Type="http://schemas.openxmlformats.org/officeDocument/2006/relationships/presProps" Target="/ppt/presProps.xml" Id="R76a8d67bfa4143eb" /><Relationship Type="http://schemas.openxmlformats.org/officeDocument/2006/relationships/tableStyles" Target="/ppt/tableStyles.xml" Id="R496f81ae02a842f8" /><Relationship Type="http://schemas.openxmlformats.org/officeDocument/2006/relationships/slide" Target="/ppt/slides/slide1.xml" Id="R5b6ee71562724a66" /><Relationship Type="http://schemas.openxmlformats.org/officeDocument/2006/relationships/slide" Target="/ppt/slides/slide2.xml" Id="R7c1bd8ddbe384a7e" /><Relationship Type="http://schemas.openxmlformats.org/officeDocument/2006/relationships/slide" Target="/ppt/slides/slide3.xml" Id="R6bfee5906579453d" /><Relationship Type="http://schemas.openxmlformats.org/officeDocument/2006/relationships/slide" Target="/ppt/slides/slide4.xml" Id="Rfdf448ac361c420e" /><Relationship Type="http://schemas.openxmlformats.org/officeDocument/2006/relationships/slide" Target="/ppt/slides/slide5.xml" Id="R84b26d842c334179" /><Relationship Type="http://schemas.openxmlformats.org/officeDocument/2006/relationships/slide" Target="/ppt/slides/slide6.xml" Id="Rf56c01b682bb4cb7" /><Relationship Type="http://schemas.openxmlformats.org/officeDocument/2006/relationships/slide" Target="/ppt/slides/slide7.xml" Id="R17cf719642bf4579" /><Relationship Type="http://schemas.openxmlformats.org/officeDocument/2006/relationships/slide" Target="/ppt/slides/slide8.xml" Id="Ra91570bc655045fc" /><Relationship Type="http://schemas.openxmlformats.org/officeDocument/2006/relationships/slide" Target="/ppt/slides/slide9.xml" Id="R557ab6139e014b9b" /><Relationship Type="http://schemas.openxmlformats.org/officeDocument/2006/relationships/slide" Target="/ppt/slides/slide10.xml" Id="R4ab167ef5bfb4bd4" /><Relationship Type="http://schemas.openxmlformats.org/officeDocument/2006/relationships/slide" Target="/ppt/slides/slide11.xml" Id="R302302e706814573" /><Relationship Type="http://schemas.openxmlformats.org/officeDocument/2006/relationships/slide" Target="/ppt/slides/slide12.xml" Id="Re3d96bb364ac4153" /><Relationship Type="http://schemas.openxmlformats.org/officeDocument/2006/relationships/slide" Target="/ppt/slides/slide13.xml" Id="R8ba4e9711a014d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490fd6f7ea4c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1b603f844945d6" /><Relationship Type="http://schemas.openxmlformats.org/officeDocument/2006/relationships/notesMaster" Target="/ppt/notesMasters/notesMaster1.xml" Id="R488c6bce3d5e48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4fa09694ab4172" /><Relationship Type="http://schemas.openxmlformats.org/officeDocument/2006/relationships/notesMaster" Target="/ppt/notesMasters/notesMaster1.xml" Id="R9f91737c5a3346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ed9506ce624734" /><Relationship Type="http://schemas.openxmlformats.org/officeDocument/2006/relationships/notesMaster" Target="/ppt/notesMasters/notesMaster1.xml" Id="Re7ea506cd2434e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fb4c012a3043a1" /><Relationship Type="http://schemas.openxmlformats.org/officeDocument/2006/relationships/notesMaster" Target="/ppt/notesMasters/notesMaster1.xml" Id="R51486aaa61ee46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a64d2ded5e4bb1" /><Relationship Type="http://schemas.openxmlformats.org/officeDocument/2006/relationships/notesMaster" Target="/ppt/notesMasters/notesMaster1.xml" Id="Rd673c0bbc5704f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7b5c6a6e7748a8" /><Relationship Type="http://schemas.openxmlformats.org/officeDocument/2006/relationships/notesMaster" Target="/ppt/notesMasters/notesMaster1.xml" Id="R5a1b93c9885345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f0b08d11b8416e" /><Relationship Type="http://schemas.openxmlformats.org/officeDocument/2006/relationships/notesMaster" Target="/ppt/notesMasters/notesMaster1.xml" Id="R1fc6c0aa5b4a4b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ab1a56b0444263" /><Relationship Type="http://schemas.openxmlformats.org/officeDocument/2006/relationships/notesMaster" Target="/ppt/notesMasters/notesMaster1.xml" Id="Rf19b2c20f9a143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d98a8a499042e4" /><Relationship Type="http://schemas.openxmlformats.org/officeDocument/2006/relationships/notesMaster" Target="/ppt/notesMasters/notesMaster1.xml" Id="R58fae1aa48bf44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da3d1c748947ff" /><Relationship Type="http://schemas.openxmlformats.org/officeDocument/2006/relationships/notesMaster" Target="/ppt/notesMasters/notesMaster1.xml" Id="Rf30edfe98efc42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cc2e36acba4f7c" /><Relationship Type="http://schemas.openxmlformats.org/officeDocument/2006/relationships/notesMaster" Target="/ppt/notesMasters/notesMaster1.xml" Id="R6cdc14c52b2c42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897ceb64c74398" /><Relationship Type="http://schemas.openxmlformats.org/officeDocument/2006/relationships/notesMaster" Target="/ppt/notesMasters/notesMaster1.xml" Id="R7d17c4681b6646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54fdc440ce49a1" /><Relationship Type="http://schemas.openxmlformats.org/officeDocument/2006/relationships/notesMaster" Target="/ppt/notesMasters/notesMaster1.xml" Id="R75c354e3de6a4a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23f4e4eef4d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0dd590e2504802" /><Relationship Type="http://schemas.openxmlformats.org/officeDocument/2006/relationships/slideLayout" Target="/ppt/slideLayouts/slideLayout1.xml" Id="R40b8673f318f44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b8673f318f44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ef79e8f344010" /><Relationship Type="http://schemas.openxmlformats.org/officeDocument/2006/relationships/notesSlide" Target="/ppt/notesSlides/notesSlide1.xml" Id="R8764a08bedc348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1d99bbcc64c5c" /><Relationship Type="http://schemas.openxmlformats.org/officeDocument/2006/relationships/notesSlide" Target="/ppt/notesSlides/notesSlide2.xml" Id="R8df3e8328e9942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24895869f24682" /><Relationship Type="http://schemas.openxmlformats.org/officeDocument/2006/relationships/notesSlide" Target="/ppt/notesSlides/notesSlide3.xml" Id="R6b5e4bf908b448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74f5f53d94c86" /><Relationship Type="http://schemas.openxmlformats.org/officeDocument/2006/relationships/notesSlide" Target="/ppt/notesSlides/notesSlide4.xml" Id="R2e433ddc3cdf4a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c79c2a5f84280" /><Relationship Type="http://schemas.openxmlformats.org/officeDocument/2006/relationships/notesSlide" Target="/ppt/notesSlides/notesSlide5.xml" Id="Rf201af09235e40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08769ed904e2a" /><Relationship Type="http://schemas.openxmlformats.org/officeDocument/2006/relationships/notesSlide" Target="/ppt/notesSlides/notesSlide6.xml" Id="Re1c166a174ed4d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2f02adea2483d" /><Relationship Type="http://schemas.openxmlformats.org/officeDocument/2006/relationships/notesSlide" Target="/ppt/notesSlides/notesSlide7.xml" Id="R6fbcb032cce84e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7d4777b8f4333" /><Relationship Type="http://schemas.openxmlformats.org/officeDocument/2006/relationships/notesSlide" Target="/ppt/notesSlides/notesSlide8.xml" Id="R274003038d8d47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6ac4513db462d" /><Relationship Type="http://schemas.openxmlformats.org/officeDocument/2006/relationships/notesSlide" Target="/ppt/notesSlides/notesSlide9.xml" Id="R3168774fa78647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accd0a2414d01" /><Relationship Type="http://schemas.openxmlformats.org/officeDocument/2006/relationships/notesSlide" Target="/ppt/notesSlides/notesSlide10.xml" Id="Rd38d02b0423e44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10c657beb46e7" /><Relationship Type="http://schemas.openxmlformats.org/officeDocument/2006/relationships/notesSlide" Target="/ppt/notesSlides/notesSlide11.xml" Id="Rf9903bb331ec41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4a16182f44c3f" /><Relationship Type="http://schemas.openxmlformats.org/officeDocument/2006/relationships/notesSlide" Target="/ppt/notesSlides/notesSlide12.xml" Id="R0d669600f28648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654cb16064e02" /><Relationship Type="http://schemas.openxmlformats.org/officeDocument/2006/relationships/notesSlide" Target="/ppt/notesSlides/notesSlide13.xml" Id="R71f5d924a19647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D42A7CE-0032-4B48-8F99-B4FB2745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1C39FA7-65D7-4801-8AE9-F13C1F43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1F3B885-3D7B-4CE6-A163-B3610707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EE5BD32E-519B-4FB7-A443-52FA8171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49F51B01-D5A5-49BE-83D1-B5099345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DE6C797-7E71-41C8-A0E9-EB5D4170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DC38BEA-F864-48E6-B10E-CCE83E4D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E54617C-A3B6-4542-B987-96F57F99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Loop 与 ReAct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8385B43-F321-4D59-9B9B-78725A7A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理解智能体如何在观察、推理、行动和反馈之间循环推进任务。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85B7D63-6900-433F-86B1-6363B8E5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一次大模型调用通常是“给出输入；得到输出”，智能体则要在变化的环境中持续工作；它读取当前状态，选择一个动作；取得新证据，再决定继续、改道还是停止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C15C792-C7B4-4EDA-B674-96C5897E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E8C6B144-7DCE-4E42-A355-D5ACAA24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AG-001 · AG-001-S01</a:t>
            </a:r>
          </a:p>
        </p:txBody>
      </p:sp>
    </p:spTree>
    <p:extLst>
      <p:ext uri="{BB962C8B-B14F-4D97-AF65-F5344CB8AC3E}">
        <p14:creationId xmlns:p14="http://schemas.microsoft.com/office/powerpoint/2010/main" val="1498247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06E4E61-AF05-415F-8FDC-0AEAB7C1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1481AB3F-3732-43A0-A881-ADBC8F98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DF50E1BC-857A-4728-A30C-A195D5EE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30E506BB-71D8-40A4-B167-D4D37DCC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88BACEDB-0C48-4453-844B-3A8648EB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B3FF68E-C0AF-4F31-BC68-72CB22DE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Observe—Reason/Plan—Act—Observe—Evaluate 循环，并说明每一步的输入和输出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E2B48CEA-795C-4A9F-9243-48C65887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 ReAct 的“推理—行动—观察”交错方式解释智能体如何根据环境反馈修正下一步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F7DFE80D-F2B9-49F5-BD5E-34BF4DB7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为一个任务写出成功、受阻、超限、风险升级和人工终止等停止条件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77C390B1-5D86-4076-BFCA-EEE5F50C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阅读一段最小 trace，判断智能体在哪一步偏离目标以及应从哪里恢复</a:t>
            </a:r>
          </a:p>
        </p:txBody>
      </p:sp>
    </p:spTree>
    <p:extLst>
      <p:ext uri="{BB962C8B-B14F-4D97-AF65-F5344CB8AC3E}">
        <p14:creationId xmlns:p14="http://schemas.microsoft.com/office/powerpoint/2010/main" val="10756605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E6034AD-6530-4B66-8485-3DBD0352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9F7F8499-131E-4E63-95B4-EBBD170A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FB81894-B6A3-4EB8-B2E6-A24C1184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0E363CBA-E80D-4F06-ABF3-7109DE4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2B03FD2E-D5C6-4BC3-B2F8-4B173795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37E721C-2D89-4587-8D17-7CD9F200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7E7F752-0D57-4DF4-85AC-A0BB9E7D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先区分模型、工作流与智能体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12AD8A2-5EBC-42A2-93AB-99E54007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并非所有问题都需要智能体；固定流程能稳定解决的任务；使用工作流通常更便宜、更容易测试；只有当任务需要根据中间结果选择路径、调用不同工具或处理开放环境时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F145BC-39AA-4052-97CD-305B39B9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7BB2EAC3-61CB-48C0-9FB0-1966E099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Observe：把事实与假设分开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0F5CB41-7B5D-4AD2-8CD0-EADB4B01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观察不是把所有上下文一次性塞给模型；而是获取当前决策所需的证据；一次可靠观察至少回答五个问题；目标是什么、已经完成什么、仍缺什么、可以使用哪些工具、当前有哪些约束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B4A61D14-FD92-47CB-AC75-FCEC419E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DB9C8713-DF59-4011-974F-D04C8200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</p:spTree>
    <p:extLst>
      <p:ext uri="{BB962C8B-B14F-4D97-AF65-F5344CB8AC3E}">
        <p14:creationId xmlns:p14="http://schemas.microsoft.com/office/powerpoint/2010/main" val="6860057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23793310-83EA-4AE3-B250-B32CCFD3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4649E085-8687-4564-8857-09118704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9784D35-2B94-42BF-BC4D-409CDE88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推理、规划与行动都要指向下一份证据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E3586119-478B-4052-ADDA-E2C4BD63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40F1014-3A9C-4B90-B64F-63A5AA2A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7C5F235-D7D4-4E28-A5C9-347C9FC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8662708-15DE-48A1-A2E9-18D9D3D8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Reason / Plan：选择最小可验证的下一步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1D446C1-F8A4-43B8-BFDD-E3990D4A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Reason 关注“当前证据说明什么”；Plan 关注“接下来做什么”；简单任务可以只选择一个下一动作；长任务则需要把目标拆成阶段、依赖和验收点；计划不是不可修改的剧本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B4A5FC6-66FF-49AD-8C08-855D8FED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186475B3-869A-4B9E-B602-09581DF7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Act：以最小权限改变状态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B92157C-719B-4A3B-866C-DE9EB0E3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行动通过工具发生，例如查询资料、读取文件、调用接口、运行测试或修改记录；每个动作都应带有明确参数、预期结果、权限级别和失败处理；只读动作与写入动作要分开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08A1A500-AB30-4924-B023-62752957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2104934-B45C-4AF5-A014-4C77871A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推理、规划与行动都要指向下一份证据</a:t>
            </a:r>
          </a:p>
        </p:txBody>
      </p:sp>
    </p:spTree>
    <p:extLst>
      <p:ext uri="{BB962C8B-B14F-4D97-AF65-F5344CB8AC3E}">
        <p14:creationId xmlns:p14="http://schemas.microsoft.com/office/powerpoint/2010/main" val="11925326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F6C68C8-BD95-4384-8686-8D405F4F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AB79F631-C1E8-4527-BCF7-CF4071EC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43ED081-5577-40BC-9B61-B19A3C8F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5404694E-A3A3-4E76-8BE4-DE378D0A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F2A715C-C8C8-48DB-88A4-992897B2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2143334-AF57-4C95-9596-629553ED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DBFCF65-ECCA-4804-B6DA-F0707573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 again：把工具结果变成新状态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9146087-9BA9-482F-B325-F4A7BF2B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工具调用完成不等于任务完成；智能体要读取真实返回；是否成功、返回了什么、是否只完成一部分、是否出现警告、环境是否被改变；超时不能被解释为成功；空结果也不能被自动补写成“没有问题”</a:t>
            </a:r>
          </a:p>
        </p:txBody>
      </p:sp>
      <p:sp>
        <p:nvSpPr>
          <p:cNvPr id="9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2F8AC2F8-6F2F-4123-B1D8-94FE7274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5-takeaway">
            <a:extLst xmlns:a="http://schemas.openxmlformats.org/drawingml/2006/main">
              <a:ext uri="{FF2B5EF4-FFF2-40B4-BE49-F238E27FC236}">
                <a16:creationId xmlns:a16="http://schemas.microsoft.com/office/drawing/2014/main" id="{C907EDAC-B663-4EEA-9C35-064D6F49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</p:spTree>
    <p:extLst>
      <p:ext uri="{BB962C8B-B14F-4D97-AF65-F5344CB8AC3E}">
        <p14:creationId xmlns:p14="http://schemas.microsoft.com/office/powerpoint/2010/main" val="95156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07CA866-E552-485D-AE4F-2D925EF2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DC7F3AE-9E19-45C7-9228-6600C78F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B78C618-0690-40A7-8FFA-DADA8AC4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EDCFB98-BF40-49C0-874E-423B5D4A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CC71D13-429C-4C77-8E6E-A5F010CA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50EF425-901B-4140-8031-0C6A949A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9CA97DF-5450-41D1-B473-CFECE5EC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Evaluate：对照标准决定继续还是停止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FA3CE73-A5EC-46B3-9DD3-5F8B9558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Evaluate 把当前结果与验收标准比较；它既检查最终目标，也检查过程约束；结果是否完整，证据是否足够；是否使用了允许的数据和权限；是否引入新的风险，如果不满足标准</a:t>
            </a:r>
          </a:p>
        </p:txBody>
      </p:sp>
      <p:sp>
        <p:nvSpPr>
          <p:cNvPr id="9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549A2EF-576D-46B6-BB13-C4915CEC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49A9016-E3A7-4C21-8AB1-DC9AD8E2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</p:spTree>
    <p:extLst>
      <p:ext uri="{BB962C8B-B14F-4D97-AF65-F5344CB8AC3E}">
        <p14:creationId xmlns:p14="http://schemas.microsoft.com/office/powerpoint/2010/main" val="16886839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A995D1F-0BD7-42F4-A23B-71B29700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81D0001E-5109-4C62-9029-5E9A51A5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E4AF6E5-FCBC-4CAE-8C52-99883A6E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E1E8C2D-1B5B-43A4-BB91-842B772E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59C7ACBD-BE10-4ACF-9CBF-6455248D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2C9B90E-6178-4DA5-BE29-5EE8255C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8270346-42B8-4F11-8F88-A2D4AF9F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4FF4B79-011A-4862-8638-5E2F8909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ReAct 的关键思想；是让任务求解在“形成行动依据—采取行动—读取观察”之间交错进行；模型不必在一开始猜出全部步骤；而是用环境反馈更新判断；例如，检索未找到目标资料时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7CFE545-9C15-434F-85A6-CE16D079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FEBA8A3-0025-49D4-87CE-08C16F44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工程系统不需要保存或暴露模型的全部内部思维。trace 更适合记录简洁的决策摘要、所依据的证据、工具参数和结果，使过程能够审计，同时避免把敏感上下文或冗长推理写入日志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74247376-8CCC-453C-A22B-3F416771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6D4B413-9BFD-4119-8090-6C81080A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</p:spTree>
    <p:extLst>
      <p:ext uri="{BB962C8B-B14F-4D97-AF65-F5344CB8AC3E}">
        <p14:creationId xmlns:p14="http://schemas.microsoft.com/office/powerpoint/2010/main" val="16008007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0779FD2-088A-4BE1-A270-CAA4A5D1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A0CB59E0-09A1-4537-8713-CE8D3E13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DE49A52-B015-43BE-A8AE-5F85D9C1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D5482F7-6FEF-42D9-800B-97BD7A50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69649F4-A242-4CA9-A628-81F2C345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D4122D9-D231-42D5-BC51-ECEFFBA1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C66B7C3-EBB2-47EF-AF8E-348E9544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F786D3A-516A-490C-AFEC-825501C9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如果没有停止条件，智能体可能反复调用同一工具、在错误方向上持续消耗资源，甚至把不确定结果当作完成。停止规则应在执行前定义，并在每轮 Evaluate 中检查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CF16262-6BD9-4C4B-9386-6AEF9CF2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779834FC-E1C7-41AB-B888-71B80095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</p:spTree>
    <p:extLst>
      <p:ext uri="{BB962C8B-B14F-4D97-AF65-F5344CB8AC3E}">
        <p14:creationId xmlns:p14="http://schemas.microsoft.com/office/powerpoint/2010/main" val="6383219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8F213729-BBFD-45C3-B098-144B8216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A2A02F6E-F704-43F7-B7AB-BA286456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B59A48F-ABE0-472C-9293-2F78E505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6EF3D767-B544-4A45-8279-4DDDD81F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848DA474-E06B-4100-81C3-54073A8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02CDAE5-9E00-4A83-8DD3-33F75350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9370E4B-B6EE-45F5-A160-11E9576E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47298F-39BB-4320-953C-40CE80EB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9619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一条最小 trace 可以包含；task_id 、 step_id 、时间、当前目标、观察来源、决策摘要、动作名称、输入参数摘要、权限级别、工具结果、评测结论、状态变化、下一步和停止原因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12A328E-892C-4C06-9DB9-30296BE8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BCADC59-FEE3-4DBF-BF4E-FCDA91CC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trace 的价值不是“记录得越多越好”，而是回答三个问题：系统为什么采取这一步、这一步实际发生了什么、失败后从哪里恢复。只有能支持这三个问题的记录，才真正服务于调试和责任追踪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A598DBD-C468-40FB-AD99-A4C2E739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B0C02A8A-2AEF-4D08-88D5-6451CA3C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9356624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2B0BC80C-C811-418E-BC5D-D7761527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A92845C-DCE3-4284-864B-6EFBF5D4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4F74F366-9066-4E67-999D-ECC897C5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缺失字段要显式待确认，不能由模型补齐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6846EE2F-0FFA-4394-9D8A-77619E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D2E06C87-2E7B-4E07-BC02-3EF2F62F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37DDCFE-07E2-43AB-8054-017C02F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从“整理会议纪要”看一次完整循环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2820906-2F13-4FEC-9816-11A3410F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场景｜假设目标是从三份会议纪要中生成待办清单，并要求每条待办都有负责人和截止时间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4CFA2C64-7D52-41E0-B1B7-CAE7B886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345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结果｜Observe： 确认三份文件均可读取，记录输出格式，并发现其中一份纪要没有明确截止时间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9660449-D1A0-415A-9882-87C1F824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方法｜Reason / Plan： 先抽取可确认的任务，再把缺失字段列为待澄清项，不凭空补日期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75C78A2B-3FDE-427B-858E-94841F2E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方法｜Act： 调用文档读取工具，逐份提取“事项—负责人—截止时间—原文位置”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2CBEA6A9-EFA9-4908-8B2A-0098B821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25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启示｜Observe again： 工具成功读取三份文件，共得到八条候选事项，其中两条负责人表述冲突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0C223A0C-C8B9-4575-AC36-A74B95A9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B8486D21-36CA-4A78-B6F9-7C3CD659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缺失字段要显式待确认，不能由模型补齐</a:t>
            </a:r>
          </a:p>
        </p:txBody>
      </p:sp>
    </p:spTree>
    <p:extLst>
      <p:ext uri="{BB962C8B-B14F-4D97-AF65-F5344CB8AC3E}">
        <p14:creationId xmlns:p14="http://schemas.microsoft.com/office/powerpoint/2010/main" val="15303858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24C9BDED-2B2A-42F2-ABB4-B1DB9A25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49C07AE-4C5E-4208-BD26-E0CE6F61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148F562-6D32-4775-ADC4-FD0E2312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7C55290F-C6C9-4034-8E6A-F97F4AE9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88D5A237-E859-4238-9C4D-807B0B4C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3013BAF-4730-4B96-92CA-41AF6439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E3766496-314E-46E9-92ED-DC3778CC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310C94FA-E8F1-4FC5-8592-875FB3D3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选择一个“查询两天内的天气并给出出行建议”或“检查一份表格中的缺失字段”任务，完成以下练习；写出初始观察清单，至少区分三项事实和两项待验证假设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025A727-6985-4DCD-8BDD-1452EE44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117A799-8508-41DD-96AC-086792E8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E65ED49E-095F-4CB2-8A11-3EFE8CE5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62CF4578-1897-4A89-9A37-4DF5339D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把任务画成 Observe—Reason/Plan—Act—Observe—Evaluate 循环，并为每个动作写出预期证据；设计至少四类停止条件，其中必须包括成功停止、受阻停止和风险升级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EC5FB49-0D26-4487-B99C-61CA9F96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A89363AA-B04B-483F-B815-D95B8B37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F0420F1-E85E-4325-AAFA-724ADD4B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8048D186-D52E-43B2-801C-BB17ABCE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用表格模拟五条 trace 记录，故意加入一次工具失败，再标出系统应如何恢复；验收时，不只检查最终答案，还要检查每个结论能否回到观察证据，失败是否被如实记录，达到停止条件后是否立即结束</a:t>
            </a:r>
          </a:p>
        </p:txBody>
      </p:sp>
    </p:spTree>
    <p:extLst>
      <p:ext uri="{BB962C8B-B14F-4D97-AF65-F5344CB8AC3E}">
        <p14:creationId xmlns:p14="http://schemas.microsoft.com/office/powerpoint/2010/main" val="7660651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6FDC74B7-B200-4D09-AE27-287F566C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CC6A3C0-58CE-4EC0-8C58-BF6310C3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97463BB0-3B91-4EDE-942A-8073ADC3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C514CD0-4123-484D-9E26-F33DBC54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0945D464-5D5B-4AE2-B1EB-3D720BF2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5818F847-CD56-421A-9B96-B8C9E94A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06B470F-DDD6-412F-BCE7-F8547837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802AF1C1-CC2E-4CA8-916A-7607B6ED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43E4C9A-2E12-4FE3-AC11-D1255CCB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6804AE4C-55A5-4430-8A19-B69B68EA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EB6FE491-D994-499B-A7C4-281A01D8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55349167-3D5F-4B7F-8793-E4B20198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A620BC2-CC94-40D4-BAC6-8735DBC0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900F891-FC03-4A4C-94FC-DCC6539E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B68A3D19-CC27-47C0-8C31-DE9463A4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6509A6E-11CA-4473-9118-3AF9740C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417828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65A3990C-C778-4E82-B697-38E0AC96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10BBB40F-6EE4-40EF-B73A-04F4C664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996CD768-DCB0-4AE0-9350-CB3C7BF5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E77B22A0-775A-4F8C-AE68-36074D8A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19DA1E47-E0B3-4B6E-B572-5CBA4D6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78984A93-B898-46D5-B724-2B9354F2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EF0A3629-ED61-4322-821F-1D71D051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ReAct: Synergizing Reasoning and Acting in Language Models：理解推理与环境行动交错组织的代表性论文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A13D0C60-A9D2-43CE-9ECD-633310D2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97CE24B0-9ABA-4839-9684-46D92CED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7292043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2026-07-11T16:55:32.6600000Z</dcterms:created>
  <dcterms:modified xsi:type="dcterms:W3CDTF">2026-07-11T16:55:32.6600000Z</dcterms:modified>
</coreProperties>
</file>