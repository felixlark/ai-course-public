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c155dfc3974246" /><Relationship Type="http://schemas.openxmlformats.org/officeDocument/2006/relationships/extended-properties" Target="/docProps/app.xml" Id="Ra399b91f900a4f30" /><Relationship Type="http://schemas.openxmlformats.org/officeDocument/2006/relationships/officeDocument" Target="/ppt/presentation.xml" Id="R1797e7b0c30748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fd3b795e4e4f10"/>
  </p:sldMasterIdLst>
  <p:notesMasterIdLst>
    <p:notesMasterId xmlns:r="http://schemas.openxmlformats.org/officeDocument/2006/relationships" r:id="R699d572a04cb4a35"/>
  </p:notesMasterIdLst>
  <p:sldIdLst>
    <p:sldId xmlns:r="http://schemas.openxmlformats.org/officeDocument/2006/relationships" id="256" r:id="R071ef27f37a24836"/>
    <p:sldId xmlns:r="http://schemas.openxmlformats.org/officeDocument/2006/relationships" id="257" r:id="Rcaa673243a9649e1"/>
    <p:sldId xmlns:r="http://schemas.openxmlformats.org/officeDocument/2006/relationships" id="258" r:id="Rced189c7f7014988"/>
    <p:sldId xmlns:r="http://schemas.openxmlformats.org/officeDocument/2006/relationships" id="259" r:id="R306aeb7fdda0464e"/>
    <p:sldId xmlns:r="http://schemas.openxmlformats.org/officeDocument/2006/relationships" id="260" r:id="R34b826939043416c"/>
    <p:sldId xmlns:r="http://schemas.openxmlformats.org/officeDocument/2006/relationships" id="261" r:id="R41735385c51240ca"/>
    <p:sldId xmlns:r="http://schemas.openxmlformats.org/officeDocument/2006/relationships" id="262" r:id="R498669214d584d39"/>
    <p:sldId xmlns:r="http://schemas.openxmlformats.org/officeDocument/2006/relationships" id="263" r:id="R3e746f1ab0ad48b4"/>
    <p:sldId xmlns:r="http://schemas.openxmlformats.org/officeDocument/2006/relationships" id="264" r:id="Ra49cafb3a39148a7"/>
    <p:sldId xmlns:r="http://schemas.openxmlformats.org/officeDocument/2006/relationships" id="265" r:id="Re15358ccbde3489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85e6082a06465f" /><Relationship Type="http://schemas.openxmlformats.org/officeDocument/2006/relationships/slideMaster" Target="/ppt/slideMasters/slideMaster1.xml" Id="Rb7fd3b795e4e4f10" /><Relationship Type="http://schemas.openxmlformats.org/officeDocument/2006/relationships/notesMaster" Target="/ppt/notesMasters/notesMaster1.xml" Id="R699d572a04cb4a35" /><Relationship Type="http://schemas.openxmlformats.org/officeDocument/2006/relationships/presProps" Target="/ppt/presProps.xml" Id="R37238d50fe1f4f50" /><Relationship Type="http://schemas.openxmlformats.org/officeDocument/2006/relationships/tableStyles" Target="/ppt/tableStyles.xml" Id="Rf13484d298334545" /><Relationship Type="http://schemas.openxmlformats.org/officeDocument/2006/relationships/slide" Target="/ppt/slides/slide1.xml" Id="R071ef27f37a24836" /><Relationship Type="http://schemas.openxmlformats.org/officeDocument/2006/relationships/slide" Target="/ppt/slides/slide2.xml" Id="Rcaa673243a9649e1" /><Relationship Type="http://schemas.openxmlformats.org/officeDocument/2006/relationships/slide" Target="/ppt/slides/slide3.xml" Id="Rced189c7f7014988" /><Relationship Type="http://schemas.openxmlformats.org/officeDocument/2006/relationships/slide" Target="/ppt/slides/slide4.xml" Id="R306aeb7fdda0464e" /><Relationship Type="http://schemas.openxmlformats.org/officeDocument/2006/relationships/slide" Target="/ppt/slides/slide5.xml" Id="R34b826939043416c" /><Relationship Type="http://schemas.openxmlformats.org/officeDocument/2006/relationships/slide" Target="/ppt/slides/slide6.xml" Id="R41735385c51240ca" /><Relationship Type="http://schemas.openxmlformats.org/officeDocument/2006/relationships/slide" Target="/ppt/slides/slide7.xml" Id="R498669214d584d39" /><Relationship Type="http://schemas.openxmlformats.org/officeDocument/2006/relationships/slide" Target="/ppt/slides/slide8.xml" Id="R3e746f1ab0ad48b4" /><Relationship Type="http://schemas.openxmlformats.org/officeDocument/2006/relationships/slide" Target="/ppt/slides/slide9.xml" Id="Ra49cafb3a39148a7" /><Relationship Type="http://schemas.openxmlformats.org/officeDocument/2006/relationships/slide" Target="/ppt/slides/slide10.xml" Id="Re15358ccbde348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57aaece04b44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4731820eef444f" /><Relationship Type="http://schemas.openxmlformats.org/officeDocument/2006/relationships/notesMaster" Target="/ppt/notesMasters/notesMaster1.xml" Id="Rbf6aabd7f83248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fad48a8d724e48" /><Relationship Type="http://schemas.openxmlformats.org/officeDocument/2006/relationships/notesMaster" Target="/ppt/notesMasters/notesMaster1.xml" Id="R856fecb71a7c43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9547e931514fa9" /><Relationship Type="http://schemas.openxmlformats.org/officeDocument/2006/relationships/notesMaster" Target="/ppt/notesMasters/notesMaster1.xml" Id="R939c32fe1ce54b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24068476c44bbd" /><Relationship Type="http://schemas.openxmlformats.org/officeDocument/2006/relationships/notesMaster" Target="/ppt/notesMasters/notesMaster1.xml" Id="R5c08bd19c0674f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0c16b20d5044a8" /><Relationship Type="http://schemas.openxmlformats.org/officeDocument/2006/relationships/notesMaster" Target="/ppt/notesMasters/notesMaster1.xml" Id="R2ae4265c9b0d4d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f3654b9e164341" /><Relationship Type="http://schemas.openxmlformats.org/officeDocument/2006/relationships/notesMaster" Target="/ppt/notesMasters/notesMaster1.xml" Id="Rd73fe8299af54c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500cd3539b4baf" /><Relationship Type="http://schemas.openxmlformats.org/officeDocument/2006/relationships/notesMaster" Target="/ppt/notesMasters/notesMaster1.xml" Id="R2da98c510c9a4a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488928d1844eba" /><Relationship Type="http://schemas.openxmlformats.org/officeDocument/2006/relationships/notesMaster" Target="/ppt/notesMasters/notesMaster1.xml" Id="R536ee1829ce543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8ecf9ff2c74f33" /><Relationship Type="http://schemas.openxmlformats.org/officeDocument/2006/relationships/notesMaster" Target="/ppt/notesMasters/notesMaster1.xml" Id="Rc8df2231c96d4c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9ba65771744bb5" /><Relationship Type="http://schemas.openxmlformats.org/officeDocument/2006/relationships/notesMaster" Target="/ppt/notesMasters/notesMaster1.xml" Id="R7a57f919e2024a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3b8fb30a8d47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64b4df298aa4b83" /><Relationship Type="http://schemas.openxmlformats.org/officeDocument/2006/relationships/slideLayout" Target="/ppt/slideLayouts/slideLayout1.xml" Id="R22dfb63dbfbb49c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dfb63dbfbb49c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576331b4e4492d" /><Relationship Type="http://schemas.openxmlformats.org/officeDocument/2006/relationships/notesSlide" Target="/ppt/notesSlides/notesSlide1.xml" Id="Rc9d1be3d910d4a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dc8a404974e24" /><Relationship Type="http://schemas.openxmlformats.org/officeDocument/2006/relationships/notesSlide" Target="/ppt/notesSlides/notesSlide2.xml" Id="Rdb7cf96e743545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90c63a20747c1" /><Relationship Type="http://schemas.openxmlformats.org/officeDocument/2006/relationships/notesSlide" Target="/ppt/notesSlides/notesSlide3.xml" Id="R95cef41162b448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155f5405d4728" /><Relationship Type="http://schemas.openxmlformats.org/officeDocument/2006/relationships/notesSlide" Target="/ppt/notesSlides/notesSlide4.xml" Id="Rd53a2bc49d494a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fb34ae0204acd" /><Relationship Type="http://schemas.openxmlformats.org/officeDocument/2006/relationships/notesSlide" Target="/ppt/notesSlides/notesSlide5.xml" Id="R812193b689624c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025d1adbd4a46" /><Relationship Type="http://schemas.openxmlformats.org/officeDocument/2006/relationships/notesSlide" Target="/ppt/notesSlides/notesSlide6.xml" Id="Rcdb68c73a0064a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54fe5ee03419c" /><Relationship Type="http://schemas.openxmlformats.org/officeDocument/2006/relationships/notesSlide" Target="/ppt/notesSlides/notesSlide7.xml" Id="Rec4b310c34a242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81651fa8b4b1b" /><Relationship Type="http://schemas.openxmlformats.org/officeDocument/2006/relationships/notesSlide" Target="/ppt/notesSlides/notesSlide8.xml" Id="R7b1355cbde5049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ae29dbf104274" /><Relationship Type="http://schemas.openxmlformats.org/officeDocument/2006/relationships/notesSlide" Target="/ppt/notesSlides/notesSlide9.xml" Id="R79ea60277c2f4fb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133fd31f84979" /><Relationship Type="http://schemas.openxmlformats.org/officeDocument/2006/relationships/notesSlide" Target="/ppt/notesSlides/notesSlide10.xml" Id="Rafc162a75ed34a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7AA086BE-A844-4B88-A7D1-2F2BA219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76A26573-0792-43AB-9036-04D29047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F8A391AA-5C29-4C84-B432-A8FC7D36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9DA0434-9A48-411A-9347-86E7E10D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CE62FC01-840E-451B-90BB-987533E1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3482D514-6E68-4CA3-BD4F-C01DDB64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A2E2B1D-C12F-42CE-A15F-91A55422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6983517-2091-4342-8379-41A3F7F7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76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与开源模型生态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CEE1091-253C-498F-8761-173405FA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从推理模型、开源生态和本地部署理解 DeepSeek 带来的技术与应用选择。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87C406EA-D516-4AED-B96D-CEDE1C0D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受到关注；不应只归结为“又出现了一个聊天模型”；它让更多团队同时看到三件事；推理模型可以通过训练与测试时计算改善复杂任务表现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4355099C-36D5-4C5F-BEC5-1CF6E814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A5FEB4F2-687D-47E3-AA36-FEAEC959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OV-005 · OV-005-S01</a:t>
            </a:r>
          </a:p>
        </p:txBody>
      </p:sp>
    </p:spTree>
    <p:extLst>
      <p:ext uri="{BB962C8B-B14F-4D97-AF65-F5344CB8AC3E}">
        <p14:creationId xmlns:p14="http://schemas.microsoft.com/office/powerpoint/2010/main" val="17888635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0A68410C-B0FC-447A-B3E9-E18FB025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298B5C4C-EE3C-4B7D-9C25-5793201B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FC34E21F-F735-437F-8A52-7DC39FD3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DeepSeek 与开源生态：3项学习结果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1A6C98F5-B6BC-42E9-9ED1-353FE593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F8F79C41-97C1-44D1-B78C-321CB917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F09CBF3B-74B1-4618-92A3-7A6B7C6A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 DeepSeek-R1 所代表的推理模型路线，以及强化学习、监督微调和蒸馏各自解决什么问题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7F41F27C-37DE-401C-8F9D-770BA0A5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区分开放权重、开放代码、开放数据与完整开源，读懂模型许可证的实际边界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02228126-E7E3-448C-A697-84071C58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根据任务质量、数据敏感度、时延、吞吐、成本和运维能力选择 API、托管服务或本地部署</a:t>
            </a:r>
          </a:p>
        </p:txBody>
      </p:sp>
    </p:spTree>
    <p:extLst>
      <p:ext uri="{BB962C8B-B14F-4D97-AF65-F5344CB8AC3E}">
        <p14:creationId xmlns:p14="http://schemas.microsoft.com/office/powerpoint/2010/main" val="19679193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0F06A8AC-41A9-4B59-B922-B1577831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BE7D06EA-2F60-48BA-8517-948EF366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4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CAD72FC9-E93E-49F3-96EB-E1E960A6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普通生成模型倾向于直接预测下一个 token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B074E9A5-065F-4F89-9EBF-5E2DD3EB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D0506B53-2EB2-4729-99A0-0A14A9A3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7B43475-F0BD-4EB9-9CC3-77058C90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9237E4C-1C5A-4358-86FA-40B38AF0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推理模型改变了什么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CF99C04-CE33-49D7-8596-B8B88EA3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普通生成模型倾向于直接预测下一个 token；推理模型则通过训练；使模型在数学、代码、规划等任务上更善于分解问题、检查中间结果并在推理阶段投入更多计算；它并不意味着模型拥有稳定的逻辑真理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1CF2549-EA8E-4297-B188-F1066B63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B826CB3-905B-4F4B-847C-6E1D9B6A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DeepSeek-R1 论文描述的路线包含冷启动监督数据、面向推理的强化学习、混合数据监督微调和后续强化学习等阶段；强化学习用于奖励可验证的正确结果和合适行为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E7FDC5C4-3FE7-4A74-8F58-6067115D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258039F6-1F2C-4D4A-9676-65A357DF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普通生成模型倾向于直接预测下一个 token</a:t>
            </a:r>
          </a:p>
        </p:txBody>
      </p:sp>
    </p:spTree>
    <p:extLst>
      <p:ext uri="{BB962C8B-B14F-4D97-AF65-F5344CB8AC3E}">
        <p14:creationId xmlns:p14="http://schemas.microsoft.com/office/powerpoint/2010/main" val="14784239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DE119595-28A1-40DC-9973-E4C97D20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294A5FBE-F2BB-4647-9016-CBD34C62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4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E4C4AFC7-40EC-4038-AEBA-23532B05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日常讨论常把可下载模型统称为开源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802CA3F7-D396-4FD5-9819-73E154E3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2AB8672F-75FC-4F4B-B2E0-3630F5DD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68A9930-C8AD-4E54-B07E-19CB23C4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EE245ED-71AF-4006-B201-3D7D7A4E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“开源模型”要拆成四个问题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B41E1B1-8EDD-4C33-B407-7E292309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日常讨论常把可下载模型统称为开源，但工程决策要继续追问：模型权重是否可得？推理与训练代码是否公开？训练数据和处理方法是否可追溯？许可证是否允许修改、商用、再分发和生成衍生模型？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408BAA6-DBCC-42A2-B531-708EA95A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C1219C2-1541-468C-A95C-49A0C1BE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只有权重可下载，通常更准确地称为 开放权重模型；它仍然很有价值，团队可以在自己的基础设施上运行、量化、评测和微调；但它并不自动带来训练透明度；也不代表所有用途都无条件允许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A5683776-02F8-4DDD-AA5B-E3B463E8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C9D91FA9-4CD9-4C3A-811F-4843EAFD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日常讨论常把可下载模型统称为开源</a:t>
            </a:r>
          </a:p>
        </p:txBody>
      </p:sp>
    </p:spTree>
    <p:extLst>
      <p:ext uri="{BB962C8B-B14F-4D97-AF65-F5344CB8AC3E}">
        <p14:creationId xmlns:p14="http://schemas.microsoft.com/office/powerpoint/2010/main" val="16224640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A7E989F6-E3F1-4770-87C3-477D673E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8A6F6D2D-FAA6-490E-A7A8-A00F92EA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4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14938824-181D-4240-8BB2-90000C81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部署方式交换的是速度、控制与运维成本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A8DAD351-4474-4338-8610-41D1F80D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0EFFF8C5-13FF-4BC3-9792-880F6CC7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5407037-0A3C-4866-87CD-3894753E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72C1C8F-5B2D-46FA-A1A6-032B7AB0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API、托管与本地部署的取舍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DE687DA-5B00-4959-A0A9-77CA3212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调用外部 API 上手快、无需管理 GPU；适合快速试验和波动负载；托管专属实例能增加网络与容量控制；本地部署可以让数据、日志和模型运行环境留在组织边界内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7B26AA5-5BCD-493E-8B02-5921519B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6BD60D8-CE8A-46F6-AA63-325A72CB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判断方案时至少测六项；目标任务质量、端到端时延、峰值吞吐、单位任务总成本、敏感数据暴露面和持续运维能力；参数量不是硬件需求的唯一决定因素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6F62BCBA-9D2F-401A-BF3D-8E0A212C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6ADBF2F6-3A4E-4945-9617-82296C46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部署方式交换的是速度、控制与运维成本</a:t>
            </a:r>
          </a:p>
        </p:txBody>
      </p:sp>
    </p:spTree>
    <p:extLst>
      <p:ext uri="{BB962C8B-B14F-4D97-AF65-F5344CB8AC3E}">
        <p14:creationId xmlns:p14="http://schemas.microsoft.com/office/powerpoint/2010/main" val="3428562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B7B6E14F-DE6F-4F13-BFB2-0C87FF1C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A9A8B95C-6001-43E5-B5B2-33959B67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4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54C47DD4-683E-41AA-A03E-40AE13DF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榜单只能筛选候选，真实任务才能决定选型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1406825-ED98-4364-B796-018C2C8F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84EF35FF-A8C3-4ADD-B4D3-59B5F948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198789C-2DAC-43A2-9024-75B2D392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1B61D9D-21E5-436E-844B-978B32A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模型评测必须贴近真实任务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637DF5E-6E42-4AAD-8C8E-AF82886B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公开榜单适合形成候选列表；最终选择应使用自己的代表性任务集；知识问答要检查引用是否支持结论；代码任务要运行测试；结构化抽取要核对字段；推理任务要验证最终答案和关键约束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233AE7F-2DF9-46AE-A642-FE4C3D11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4DFD096-0F9C-4684-A441-F3878D3F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评测结果应记录模型版本、推理参数、提示模板、工具、数据集版本和运行日期。模型升级后重新跑同一套基线，才能知道变化来自模型本身还是调用配置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5606B78D-D438-4A2C-A74A-A0F0EDA7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94AA04B7-EEDF-4540-98E6-7A44E59A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榜单只能筛选候选，真实任务才能决定选型</a:t>
            </a:r>
          </a:p>
        </p:txBody>
      </p:sp>
    </p:spTree>
    <p:extLst>
      <p:ext uri="{BB962C8B-B14F-4D97-AF65-F5344CB8AC3E}">
        <p14:creationId xmlns:p14="http://schemas.microsoft.com/office/powerpoint/2010/main" val="8398499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A3418B1C-2B74-44A1-A51A-D61B8A73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7DA026BA-8388-4E95-BE88-5E4BD25D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1F28B238-74C9-47D8-96B2-29B73A12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内部制度问答：不是“装上本地模型”就完成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736E02DA-9F31-4DF7-A4F8-C0FD7B72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9216F64E-1F05-4DD8-A5A7-9A758FC5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OV-005-S07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447517F-49D4-40E3-83C8-EEE7CAA8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内部制度问答：不是“装上本地模型”就完成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5A1F1C03-60FB-4F58-9554-A6431F4C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场景｜一家企业希望员工查询内部制度，初看适合本地部署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F46FB8F2-2A4F-42C4-924B-2F0EA803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方法｜团队先把 100 个真实问题整理成评测集，要求回答同时给出制度名称、章节和生效日期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2A672DA1-E2E1-42EE-9369-B3F30329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边界｜方案采用权限过滤后的文档检索，再把证据交给模型生成答案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143BE827-3856-4248-B8A8-1F705426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边界｜找不到可靠依据时明确转人工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3FD113B0-420F-4B84-B72F-C1D32974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方法｜试点同时比较外部 API、专属托管和本地开放权重模型</a:t>
            </a:r>
          </a:p>
        </p:txBody>
      </p:sp>
      <p:sp>
        <p:nvSpPr>
          <p:cNvPr id="12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1F2B104-BE4B-4F5C-8498-988CA115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7-takeaway">
            <a:extLst xmlns:a="http://schemas.openxmlformats.org/drawingml/2006/main">
              <a:ext uri="{FF2B5EF4-FFF2-40B4-BE49-F238E27FC236}">
                <a16:creationId xmlns:a16="http://schemas.microsoft.com/office/drawing/2014/main" id="{A4DFA529-A65C-4468-81F7-30E766C8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内部制度问答：不是“装上本地模型”就完成</a:t>
            </a:r>
          </a:p>
        </p:txBody>
      </p:sp>
    </p:spTree>
    <p:extLst>
      <p:ext uri="{BB962C8B-B14F-4D97-AF65-F5344CB8AC3E}">
        <p14:creationId xmlns:p14="http://schemas.microsoft.com/office/powerpoint/2010/main" val="15465908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A9E52D60-5BCB-4EF1-840D-9B137225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56185BC2-5117-4B4C-A7D9-D7A4C57C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EF2C08CB-5407-453F-87DE-CD9F248E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DeepSeek 与开源生态：一次可验收练习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78E4245E-0DD3-45B4-B43B-C36404D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3EB0240D-396C-4942-A246-06DACC13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OV-005-S08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321D0672-E657-448E-BECD-2A8E9C4D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6DB491F5-D44B-45E9-9C60-E02D63DD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7C5739D8-95FA-4A34-8BF3-8305F71A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选择一个真实任务，写出 20 条最小评测集，并定义“答对”的证据，而不是只给主观评分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C88A995A-CC39-4BB3-B372-E9645FB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F8D375E5-93EF-400E-A34D-8C2B5CCC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0C240876-13A1-4067-9CEF-B1B7470D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B3A91EDA-BBE5-409A-80D0-62A78A72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为同一任务比较外部 API、托管实例和本地部署，列出质量、时延、成本、数据、运维六栏假设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D896DDEF-1FEF-420F-A32E-2EB7711E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B3CEFDCE-12DD-486E-9E92-AE5E620C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4436F68B-9F48-4268-9826-454C9A20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1DB13863-D8AE-4DB8-9E53-57207BCF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找到一个拟用模型的许可证，分别回答：能否商用、能否改模型、能否再分发、是否有额外使用限制</a:t>
            </a:r>
          </a:p>
        </p:txBody>
      </p:sp>
    </p:spTree>
    <p:extLst>
      <p:ext uri="{BB962C8B-B14F-4D97-AF65-F5344CB8AC3E}">
        <p14:creationId xmlns:p14="http://schemas.microsoft.com/office/powerpoint/2010/main" val="13766581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2FEFBFE9-BAF0-4BFC-97E0-DAE91162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907336DF-11CF-41B3-B783-0476686A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FA8C4718-5A22-4D03-A743-A5510204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DeepSeek 与开源生态：判断时先抓住三点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8119017F-0E82-4ADA-8264-9EEFC9FC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53577C03-BAA4-4FFE-9B43-C5F57990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OV-005-S09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C6357A2C-7BB2-4C7E-8E98-61B07A68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0E474C26-82A2-4B97-9D7A-0BE18BCB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88307E49-684E-41C3-8706-4FACFCD9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普通生成模型倾向于直接预测下一个 token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26E7FE40-5074-407B-B0BC-6B63C4BF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A3F843B1-984D-4C73-A769-73684334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298DE2C6-7FDF-4180-BD20-DDAFA28B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5E870E8-7584-41D3-8D8F-00C41ACF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日常讨论常把可下载模型统称为开源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DB2C6AD5-F4BC-481B-BF25-62D37647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EFC14D52-F1DA-4165-BE0D-8B304E16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1358790C-799A-4DEF-A7AB-C5CF6521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EDD349E0-48B5-422F-A1BE-E863476E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榜单只能筛选候选，真实任务才能决定选型</a:t>
            </a:r>
          </a:p>
        </p:txBody>
      </p:sp>
    </p:spTree>
    <p:extLst>
      <p:ext uri="{BB962C8B-B14F-4D97-AF65-F5344CB8AC3E}">
        <p14:creationId xmlns:p14="http://schemas.microsoft.com/office/powerpoint/2010/main" val="2499970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780D6348-F4E5-49C3-8910-C2C49A15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FD7B1BC3-4861-435B-A65E-0FE4628B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5A170C1-F613-40C2-8A4B-17B86B65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DeepSeek 与开源生态：依据、边界与延伸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C180D526-A8CE-4530-8662-31ACDB50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C0A0C344-48F5-46D9-9C6C-772394E7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OV-005 · OV-005-S10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168D8E3E-19BF-444D-8E1F-28C29C34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FDB658D8-1BD0-4187-8B39-FF80C23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DeepSeek-R1: Incentivizing Reasoning Capability in LLMs via Reinforcement Learning；DeepSeek-R1 官方技术论文</a:t>
            </a:r>
          </a:p>
        </p:txBody>
      </p:sp>
      <p:sp>
        <p:nvSpPr>
          <p:cNvPr id="8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42DCE60E-1BC2-4E16-83EF-9AB9C988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DF5B8B32-5581-4114-B812-EFA32C9A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7774385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2026-07-12T08:20:06.2470000Z</dcterms:created>
  <dcterms:modified xsi:type="dcterms:W3CDTF">2026-07-12T08:20:06.2470000Z</dcterms:modified>
</coreProperties>
</file>