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7b37ee4c1f4abb" /><Relationship Type="http://schemas.openxmlformats.org/officeDocument/2006/relationships/extended-properties" Target="/docProps/app.xml" Id="R0d76a61d73444118" /><Relationship Type="http://schemas.openxmlformats.org/officeDocument/2006/relationships/officeDocument" Target="/ppt/presentation.xml" Id="R21223942bf8846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46f7099ab4a4f08"/>
  </p:sldMasterIdLst>
  <p:notesMasterIdLst>
    <p:notesMasterId xmlns:r="http://schemas.openxmlformats.org/officeDocument/2006/relationships" r:id="Ra6b569d1dfc843e5"/>
  </p:notesMasterIdLst>
  <p:sldIdLst>
    <p:sldId xmlns:r="http://schemas.openxmlformats.org/officeDocument/2006/relationships" id="256" r:id="R33b777ee8e8f424a"/>
    <p:sldId xmlns:r="http://schemas.openxmlformats.org/officeDocument/2006/relationships" id="257" r:id="R55960e817c434dc2"/>
    <p:sldId xmlns:r="http://schemas.openxmlformats.org/officeDocument/2006/relationships" id="258" r:id="R6d301e9b4bb8453b"/>
    <p:sldId xmlns:r="http://schemas.openxmlformats.org/officeDocument/2006/relationships" id="259" r:id="R881747e2a67e438f"/>
    <p:sldId xmlns:r="http://schemas.openxmlformats.org/officeDocument/2006/relationships" id="260" r:id="R0633aca881ec4403"/>
    <p:sldId xmlns:r="http://schemas.openxmlformats.org/officeDocument/2006/relationships" id="261" r:id="R7ac871a0e2e24bd4"/>
    <p:sldId xmlns:r="http://schemas.openxmlformats.org/officeDocument/2006/relationships" id="262" r:id="R5568bc54984043e9"/>
    <p:sldId xmlns:r="http://schemas.openxmlformats.org/officeDocument/2006/relationships" id="263" r:id="R11872e4bcd1346d0"/>
    <p:sldId xmlns:r="http://schemas.openxmlformats.org/officeDocument/2006/relationships" id="264" r:id="R6ddfcba2a6d4416a"/>
    <p:sldId xmlns:r="http://schemas.openxmlformats.org/officeDocument/2006/relationships" id="265" r:id="Rc7528dc438784767"/>
    <p:sldId xmlns:r="http://schemas.openxmlformats.org/officeDocument/2006/relationships" id="266" r:id="R13d1ab25e55a4562"/>
    <p:sldId xmlns:r="http://schemas.openxmlformats.org/officeDocument/2006/relationships" id="267" r:id="Ra06c051603a741fa"/>
    <p:sldId xmlns:r="http://schemas.openxmlformats.org/officeDocument/2006/relationships" id="268" r:id="R1c49d56f403245e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fd1145975504941" /><Relationship Type="http://schemas.openxmlformats.org/officeDocument/2006/relationships/slideMaster" Target="/ppt/slideMasters/slideMaster1.xml" Id="R146f7099ab4a4f08" /><Relationship Type="http://schemas.openxmlformats.org/officeDocument/2006/relationships/notesMaster" Target="/ppt/notesMasters/notesMaster1.xml" Id="Ra6b569d1dfc843e5" /><Relationship Type="http://schemas.openxmlformats.org/officeDocument/2006/relationships/presProps" Target="/ppt/presProps.xml" Id="R3742bcd5fe24461b" /><Relationship Type="http://schemas.openxmlformats.org/officeDocument/2006/relationships/tableStyles" Target="/ppt/tableStyles.xml" Id="Re5bacaaddbc8483b" /><Relationship Type="http://schemas.openxmlformats.org/officeDocument/2006/relationships/slide" Target="/ppt/slides/slide1.xml" Id="R33b777ee8e8f424a" /><Relationship Type="http://schemas.openxmlformats.org/officeDocument/2006/relationships/slide" Target="/ppt/slides/slide2.xml" Id="R55960e817c434dc2" /><Relationship Type="http://schemas.openxmlformats.org/officeDocument/2006/relationships/slide" Target="/ppt/slides/slide3.xml" Id="R6d301e9b4bb8453b" /><Relationship Type="http://schemas.openxmlformats.org/officeDocument/2006/relationships/slide" Target="/ppt/slides/slide4.xml" Id="R881747e2a67e438f" /><Relationship Type="http://schemas.openxmlformats.org/officeDocument/2006/relationships/slide" Target="/ppt/slides/slide5.xml" Id="R0633aca881ec4403" /><Relationship Type="http://schemas.openxmlformats.org/officeDocument/2006/relationships/slide" Target="/ppt/slides/slide6.xml" Id="R7ac871a0e2e24bd4" /><Relationship Type="http://schemas.openxmlformats.org/officeDocument/2006/relationships/slide" Target="/ppt/slides/slide7.xml" Id="R5568bc54984043e9" /><Relationship Type="http://schemas.openxmlformats.org/officeDocument/2006/relationships/slide" Target="/ppt/slides/slide8.xml" Id="R11872e4bcd1346d0" /><Relationship Type="http://schemas.openxmlformats.org/officeDocument/2006/relationships/slide" Target="/ppt/slides/slide9.xml" Id="R6ddfcba2a6d4416a" /><Relationship Type="http://schemas.openxmlformats.org/officeDocument/2006/relationships/slide" Target="/ppt/slides/slide10.xml" Id="Rc7528dc438784767" /><Relationship Type="http://schemas.openxmlformats.org/officeDocument/2006/relationships/slide" Target="/ppt/slides/slide11.xml" Id="R13d1ab25e55a4562" /><Relationship Type="http://schemas.openxmlformats.org/officeDocument/2006/relationships/slide" Target="/ppt/slides/slide12.xml" Id="Ra06c051603a741fa" /><Relationship Type="http://schemas.openxmlformats.org/officeDocument/2006/relationships/slide" Target="/ppt/slides/slide13.xml" Id="R1c49d56f403245e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98b00925634b3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122564dc644217" /><Relationship Type="http://schemas.openxmlformats.org/officeDocument/2006/relationships/notesMaster" Target="/ppt/notesMasters/notesMaster1.xml" Id="R6d5fe799877a41e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b3fbc817a914d6e" /><Relationship Type="http://schemas.openxmlformats.org/officeDocument/2006/relationships/notesMaster" Target="/ppt/notesMasters/notesMaster1.xml" Id="R588c5a03e51d47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e1fbf4505ad4881" /><Relationship Type="http://schemas.openxmlformats.org/officeDocument/2006/relationships/notesMaster" Target="/ppt/notesMasters/notesMaster1.xml" Id="R14bda666fbfd451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45c160c55984687" /><Relationship Type="http://schemas.openxmlformats.org/officeDocument/2006/relationships/notesMaster" Target="/ppt/notesMasters/notesMaster1.xml" Id="R37cdaf4046fa48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acdd9028ba4df5" /><Relationship Type="http://schemas.openxmlformats.org/officeDocument/2006/relationships/notesMaster" Target="/ppt/notesMasters/notesMaster1.xml" Id="R54daa59ca02c4f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43f98e4c4334178" /><Relationship Type="http://schemas.openxmlformats.org/officeDocument/2006/relationships/notesMaster" Target="/ppt/notesMasters/notesMaster1.xml" Id="R60a701ee9839405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a37fbc1da064de5" /><Relationship Type="http://schemas.openxmlformats.org/officeDocument/2006/relationships/notesMaster" Target="/ppt/notesMasters/notesMaster1.xml" Id="R2b5c58ac42764ae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ef06727d42442d0" /><Relationship Type="http://schemas.openxmlformats.org/officeDocument/2006/relationships/notesMaster" Target="/ppt/notesMasters/notesMaster1.xml" Id="Rc70ad491fd4649f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50f566032a4199" /><Relationship Type="http://schemas.openxmlformats.org/officeDocument/2006/relationships/notesMaster" Target="/ppt/notesMasters/notesMaster1.xml" Id="Rc9ec9bebc5014d9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f0720d6da16416c" /><Relationship Type="http://schemas.openxmlformats.org/officeDocument/2006/relationships/notesMaster" Target="/ppt/notesMasters/notesMaster1.xml" Id="Rf9c785e35d7843d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8e27d54799648bb" /><Relationship Type="http://schemas.openxmlformats.org/officeDocument/2006/relationships/notesMaster" Target="/ppt/notesMasters/notesMaster1.xml" Id="Rbf1df3b71fee48c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34fce6f9b2e491d" /><Relationship Type="http://schemas.openxmlformats.org/officeDocument/2006/relationships/notesMaster" Target="/ppt/notesMasters/notesMaster1.xml" Id="R5de9a3b8b97c4dd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4ea94a6bc6440ae" /><Relationship Type="http://schemas.openxmlformats.org/officeDocument/2006/relationships/notesMaster" Target="/ppt/notesMasters/notesMaster1.xml" Id="Rd46c905177324af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3fe4cec12d43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a8fb20cc86e4022" /><Relationship Type="http://schemas.openxmlformats.org/officeDocument/2006/relationships/slideLayout" Target="/ppt/slideLayouts/slideLayout1.xml" Id="R656fb13b8aec439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6fb13b8aec439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a32a95a4774caa" /><Relationship Type="http://schemas.openxmlformats.org/officeDocument/2006/relationships/notesSlide" Target="/ppt/notesSlides/notesSlide1.xml" Id="Rc4919a82c2cf47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afc65196a04e0e" /><Relationship Type="http://schemas.openxmlformats.org/officeDocument/2006/relationships/notesSlide" Target="/ppt/notesSlides/notesSlide2.xml" Id="Rf95c1749ee4144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2efe10f1734a18" /><Relationship Type="http://schemas.openxmlformats.org/officeDocument/2006/relationships/notesSlide" Target="/ppt/notesSlides/notesSlide3.xml" Id="R2593b521bbd441d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98493edae84ca3" /><Relationship Type="http://schemas.openxmlformats.org/officeDocument/2006/relationships/notesSlide" Target="/ppt/notesSlides/notesSlide4.xml" Id="Ra46a5f28ad2c4d5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b0ed41ac734726" /><Relationship Type="http://schemas.openxmlformats.org/officeDocument/2006/relationships/notesSlide" Target="/ppt/notesSlides/notesSlide5.xml" Id="R79669370fbd14e9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f1c10c2a546a9" /><Relationship Type="http://schemas.openxmlformats.org/officeDocument/2006/relationships/notesSlide" Target="/ppt/notesSlides/notesSlide6.xml" Id="R2078a6e1488544e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508894d6604667" /><Relationship Type="http://schemas.openxmlformats.org/officeDocument/2006/relationships/notesSlide" Target="/ppt/notesSlides/notesSlide7.xml" Id="R0572acb7b309422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f30d6121a04c57" /><Relationship Type="http://schemas.openxmlformats.org/officeDocument/2006/relationships/notesSlide" Target="/ppt/notesSlides/notesSlide8.xml" Id="Rbed18c3ad7ea43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155a652a91409d" /><Relationship Type="http://schemas.openxmlformats.org/officeDocument/2006/relationships/notesSlide" Target="/ppt/notesSlides/notesSlide9.xml" Id="Rf1389f95a6af40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c8f59da6d24e9b" /><Relationship Type="http://schemas.openxmlformats.org/officeDocument/2006/relationships/notesSlide" Target="/ppt/notesSlides/notesSlide10.xml" Id="R971ca2dadf97415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ae49288564fd3" /><Relationship Type="http://schemas.openxmlformats.org/officeDocument/2006/relationships/notesSlide" Target="/ppt/notesSlides/notesSlide11.xml" Id="R898c1a6cd00344f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fd9e8a9455409b" /><Relationship Type="http://schemas.openxmlformats.org/officeDocument/2006/relationships/notesSlide" Target="/ppt/notesSlides/notesSlide12.xml" Id="Rf342836acd5449f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71cd25d4f24ecf" /><Relationship Type="http://schemas.openxmlformats.org/officeDocument/2006/relationships/notesSlide" Target="/ppt/notesSlides/notesSlide13.xml" Id="Re24f3ec4e60a443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26AF89E8-8675-4F8C-AAF7-EC89C07F8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FE2B7D40-A27A-462D-85B6-C2B892B0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4A61A1C1-97C1-4F4A-A8E3-D7E70F2C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5D74164C-7283-4E82-85B0-C0D229FA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B2AF0C39-1CB7-47B2-A7BE-1590A777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85669D1F-F5FD-4E54-A13C-7F30AE55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FF744179-F27D-47BC-8D81-F6DBB977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56B7198-7473-4C96-9B96-E38CDDA7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1035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企业办公、知识管理与 AIGC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83BED553-CF31-4709-A35A-B9A296D9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把文档、会议、知识库和多模态内容生产连接成可复用、可审批的企业工作流。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86FADFEE-FB38-4AEE-904B-EFFF676B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企业里并不缺文档，缺的是在正确时间把正确版本交给有权限的人；会议录音、聊天、制度、合同、产品说明和销售材料不断产生；若没有来源与责任管理；AI 只会加速复制旧信息和错误信息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43BE0092-79E4-4ED4-9F2E-F0D94FFC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FB0458EE-B9A1-4072-9306-467CFA35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IN-004 · IN-004-S01</a:t>
            </a:r>
          </a:p>
        </p:txBody>
      </p:sp>
    </p:spTree>
    <p:extLst>
      <p:ext uri="{BB962C8B-B14F-4D97-AF65-F5344CB8AC3E}">
        <p14:creationId xmlns:p14="http://schemas.microsoft.com/office/powerpoint/2010/main" val="20429542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5BF69123-8DF5-4585-80B5-4130A5CB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5AA45E16-51AE-4062-AD8C-33D18967C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356981C5-3D54-41E1-8CB2-EA37C47BD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企业知识与 AIGC：4项学习结果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775EB4BD-0342-4E4C-9881-9A874BA1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DC413BC0-E03D-49AC-BF31-9170861B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FB5AE14D-03D0-4644-8528-D3E44E284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将会议、制度和业务文档加工为可检索、可引用的知识单元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EEDBDCDB-C6C5-4A5E-965F-B6985F3E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为知识设置来源、权限、版本、有效期、责任人和失效处置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E3942D06-ECC4-417E-8E86-6146E465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设计从草稿生成到人工审批、正式交付和反馈纠错的办公流程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DA5B358B-4129-4FBB-8D8F-11C07818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用使用率、引用质量、时效、纠错与业务结果评估知识系统</a:t>
            </a:r>
          </a:p>
        </p:txBody>
      </p:sp>
    </p:spTree>
    <p:extLst>
      <p:ext uri="{BB962C8B-B14F-4D97-AF65-F5344CB8AC3E}">
        <p14:creationId xmlns:p14="http://schemas.microsoft.com/office/powerpoint/2010/main" val="17593064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507C7F90-F170-4CE7-85F8-A6DF31FC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F33E6140-A9D2-475C-92DE-319DD513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FFF090C8-ED3E-4A05-BE1C-E7E5D6BD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第一步是接收和规范化资料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46ED85A1-8E0F-4C30-A930-8F6C2C8AD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E66CDADC-B69D-49EF-8BDA-715A4377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21AAA52-1D12-481F-9A8F-77754BB38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2997136-E5E9-4E6E-8530-BF3B1144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从原始文档到知识单元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1F3071A-2EBC-4958-81C3-DFA5BC986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第一步是接收和规范化资料；文字文档保留原文件和页码；扫描件经过识别后要与图像对照；会议录音转写后保留时间戳与说话人待确认标记；系统应记录资料所有者、密级、创建时间和接入方式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CA37709-719A-43EA-BD17-28A06C39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3346AEE-1BE3-4504-9CA8-BAE464D5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第二步是提取结构，会议材料可抽取议题、已确认决策、未决问题、行动项、负责人和截止日期；制度文件可拆成适用对象、条件、规则、例外和办理步骤；销售资料可拆成产品事实、可公开卖点、限制条件和批准用语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4C536350-F831-4D73-B898-F165286C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39952B31-FF34-4D2C-99CD-00444F43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第三步是核验，模型可能把讨论中的建议写成正式决定；也可能把多个版本拼接；资料责任人应检查事实、引用和状态；确认后才进入可检索知识库；未确认的会议转写、草稿和外部网页应明确标为候选信息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3EE1380B-7A9A-4E16-ABCC-0FD0435C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A7BCD38E-76EB-4361-ADF1-ED27A95A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第一步是接收和规范化资料</a:t>
            </a:r>
          </a:p>
        </p:txBody>
      </p:sp>
    </p:spTree>
    <p:extLst>
      <p:ext uri="{BB962C8B-B14F-4D97-AF65-F5344CB8AC3E}">
        <p14:creationId xmlns:p14="http://schemas.microsoft.com/office/powerpoint/2010/main" val="8468432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1967646A-BA02-41DE-9023-0CBAA0071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1DB66397-8756-4DDD-AC2D-CBCB94D8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6EB9835B-A620-4475-8DE3-64A3E9E6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问答必须先校验身份，再检索有效资料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F0A05FFC-B5C4-4435-8133-51A5FAB81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84F2DB9A-A4E9-40E6-8626-ECB8677DF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13F6118-A563-403A-80EB-2798B3D2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09CDF56-659F-4475-B5D4-0AE468E1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检索与生成必须带引用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C129434-902E-47B4-A969-3989F56B6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用户提问时，系统先识别身份与用途；再从其有权访问且仍有效的资料中检索；生成回答应附文档名称、版本或日期以及具体位置；必要时直接展示支持结论的短句；若检索结果互相冲突、证据不足或问题超出资料范围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3170D6F-6946-480F-9822-3BD55AAC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3A03615-6176-42C8-8BEF-65D841D3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引用质量至少包含三层检查；引用文件真实存在，引用位置确实包含相关内容；内容能够支持回答中的结论；只有第一层通过，仍可能出现“有引用的错误答案”；对于数字、价格、承诺、政策与合同条款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2691497D-2B23-43C3-82FC-EE48B27BF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5B7FC470-A39D-44FD-AB06-C2967B67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问答必须先校验身份，再检索有效资料</a:t>
            </a:r>
          </a:p>
        </p:txBody>
      </p:sp>
    </p:spTree>
    <p:extLst>
      <p:ext uri="{BB962C8B-B14F-4D97-AF65-F5344CB8AC3E}">
        <p14:creationId xmlns:p14="http://schemas.microsoft.com/office/powerpoint/2010/main" val="4725814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FAF39A1C-7F62-4536-863D-A4874C78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AF778D96-FAD7-4D22-804F-E6F4C77A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5F0A6416-EE02-4317-8D3F-5342417EB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知识条目必须继承源文件权限与有效期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820F5EAC-B362-4AA4-AE1F-9B755399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E19FC407-4F2D-4186-992A-90F515AA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5018D7F-9015-45B1-B658-81E00521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17BFF07-47E6-4B63-9A7F-5129DD12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权限、版本与有效期共同决定可见性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00EF38A-1226-41F8-A747-1A2E3DD1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知识条目应继承源文件权限；而不是进入知识库后自动对全员开放；角色权限还应结合部门、项目、地域、客户和保密义务；检索结果、摘要、导出和日志都应遵循同一规则；管理员需要定期检查权限漂移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316F19A-AEEC-464A-9A58-2FD33B30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42B2B1E-E068-4743-9245-9CC10D2D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同一制度可能有草案、现行版和历史版；同一产品也可能因地区、客户或发布时间不同而有多个口径；系统要标出版本关系、生效时间、失效时间和替代文件；接近复审日期时通知责任人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847E2164-20ED-491A-AEB6-38DE0B68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EA33306C-0114-4FF8-9E55-398865F9B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知识条目必须继承源文件权限与有效期</a:t>
            </a:r>
          </a:p>
        </p:txBody>
      </p:sp>
    </p:spTree>
    <p:extLst>
      <p:ext uri="{BB962C8B-B14F-4D97-AF65-F5344CB8AC3E}">
        <p14:creationId xmlns:p14="http://schemas.microsoft.com/office/powerpoint/2010/main" val="9527264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8B645155-387B-4006-8B33-EDA6E114E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957B601B-6241-4238-87C3-5B37A2774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3F6CF653-DFA5-4465-978B-D5E2FBF5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不同输出应匹配不同审批与发布责任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83A8E800-3DBB-4FA0-A479-0F422D5F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B7504A49-68DB-4371-80FA-9E54B466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885540C-217D-4DFF-B830-5409E6B5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8312295-8EAA-4AD0-8B78-99018DD8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审批后再交付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D0D2F2D-2DA8-4E64-BD40-BB62697C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AIGC 适合生成会议纪要草稿、制度问答、邮件、简报、销售材料和多渠道内容；但不同输出需要不同审批；内部个人草稿可由使用者自审；跨部门通知需要业务负责人确认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603814B-E677-4EE0-95C6-CEE9216E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2ACFFAF-36C2-4CCA-B26E-5D8B47C2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流程要保存生成依据、修改差异、审批意见和正式版本。正式交付只能来自批准状态，修改源资料后应使受影响的派生内容进入重新审核。紧急场景也应有预先批准的模板和事后复核，而不是绕过治理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8B903844-609A-46A5-B713-9519A0C1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C180713B-6EC3-4624-982C-3F95BA2E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不同输出应匹配不同审批与发布责任</a:t>
            </a:r>
          </a:p>
        </p:txBody>
      </p:sp>
    </p:spTree>
    <p:extLst>
      <p:ext uri="{BB962C8B-B14F-4D97-AF65-F5344CB8AC3E}">
        <p14:creationId xmlns:p14="http://schemas.microsoft.com/office/powerpoint/2010/main" val="2723617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629A7B65-7F5C-41AA-8897-2061E35B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159D2359-D9CD-4A00-A5E9-F0BBC8E0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E8F6C5AA-D511-4E99-9381-83957A11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制度发布后由责任部门拆解与核验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D4A34C38-8DC7-421A-BA5A-F7802A91C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6AD532B4-87C8-4521-A3FF-F2E66393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E2D849A-EE60-4854-B5C6-1620438CD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FF6D937-9A31-49C4-B3D6-E85128548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三个常见工作流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4590F2B-8671-4AC8-9966-09F9169BC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094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制度问答： 制度发布后由责任部门拆解与核验，员工提问时返回带条款引用的说明；例外申请和解释争议转人工，制度更新后旧回答自动失效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E8B4B33-3A13-4AB5-8A53-474E32217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6BA427A-4B69-4C69-8E6B-E11618BAB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会议纪要： 系统根据录音与议程生成草稿，参会人确认发言与决策，会议主持人批准；行动项进入任务系统，后续变化回写，而不是把模型摘要视为最终决议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416F6B39-BA31-4D90-8E74-E2DE140D8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7455AD6B-8069-4A24-AAD0-4E428FF2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销售资料： AI 根据批准的产品事实和品牌表达生成行业版本，产品、法务或合规人员审核关键主张；价格和功能从业务系统读取，过期材料停止外发。这样既能提高复用，也能防止“创作”出不存在的承诺</a:t>
            </a:r>
          </a:p>
        </p:txBody>
      </p:sp>
      <p:sp>
        <p:nvSpPr>
          <p:cNvPr id="13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BF77EE44-9E20-468D-8653-CFA8B55B5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7-takeaway">
            <a:extLst xmlns:a="http://schemas.openxmlformats.org/drawingml/2006/main">
              <a:ext uri="{FF2B5EF4-FFF2-40B4-BE49-F238E27FC236}">
                <a16:creationId xmlns:a16="http://schemas.microsoft.com/office/drawing/2014/main" id="{1E1AA9BA-453C-43A3-9EB6-8B52F4D83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制度发布后由责任部门拆解与核验</a:t>
            </a:r>
          </a:p>
        </p:txBody>
      </p:sp>
    </p:spTree>
    <p:extLst>
      <p:ext uri="{BB962C8B-B14F-4D97-AF65-F5344CB8AC3E}">
        <p14:creationId xmlns:p14="http://schemas.microsoft.com/office/powerpoint/2010/main" val="6490039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A358320D-BEE9-4EB2-BD70-91C49EBD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C66AF315-420D-4FAD-9AC8-EA361786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CABDFAA9-A68C-47F5-949C-D2A02C0D2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页面访问量并不能证明知识有用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11D636CF-DECF-4B70-BF39-DA2810AEF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4F9D7BB7-7624-43F6-A037-C7F5DC6C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F140DD5-3233-4A1D-AAE1-74285F57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5851C1D-C6BD-4762-987F-0E33F39B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用真实使用和纠错衡量价值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61CA6BA6-DA47-43F8-9FDC-6A29CD2F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页面访问量并不能证明知识有用。更有意义的指标包括：问题是否得到有依据的解决、引用能否支持回答、用户是否反复追问、人工转交是否准确、旧版本是否被拦截、从资料产生到批准可用需要多久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6642916-919E-4EA7-80B9-2DBDC340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E0C16EE-7CCD-4FAF-BF76-BDDE9FA5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还应观察业务结果，例如会议行动项按时完成情况、服务台重复咨询变化、销售资料退回原因和知识责任人的维护负担；若用户很少采用系统答案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0322DF8A-14E3-472D-A313-4058BD156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A85030A4-3776-4B67-B4B8-12954148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页面访问量并不能证明知识有用</a:t>
            </a:r>
          </a:p>
        </p:txBody>
      </p:sp>
    </p:spTree>
    <p:extLst>
      <p:ext uri="{BB962C8B-B14F-4D97-AF65-F5344CB8AC3E}">
        <p14:creationId xmlns:p14="http://schemas.microsoft.com/office/powerpoint/2010/main" val="42917247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6B9DA1B6-2FDD-48E9-AB63-EF15434B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354A0640-CDDB-4A7D-BDD7-1822E43D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C21ADF29-116F-42AB-BF2C-36B19FCD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一次会议如何进入知识库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D6EDCFCD-C841-475F-B8B4-5D1C6B7E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4E5D0D63-BFA4-466F-A8F5-662D6E9C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625745A9-B7D9-4CD1-B3BC-DE6C0AF79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一次会议如何进入知识库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9223DEC2-D488-4CA6-BEEE-264E9B30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输入｜议程、演示材料、录音转写和参会人名单，分别保留原始位置与访问权限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DE61C98F-2724-440D-AD3F-E2AF8492D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抽取｜系统区分讨论、建议、已确认决策和行动项，并给每一项附时间戳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F50921A3-A86B-4E10-877D-528A7450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审批｜参会人修正转写，主持人确认决策；未经确认的内容不作为组织结论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FC82D116-716D-400A-8186-33CCF58C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交付｜纪要按权限发布，行动项进入任务跟踪，相关知识设置责任人和复审日期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106953CE-43F1-4F3C-BA11-2C7922F7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E5D407FE-624A-4FD7-9C3A-BAF891C6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一次会议如何进入知识库</a:t>
            </a:r>
          </a:p>
        </p:txBody>
      </p:sp>
    </p:spTree>
    <p:extLst>
      <p:ext uri="{BB962C8B-B14F-4D97-AF65-F5344CB8AC3E}">
        <p14:creationId xmlns:p14="http://schemas.microsoft.com/office/powerpoint/2010/main" val="5510004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D6230D22-F6FD-4323-98FC-DB5783411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9BB575D3-6819-49AE-B4E0-E3B43D8A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3271793C-E1E6-4080-B3EC-5702410C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制度问答必须绑定版本、生效日期与权限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59C3FF27-222B-4562-9332-BC81D658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B765C0CB-BA8C-4857-96BA-A1A212A6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7959DCDA-25E0-402C-8804-FAD8DDEBC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带版本的制度问答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F2C29F6F-5914-44CE-B381-5C725ED4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边界｜特殊情形转财务人员；当新制度生效，旧条目停止用于回答，历史版本仅供有权限者查阅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03BA37D0-C26F-49EB-B934-2982B700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提问｜员工询问某类费用能否报销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FF0D33B2-9D04-41D6-8B37-993995A7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回答｜系统返回适用范围、条件、例外和原文位置，同时显示制度版本与生效时间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0AF213C0-B048-454A-9030-54248F6B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81A4F5C6-C365-46F1-8BA6-20F02EDF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制度问答必须绑定版本、生效日期与权限</a:t>
            </a:r>
          </a:p>
        </p:txBody>
      </p:sp>
    </p:spTree>
    <p:extLst>
      <p:ext uri="{BB962C8B-B14F-4D97-AF65-F5344CB8AC3E}">
        <p14:creationId xmlns:p14="http://schemas.microsoft.com/office/powerpoint/2010/main" val="12529289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45B2ABDE-0C2B-48B5-A430-683E9CDE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0FB25FBA-950E-459C-B7B7-A2DDDFED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BDC56283-C51E-40EA-9549-84BDEF503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企业知识与 AIGC：一次可验收练习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B571AA19-0C15-424E-B910-20EB93E51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3C4706D5-29EF-48AB-9950-5B3EDD4A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764FA457-5A7D-466A-9FDD-60E0A986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E03A1E11-DF8B-4805-8E3E-E65D56D8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5C59441D-FE6F-4285-9EA3-9012EA81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选取一份不含敏感信息的制度或会议样例，拆出五个知识单元，并填写原文位置、适用对象、版本、有效期、权限和责任人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0DE7D96C-A5FC-4840-AF2C-945AB6F41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712BF712-8518-4BBF-8FA5-AEF6DEB09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716E3AEF-1552-469D-9ACD-6D99917B7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4CB1A673-23D4-4CD5-8F1E-69A62188A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设计三个正常问题、一个证据冲突问题和一个越权问题，检查回答的证据和访问控制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993D88B9-AAD5-4471-9304-56F192264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D9F1329A-95A1-4984-8E62-D0899AC66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A8A07064-31D5-45BB-AE46-431EF350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A421594B-5917-45C4-B879-F4325AA7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画出“生成草稿—业务审核—正式交付—反馈纠错—版本失效”的状态流，并为每次状态变化指定操作者</a:t>
            </a:r>
          </a:p>
        </p:txBody>
      </p:sp>
    </p:spTree>
    <p:extLst>
      <p:ext uri="{BB962C8B-B14F-4D97-AF65-F5344CB8AC3E}">
        <p14:creationId xmlns:p14="http://schemas.microsoft.com/office/powerpoint/2010/main" val="76839936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4D12090B-EA7E-4A52-A78C-5A212C12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72908597-7DDC-455C-BA9B-76C620ECF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90B1062A-C2C3-4181-B354-3A3730E6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企业知识与 AIGC：判断时先抓住三点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434B7B83-2374-4B09-88DB-81FACA2D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585392E5-296D-440E-AFD8-541DA9AB5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F2138556-7326-454E-B44F-939ADF8B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59E00802-B2F5-4FB1-A66A-B8604E75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C8E6379E-1F24-46CC-8BDB-51CE6B151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第一步是接收和规范化资料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47C568E2-7914-45F2-BB66-DC7EB7C1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2733458E-13AC-4004-A58B-237321120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37C9325C-9EAF-4E4C-B345-8741821D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E744CBDD-3503-4EE8-B513-05D53E28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知识条目必须继承源文件权限与有效期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579CFC9D-86C3-4AFA-9A70-CB0DEDD3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149879D2-5F64-4687-8879-50C4BC1A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69CBD424-34F1-49AA-9568-ADA128D5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47A455F2-30CA-485A-877D-329ABBFD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页面访问量并不能证明知识有用</a:t>
            </a:r>
          </a:p>
        </p:txBody>
      </p:sp>
    </p:spTree>
    <p:extLst>
      <p:ext uri="{BB962C8B-B14F-4D97-AF65-F5344CB8AC3E}">
        <p14:creationId xmlns:p14="http://schemas.microsoft.com/office/powerpoint/2010/main" val="102180945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440CDDB0-74BA-42F0-A58D-59B9BBA2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B948C5BD-0587-4188-9087-5FAA250B1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7558817C-956E-4374-B411-625223D9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企业知识与 AIGC：依据、边界与延伸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438654FD-057D-4DC1-A348-27F6C9C1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D1517495-3D85-4FBA-B3FB-B8BE3408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B0A3812D-0BA0-4EAE-839D-F965EDA5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F82EF25F-5126-41F6-86FA-8CCFECD6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ISO/IEC 42001:2023：人工智能管理体系要求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34C6B974-7937-48E2-A3B6-ACD9F3382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ISO/IEC 27001:2022：信息安全管理体系要求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7C2CB4E9-B00A-4EAD-994B-27FFB10F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企业落地时还应遵循本组织的文档管理、保密、授权审批、记录保存和对外发布制度</a:t>
            </a:r>
          </a:p>
        </p:txBody>
      </p:sp>
      <p:sp>
        <p:nvSpPr>
          <p:cNvPr id="10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1A538DE7-2E25-4C09-B8B3-180B120B0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23E2FDCD-2990-40C3-A272-F3D70D8BE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1052962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2026-07-11T16:55:59.2150000Z</dcterms:created>
  <dcterms:modified xsi:type="dcterms:W3CDTF">2026-07-11T16:55:59.2150000Z</dcterms:modified>
</coreProperties>
</file>