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1da65746ec4f98" /><Relationship Type="http://schemas.openxmlformats.org/officeDocument/2006/relationships/extended-properties" Target="/docProps/app.xml" Id="Rf6e82f52472642bc" /><Relationship Type="http://schemas.openxmlformats.org/officeDocument/2006/relationships/officeDocument" Target="/ppt/presentation.xml" Id="R66eb9b6f4a0044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071c0860e6482f"/>
  </p:sldMasterIdLst>
  <p:notesMasterIdLst>
    <p:notesMasterId xmlns:r="http://schemas.openxmlformats.org/officeDocument/2006/relationships" r:id="Rd78ccf05a39d41ed"/>
  </p:notesMasterIdLst>
  <p:sldIdLst>
    <p:sldId xmlns:r="http://schemas.openxmlformats.org/officeDocument/2006/relationships" id="256" r:id="R8de7aad82fae4828"/>
    <p:sldId xmlns:r="http://schemas.openxmlformats.org/officeDocument/2006/relationships" id="257" r:id="R3aff5b3ffbfb42eb"/>
    <p:sldId xmlns:r="http://schemas.openxmlformats.org/officeDocument/2006/relationships" id="258" r:id="R1893a500f2234c04"/>
    <p:sldId xmlns:r="http://schemas.openxmlformats.org/officeDocument/2006/relationships" id="259" r:id="Rb8a6cb22e99749a9"/>
    <p:sldId xmlns:r="http://schemas.openxmlformats.org/officeDocument/2006/relationships" id="260" r:id="Re75cc4fd04be475f"/>
    <p:sldId xmlns:r="http://schemas.openxmlformats.org/officeDocument/2006/relationships" id="261" r:id="Rf53951a6cbaf4c00"/>
    <p:sldId xmlns:r="http://schemas.openxmlformats.org/officeDocument/2006/relationships" id="262" r:id="R2820f86d1fde42ee"/>
    <p:sldId xmlns:r="http://schemas.openxmlformats.org/officeDocument/2006/relationships" id="263" r:id="R091f372f287f4886"/>
    <p:sldId xmlns:r="http://schemas.openxmlformats.org/officeDocument/2006/relationships" id="264" r:id="R15ea65b74ecf4f96"/>
    <p:sldId xmlns:r="http://schemas.openxmlformats.org/officeDocument/2006/relationships" id="265" r:id="R0d67422d7a724373"/>
    <p:sldId xmlns:r="http://schemas.openxmlformats.org/officeDocument/2006/relationships" id="266" r:id="Ra8a9e2328053408a"/>
    <p:sldId xmlns:r="http://schemas.openxmlformats.org/officeDocument/2006/relationships" id="267" r:id="R533265d578fd4331"/>
    <p:sldId xmlns:r="http://schemas.openxmlformats.org/officeDocument/2006/relationships" id="268" r:id="R79452f7e05e2477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d044260b004e41" /><Relationship Type="http://schemas.openxmlformats.org/officeDocument/2006/relationships/slideMaster" Target="/ppt/slideMasters/slideMaster1.xml" Id="R23071c0860e6482f" /><Relationship Type="http://schemas.openxmlformats.org/officeDocument/2006/relationships/notesMaster" Target="/ppt/notesMasters/notesMaster1.xml" Id="Rd78ccf05a39d41ed" /><Relationship Type="http://schemas.openxmlformats.org/officeDocument/2006/relationships/presProps" Target="/ppt/presProps.xml" Id="R9907d73ca38244a0" /><Relationship Type="http://schemas.openxmlformats.org/officeDocument/2006/relationships/tableStyles" Target="/ppt/tableStyles.xml" Id="Rfd2142a862d74e5c" /><Relationship Type="http://schemas.openxmlformats.org/officeDocument/2006/relationships/slide" Target="/ppt/slides/slide1.xml" Id="R8de7aad82fae4828" /><Relationship Type="http://schemas.openxmlformats.org/officeDocument/2006/relationships/slide" Target="/ppt/slides/slide2.xml" Id="R3aff5b3ffbfb42eb" /><Relationship Type="http://schemas.openxmlformats.org/officeDocument/2006/relationships/slide" Target="/ppt/slides/slide3.xml" Id="R1893a500f2234c04" /><Relationship Type="http://schemas.openxmlformats.org/officeDocument/2006/relationships/slide" Target="/ppt/slides/slide4.xml" Id="Rb8a6cb22e99749a9" /><Relationship Type="http://schemas.openxmlformats.org/officeDocument/2006/relationships/slide" Target="/ppt/slides/slide5.xml" Id="Re75cc4fd04be475f" /><Relationship Type="http://schemas.openxmlformats.org/officeDocument/2006/relationships/slide" Target="/ppt/slides/slide6.xml" Id="Rf53951a6cbaf4c00" /><Relationship Type="http://schemas.openxmlformats.org/officeDocument/2006/relationships/slide" Target="/ppt/slides/slide7.xml" Id="R2820f86d1fde42ee" /><Relationship Type="http://schemas.openxmlformats.org/officeDocument/2006/relationships/slide" Target="/ppt/slides/slide8.xml" Id="R091f372f287f4886" /><Relationship Type="http://schemas.openxmlformats.org/officeDocument/2006/relationships/slide" Target="/ppt/slides/slide9.xml" Id="R15ea65b74ecf4f96" /><Relationship Type="http://schemas.openxmlformats.org/officeDocument/2006/relationships/slide" Target="/ppt/slides/slide10.xml" Id="R0d67422d7a724373" /><Relationship Type="http://schemas.openxmlformats.org/officeDocument/2006/relationships/slide" Target="/ppt/slides/slide11.xml" Id="Ra8a9e2328053408a" /><Relationship Type="http://schemas.openxmlformats.org/officeDocument/2006/relationships/slide" Target="/ppt/slides/slide12.xml" Id="R533265d578fd4331" /><Relationship Type="http://schemas.openxmlformats.org/officeDocument/2006/relationships/slide" Target="/ppt/slides/slide13.xml" Id="R79452f7e05e247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9c2b4c3c0e40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1106423efe4db8" /><Relationship Type="http://schemas.openxmlformats.org/officeDocument/2006/relationships/notesMaster" Target="/ppt/notesMasters/notesMaster1.xml" Id="Re4c15b939bef42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0c320960544171" /><Relationship Type="http://schemas.openxmlformats.org/officeDocument/2006/relationships/notesMaster" Target="/ppt/notesMasters/notesMaster1.xml" Id="Rb83cc57cd29749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30bc1f39f94269" /><Relationship Type="http://schemas.openxmlformats.org/officeDocument/2006/relationships/notesMaster" Target="/ppt/notesMasters/notesMaster1.xml" Id="Rcc549106938942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9ff784711c429b" /><Relationship Type="http://schemas.openxmlformats.org/officeDocument/2006/relationships/notesMaster" Target="/ppt/notesMasters/notesMaster1.xml" Id="R68c41b2119c54f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178fa817ac407e" /><Relationship Type="http://schemas.openxmlformats.org/officeDocument/2006/relationships/notesMaster" Target="/ppt/notesMasters/notesMaster1.xml" Id="R7c73c05a3b1843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658064ff904173" /><Relationship Type="http://schemas.openxmlformats.org/officeDocument/2006/relationships/notesMaster" Target="/ppt/notesMasters/notesMaster1.xml" Id="R8b45fcb6a2984b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5c05b8f32c4e3c" /><Relationship Type="http://schemas.openxmlformats.org/officeDocument/2006/relationships/notesMaster" Target="/ppt/notesMasters/notesMaster1.xml" Id="Rcc6bb16abd364d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97aa80a4144ebd" /><Relationship Type="http://schemas.openxmlformats.org/officeDocument/2006/relationships/notesMaster" Target="/ppt/notesMasters/notesMaster1.xml" Id="R566d72d8682b4f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7b824efe2b4ba0" /><Relationship Type="http://schemas.openxmlformats.org/officeDocument/2006/relationships/notesMaster" Target="/ppt/notesMasters/notesMaster1.xml" Id="Ra5d95db18ee44c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f01de78f1a45fe" /><Relationship Type="http://schemas.openxmlformats.org/officeDocument/2006/relationships/notesMaster" Target="/ppt/notesMasters/notesMaster1.xml" Id="R7bfd4ada61c54e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8d95dee8e24369" /><Relationship Type="http://schemas.openxmlformats.org/officeDocument/2006/relationships/notesMaster" Target="/ppt/notesMasters/notesMaster1.xml" Id="Reaf88c4f82d849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ca5895bc5d4b0c" /><Relationship Type="http://schemas.openxmlformats.org/officeDocument/2006/relationships/notesMaster" Target="/ppt/notesMasters/notesMaster1.xml" Id="R7e8a34cc024c40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25063fd2224940" /><Relationship Type="http://schemas.openxmlformats.org/officeDocument/2006/relationships/notesMaster" Target="/ppt/notesMasters/notesMaster1.xml" Id="Re6bdc19c5b9548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f09601703b45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4f58e5aa6d407d" /><Relationship Type="http://schemas.openxmlformats.org/officeDocument/2006/relationships/slideLayout" Target="/ppt/slideLayouts/slideLayout1.xml" Id="R67bd763ef41c47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bd763ef41c47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e4fbed45a4e07" /><Relationship Type="http://schemas.openxmlformats.org/officeDocument/2006/relationships/notesSlide" Target="/ppt/notesSlides/notesSlide1.xml" Id="Rf003e496fdc64f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ea77e748649d2" /><Relationship Type="http://schemas.openxmlformats.org/officeDocument/2006/relationships/notesSlide" Target="/ppt/notesSlides/notesSlide2.xml" Id="R41698ce4326848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b95936d584ad0" /><Relationship Type="http://schemas.openxmlformats.org/officeDocument/2006/relationships/notesSlide" Target="/ppt/notesSlides/notesSlide3.xml" Id="R40afc15883084f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703dffee147a4" /><Relationship Type="http://schemas.openxmlformats.org/officeDocument/2006/relationships/notesSlide" Target="/ppt/notesSlides/notesSlide4.xml" Id="R5b24834d1e1744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824165d7d4371" /><Relationship Type="http://schemas.openxmlformats.org/officeDocument/2006/relationships/notesSlide" Target="/ppt/notesSlides/notesSlide5.xml" Id="R2e87b23d0a1f4f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e2f8502dd41e4" /><Relationship Type="http://schemas.openxmlformats.org/officeDocument/2006/relationships/notesSlide" Target="/ppt/notesSlides/notesSlide6.xml" Id="R3d3c15572e1b4f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6a70d305b4d41" /><Relationship Type="http://schemas.openxmlformats.org/officeDocument/2006/relationships/notesSlide" Target="/ppt/notesSlides/notesSlide7.xml" Id="Rad829813911d40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7c5960cdb4f17" /><Relationship Type="http://schemas.openxmlformats.org/officeDocument/2006/relationships/notesSlide" Target="/ppt/notesSlides/notesSlide8.xml" Id="R75feecf7f7284b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47ceae23b4f4c" /><Relationship Type="http://schemas.openxmlformats.org/officeDocument/2006/relationships/notesSlide" Target="/ppt/notesSlides/notesSlide9.xml" Id="R2c9d30e6d6fa45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b5b0dc4274252" /><Relationship Type="http://schemas.openxmlformats.org/officeDocument/2006/relationships/notesSlide" Target="/ppt/notesSlides/notesSlide10.xml" Id="Raee37178468a4e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078ea222a4b25" /><Relationship Type="http://schemas.openxmlformats.org/officeDocument/2006/relationships/notesSlide" Target="/ppt/notesSlides/notesSlide11.xml" Id="R829040f8ef0446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1d58139e14549" /><Relationship Type="http://schemas.openxmlformats.org/officeDocument/2006/relationships/notesSlide" Target="/ppt/notesSlides/notesSlide12.xml" Id="R681760b9e54541c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e04b2b139483c" /><Relationship Type="http://schemas.openxmlformats.org/officeDocument/2006/relationships/notesSlide" Target="/ppt/notesSlides/notesSlide13.xml" Id="R053aa2da5e8146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3D74189A-95BC-4F0B-A93B-5E40EE66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D3E86A2C-615C-496D-A846-0FC675BE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C0023DD-1F35-42DF-A2BD-BDB2660C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C28E8661-E71A-483D-942F-6A2E8F68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71E2327D-5324-4A3A-88C6-F691A4DE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1E3350B-0BF4-4C7A-8B87-116BB89E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0BB4188-CBC4-4448-9435-6944CE1C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36B8ACB-5A9D-4DD6-938B-AC2192CF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035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企业办公、知识管理与 AIGC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1F214CC-F79D-4F26-9377-899F3904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把文档、会议、知识库和多模态内容生产连接成可复用、可审批的企业工作流。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AB4F6455-9DDD-465E-B308-FB909922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企业里并不缺文档，缺的是在正确时间把正确版本交给有权限的人。会议录音、聊天、制度、合同、产品说明和销售材料不断产生；若没有来源与责任管理，AI 只会加速复制旧信息和错误信息…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C59CC88A-2F89-4EC4-A17C-11413168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13C278E-B363-4F65-8E8F-964AD472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IN-004 · IN-004-S01</a:t>
            </a:r>
          </a:p>
        </p:txBody>
      </p:sp>
    </p:spTree>
    <p:extLst>
      <p:ext uri="{BB962C8B-B14F-4D97-AF65-F5344CB8AC3E}">
        <p14:creationId xmlns:p14="http://schemas.microsoft.com/office/powerpoint/2010/main" val="9469597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E77094EF-BDD2-44BF-AE8E-01470074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5B8A323-5A15-41C5-B84B-BCAD2B58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01210B77-ABC8-4BD8-BD81-9FB4E437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B540B5CB-3336-4BC3-8388-BE2FBD8B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78F6A3DA-700F-4D24-BF97-770F334C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E3D55220-5318-4DBC-8513-E0C54A49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将会议、制度和业务文档加工为可检索、可引用的知识单元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61182188-C56F-46C7-94C6-39303F97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为知识设置来源、权限、版本、有效期、责任人和失效处置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BD1B50C-74A0-4785-A0F8-B68FC480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设计从草稿生成到人工审批、正式交付和反馈纠错的办公流程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1F5D98D5-A29F-409D-AAEA-A9189DAB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用使用率、引用质量、时效、纠错与业务结果评估知识系统</a:t>
            </a:r>
          </a:p>
        </p:txBody>
      </p:sp>
    </p:spTree>
    <p:extLst>
      <p:ext uri="{BB962C8B-B14F-4D97-AF65-F5344CB8AC3E}">
        <p14:creationId xmlns:p14="http://schemas.microsoft.com/office/powerpoint/2010/main" val="11605438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EB34C7E0-5443-4079-B7A2-2D85A65C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D3ECD674-B0B9-49FD-85E2-9968D906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57680DB7-0275-48BE-8A93-857E029A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E5BAE6D9-9979-478C-85F9-F2159A13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CBFBC44B-0FDA-4F8C-9E6D-02A541B8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C300DA4-1A4F-4963-9727-C15977C2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FD446FB-F999-4F8A-9A18-24519FF3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从原始文档到知识单元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D9A3954-E3C7-43E9-89DF-F5E9AEB9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第一步是接收和规范化资料。文字文档保留原文件和页码，扫描件经过识别后要与图像对照，会议录音转写后保留时间戳与说话人待确认标记。系统应记录资料所有者、密级、创建时间和接入方式…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0783174-2488-446E-B294-0B58D204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BF1FCC2-2D82-4718-930C-DC47E054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二步是提取结构。会议材料可抽取议题、已确认决策、未决问题、行动项、负责人和截止日期；制度文件可拆成适用对象、条件、规则、例外和办理步骤；销售资料可拆成产品事实、可公开卖点、限制条件和批准用语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3180992-C884-4475-9D37-3BD6AA0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F40F4ECD-3150-4E54-B21B-3C20258F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第三步是核验。模型可能把讨论中的建议写成正式决定，也可能把多个版本拼接。资料责任人应检查事实、引用和状态，确认后才进入可检索知识库。未确认的会议转写、草稿和外部网页应明确标为候选信息…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10B4C12E-8026-4572-A4FD-186F1289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547E7B0D-017D-4D69-BF12-69D97F83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</p:spTree>
    <p:extLst>
      <p:ext uri="{BB962C8B-B14F-4D97-AF65-F5344CB8AC3E}">
        <p14:creationId xmlns:p14="http://schemas.microsoft.com/office/powerpoint/2010/main" val="19330913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6B0D62EE-FEFB-453E-8993-99498282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EE1415B4-6B0D-4C6C-AA50-364CB183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3EBC388E-EDF4-43C5-A3FE-7B4B5FBA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418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用户提问时，系统先识别身份与用途，再从其有权访问且仍有效的资料中检索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DF73B81A-2CB2-4C16-A18C-1575B5B2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B5043715-8371-4E1E-A51A-60FDA150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1D9BCC5-7317-4B32-835C-A4DD1020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D0CD6C5-C242-46F6-97C7-E983D31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检索与生成必须带引用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993D17F-F17F-4385-885D-FCB8D61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户提问时，系统先识别身份与用途，再从其有权访问且仍有效的资料中检索。生成回答应附文档名称、版本或日期以及具体位置，必要时直接展示支持结论的短句。若检索结果互相冲突、证据不足或问题超出资料范围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6ED313D-B311-4348-8274-8BBB69A7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9F4ACC7-6D35-47B7-8EBD-8EA2C8D7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引用质量至少包含三层检查：引用文件真实存在；引用位置确实包含相关内容；内容能够支持回答中的结论。只有第一层通过，仍可能出现“有引用的错误答案”。对于数字、价格、承诺、政策与合同条款…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D16383C8-1383-4CBA-8998-3A6F038B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64F30904-B962-454F-83F5-549D2ED7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用户提问时，系统先识别身份与用途，再从其有权访问且仍有效的资料中检索</a:t>
            </a:r>
          </a:p>
        </p:txBody>
      </p:sp>
    </p:spTree>
    <p:extLst>
      <p:ext uri="{BB962C8B-B14F-4D97-AF65-F5344CB8AC3E}">
        <p14:creationId xmlns:p14="http://schemas.microsoft.com/office/powerpoint/2010/main" val="20030281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DA461ED-DC34-4A4E-9E17-359FD8C1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813F49C9-78E0-4E46-9B40-8677EDD7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912CDE17-E00F-4D06-98ED-905F3629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98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知识条目应继承源文件权限，而不是进入知识库后自动对全员开放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BAD3F33D-8DEC-4307-A996-2A50D2CB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EC9381F-CE34-4939-A31A-4A987F6D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B256EF4-0A16-4244-863C-A4C80808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D142255-7A9F-47AF-B8C9-4C485E0D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权限、版本与有效期共同决定可见性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960A842-F476-4B8E-ACB3-71EB8E8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知识条目应继承源文件权限，而不是进入知识库后自动对全员开放。角色权限还应结合部门、项目、地域、客户和保密义务；检索结果、摘要、导出和日志都应遵循同一规则。管理员需要定期检查权限漂移…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4B00EBE-46FC-40AA-B084-0CBDEA32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1A4FFE9-CD43-4FDB-BCC2-13436EDD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同一制度可能有草案、现行版和历史版。同一产品也可能因地区、客户或发布时间不同而有多个口径。系统要标出版本关系、生效时间、失效时间和替代文件。接近复审日期时通知责任人…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7DD0A9C6-040D-4DA3-A2ED-2F488B1D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348F1D1-5981-4EE7-B598-90881550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知识条目应继承源文件权限，而不是进入知识库后自动对全员开放</a:t>
            </a:r>
          </a:p>
        </p:txBody>
      </p:sp>
    </p:spTree>
    <p:extLst>
      <p:ext uri="{BB962C8B-B14F-4D97-AF65-F5344CB8AC3E}">
        <p14:creationId xmlns:p14="http://schemas.microsoft.com/office/powerpoint/2010/main" val="3258664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74F42D55-B830-485B-82BE-98DA9381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4AB5DCA-63DC-4112-A661-C1C83A3D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38BD7853-9983-4618-A546-991F2A28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但不同输出需要不同审批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3A3EC93E-3BC1-461E-8988-0B7FBBC9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178E4792-C791-429E-97DD-B9BA55C7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777F632-59C0-43A4-B39F-FD9CB854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4F1D122-FCA1-4A3F-A91A-64E63604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审批后再交付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81B4144-0F9D-4E88-A8B3-D61B933B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156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AIGC 适合生成会议纪要草稿、制度问答、邮件、简报、销售材料和多渠道内容，但不同输出需要不同审批。内部个人草稿可由使用者自审；跨部门通知需要业务负责人确认；对客户的价格、功能、合同…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2146FC3-E0AE-4505-8E1A-8B375953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EDF6CD0-18BE-4FE8-BF86-36828514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流程要保存生成依据、修改差异、审批意见和正式版本。正式交付只能来自批准状态，修改源资料后应使受影响的派生内容进入重新审核。紧急场景也应有预先批准的模板和事后复核，而不是绕过治理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BBA3B1C-1E39-485C-93A3-17EE7E5A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3B2EF493-8238-44D1-B91D-4616DF36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但不同输出需要不同审批</a:t>
            </a:r>
          </a:p>
        </p:txBody>
      </p:sp>
    </p:spTree>
    <p:extLst>
      <p:ext uri="{BB962C8B-B14F-4D97-AF65-F5344CB8AC3E}">
        <p14:creationId xmlns:p14="http://schemas.microsoft.com/office/powerpoint/2010/main" val="8563558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EB01A174-D935-4E9B-A2EC-D9478497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EBBC3E06-6D9A-489F-AA18-703B1F3F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ACB32340-39A0-4782-B072-A85551D3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制度发布后由责任部门拆解与核验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3D1DC7FE-B73E-4A0D-8685-D7015863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A997B887-D38B-4114-8507-5E09903E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3CC4EA0-5368-415E-BC37-D0C43F4D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6833030-04B7-40C6-8D63-588D3615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三个常见工作流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9FA0483-95F1-47A8-90D0-3D0409B5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制度问答： 制度发布后由责任部门拆解与核验，员工提问时返回带条款引用的说明；例外申请和解释争议转人工，制度更新后旧回答自动失效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7BD3FE4-3FE7-41D4-99FA-FD655AB2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177FA9B-0278-4602-884B-A0A4385B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会议纪要： 系统根据录音与议程生成草稿，参会人确认发言与决策，会议主持人批准；行动项进入任务系统，后续变化回写，而不是把模型摘要视为最终决议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04ACEBE-1EA8-4789-AB11-0FA37FD5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00132F6-A029-42C3-A324-90681577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销售资料： AI 根据批准的产品事实和品牌表达生成行业版本，产品、法务或合规人员审核关键主张；价格和功能从业务系统读取，过期材料停止外发。这样既能提高复用，也能防止“创作”出不存在的承诺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3DDE025E-8B18-43AF-A057-1B706B6C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92790F6-2F66-446F-9306-2909B9FB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制度发布后由责任部门拆解与核验</a:t>
            </a:r>
          </a:p>
        </p:txBody>
      </p:sp>
    </p:spTree>
    <p:extLst>
      <p:ext uri="{BB962C8B-B14F-4D97-AF65-F5344CB8AC3E}">
        <p14:creationId xmlns:p14="http://schemas.microsoft.com/office/powerpoint/2010/main" val="20686042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83040531-85C3-49A8-B4B2-6C15B474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00E13D4D-0C98-4E47-AC3E-D555F8AE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03EFED31-AA7A-422C-ABCE-73C4D337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348C7235-4D13-4AA7-A72B-7D247079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D46E98B0-78EF-40C7-84EC-F39AD256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DC7941A-865C-4364-9273-020D5526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2452190-3C2C-42A6-B4FA-61F894B7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用真实使用和纠错衡量价值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B8B1308-3F5C-462B-9F74-75FEC9A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页面访问量并不能证明知识有用。更有意义的指标包括：问题是否得到有依据的解决、引用能否支持回答、用户是否反复追问、人工转交是否准确、旧版本是否被拦截、从资料产生到批准可用需要多久…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B9A7C61-00D9-424D-AF5F-5A81422D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905A280-D9A0-4F20-90D1-2395CF70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还应观察业务结果，例如会议行动项按时完成情况、服务台重复咨询变化、销售资料退回原因和知识责任人的维护负担。若用户很少采用系统答案，应通过访谈区分是检索质量、权限缺失…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7EBB2430-E1E5-4CD3-A31C-9FB1E05B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77C09316-7DB6-4321-8481-083E9AD9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</p:spTree>
    <p:extLst>
      <p:ext uri="{BB962C8B-B14F-4D97-AF65-F5344CB8AC3E}">
        <p14:creationId xmlns:p14="http://schemas.microsoft.com/office/powerpoint/2010/main" val="15279874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84017729-2BDB-4B09-80F1-6C1F7D8B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698DAD0-8FCB-4913-B197-65E68F35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BC98FB5-BBC2-4BB7-83D0-9053EA4A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742C0AC5-E7D7-4D00-B681-B3986AC8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DB40D86-51A5-469D-951C-2CE9C557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C762BFD-47FA-4C4F-AF73-804F66AD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19CD16D0-F09D-4682-8810-83EE6DF7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输入｜议程、演示材料、录音转写和参会人名单，分别保留原始位置与访问权限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73A711F-2DD9-4949-B72B-9880D81C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抽取｜系统区分讨论、建议、已确认决策和行动项，并给每一项附时间戳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84A5C09-D45C-459C-BDBE-11CF878B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审批｜参会人修正转写，主持人确认决策；未经确认的内容不作为组织结论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9BF3B2E9-1CEE-4918-A842-C0947EE4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交付｜纪要按权限发布，行动项进入任务跟踪，相关知识设置责任人和复审日期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CA402D4B-B1FF-4992-8676-D4A7C9B1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79B2334A-3708-4F81-A213-089D8210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一次会议如何进入知识库</a:t>
            </a:r>
          </a:p>
        </p:txBody>
      </p:sp>
    </p:spTree>
    <p:extLst>
      <p:ext uri="{BB962C8B-B14F-4D97-AF65-F5344CB8AC3E}">
        <p14:creationId xmlns:p14="http://schemas.microsoft.com/office/powerpoint/2010/main" val="10590931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09FD6F38-E43D-4170-9600-3D84F417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044C6590-BC24-46B4-B02B-CF205972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67A99B83-5A31-4E4D-9EBB-68EAFE33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带版本的制度问答必须经过边界验证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830F047C-228B-488A-B9CB-8AAC6CEE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4EDBEF5-A996-4BDA-9F1A-8A030A0D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7B7633B-7188-406B-BD2F-0583330C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带版本的制度问答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8FCA58F-078F-47AA-A4C7-4BBBC473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边界｜特殊情形转财务人员；当新制度生效，旧条目停止用于回答，历史版本仅供有权限者查阅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BCCBBF4-AEB0-4063-B614-A9E2ECBA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验证｜验收“带版本的制度问答”时，要同时记录适用场景、证据来源、失败条件与人工责任</a:t>
            </a:r>
          </a:p>
        </p:txBody>
      </p:sp>
      <p:sp>
        <p:nvSpPr>
          <p:cNvPr id="9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00C5C7C6-F978-4C07-8F18-3D1C9031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C3278FCB-AC63-43FE-B078-261A8A2C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带版本的制度问答必须经过边界验证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20160327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FF49590A-FB9C-4D75-8BAF-DAC688A3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15291E10-586D-4AC4-8B1F-2BEB7318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F33EC584-C3C4-4E5F-8FD2-7600ADEE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046B92AB-5B53-4962-956B-8E085C3A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48047E6C-7730-40B0-BECD-CBD962E3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E17C5520-02B1-455A-AB51-8B0DCE5E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A8C569D6-3CA6-466D-B4A5-31038031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71B4D976-0C0B-4804-89A8-D21F3C2A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选取一份不含敏感信息的制度或会议样例，拆出五个知识单元，并填写原文位置、适用对象、版本、有效期、权限和责任人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CDEDEC06-1613-43A7-AA24-240A6A95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59E57A37-F338-4922-BD89-2F5662B3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C91BC5DD-3D0A-452A-B992-9409953C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EEC6D67E-E41F-405F-B98E-4D397FDB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设计三个正常问题、一个证据冲突问题和一个越权问题，检查回答的证据和访问控制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5FE4764F-5279-46E2-A236-2AB45E7C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BBD6343-B885-45C7-B19E-538CE8DA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DD96D1B7-FE2D-4F4E-B5FB-E6942842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28B8748-82AD-47BE-9F78-BFDD2380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画出“生成草稿—业务审核—正式交付—反馈纠错—版本失效”的状态流，并为每次状态变化指定操作者</a:t>
            </a:r>
          </a:p>
        </p:txBody>
      </p:sp>
    </p:spTree>
    <p:extLst>
      <p:ext uri="{BB962C8B-B14F-4D97-AF65-F5344CB8AC3E}">
        <p14:creationId xmlns:p14="http://schemas.microsoft.com/office/powerpoint/2010/main" val="20801427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0C2DB499-FD8E-40BD-8B03-AE72B0F5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85F37F5-8458-41DC-8DCC-CCDF6246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12FA743F-C9C5-4655-BB3E-7A5DD0F1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5D9258BF-76CD-4357-AAA2-E95EC204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0F055189-18E0-48FD-86AF-50B91DC2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59A3D86B-DF42-4B8E-8BDD-8D8EE428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7B3E5EAB-6B91-46B9-B2AC-29B98D86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0B00B31A-7F09-4E4A-9372-83F1466D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第一步是接收和规范化资料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18556D6E-DB22-48AB-894E-F3340B48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3D40010B-8F23-4156-A65A-11094F54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4A2AA25-8E0E-4AC0-81CF-F2D1BCDB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A333F12E-D3B2-4D09-B3F0-02885C15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知识条目应继承源文件权限，而不是进入知识库后自动对全员开放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A51098C8-E242-4CB4-9326-C529F1DC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5CD2C3F4-EF1F-4D35-BEFD-765170C8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8D3EB1F3-C448-47E6-9219-0A386C5A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7B8C2AC-2DE8-4BAA-B7E1-1E470750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页面访问量并不能证明知识有用</a:t>
            </a:r>
          </a:p>
        </p:txBody>
      </p:sp>
    </p:spTree>
    <p:extLst>
      <p:ext uri="{BB962C8B-B14F-4D97-AF65-F5344CB8AC3E}">
        <p14:creationId xmlns:p14="http://schemas.microsoft.com/office/powerpoint/2010/main" val="1295288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FB20AFCD-B103-4F9C-8E82-201035AF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0A25F556-100D-4B19-ACFD-ADF466F9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C274F7AA-35FB-4FE4-9A05-55724FC2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5C0EC2A7-8998-4E52-B928-F709C56E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5627FAE7-6CDD-446B-AB04-A3821212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IN-004 · IN-004-S13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3031DDF-E3FF-4FBF-AC75-FB72CA55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4F5CF868-FBFC-4173-B3A2-EBB1CE0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ISO/IEC 42001:2023：人工智能管理体系要求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DB807CF1-EB11-4BD1-A476-7EFD4521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ISO/IEC 27001:2022：信息安全管理体系要求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C28F20CE-505F-46DF-8DAE-6BEE5428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企业落地时还应遵循本组织的文档管理、保密、授权审批、记录保存和对外发布制度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9F006DF5-BB45-4354-9CB4-B7817DAE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535B23E8-E919-43EC-821E-DCA6409D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705564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2026-07-11T12:05:42.1220000Z</dcterms:created>
  <dcterms:modified xsi:type="dcterms:W3CDTF">2026-07-11T12:05:42.1220000Z</dcterms:modified>
</coreProperties>
</file>