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0fbaab957b48a0" /><Relationship Type="http://schemas.openxmlformats.org/officeDocument/2006/relationships/extended-properties" Target="/docProps/app.xml" Id="R701e5f287eab4ab2" /><Relationship Type="http://schemas.openxmlformats.org/officeDocument/2006/relationships/officeDocument" Target="/ppt/presentation.xml" Id="Racccdca14a1e4b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0d8cf714ea4bd9"/>
  </p:sldMasterIdLst>
  <p:notesMasterIdLst>
    <p:notesMasterId xmlns:r="http://schemas.openxmlformats.org/officeDocument/2006/relationships" r:id="R8737c1758a2f4198"/>
  </p:notesMasterIdLst>
  <p:sldIdLst>
    <p:sldId xmlns:r="http://schemas.openxmlformats.org/officeDocument/2006/relationships" id="256" r:id="R9f2f0e6257cb4694"/>
    <p:sldId xmlns:r="http://schemas.openxmlformats.org/officeDocument/2006/relationships" id="257" r:id="Rc1447b416b1d4603"/>
    <p:sldId xmlns:r="http://schemas.openxmlformats.org/officeDocument/2006/relationships" id="258" r:id="R8b0c1d26891d4688"/>
    <p:sldId xmlns:r="http://schemas.openxmlformats.org/officeDocument/2006/relationships" id="259" r:id="R9d9af3d027d64ccf"/>
    <p:sldId xmlns:r="http://schemas.openxmlformats.org/officeDocument/2006/relationships" id="260" r:id="R2799288862bd44b1"/>
    <p:sldId xmlns:r="http://schemas.openxmlformats.org/officeDocument/2006/relationships" id="261" r:id="R61a3a918a00b470e"/>
    <p:sldId xmlns:r="http://schemas.openxmlformats.org/officeDocument/2006/relationships" id="262" r:id="R0f6b718f47634c9f"/>
    <p:sldId xmlns:r="http://schemas.openxmlformats.org/officeDocument/2006/relationships" id="263" r:id="R5dee8a6ae87641ce"/>
    <p:sldId xmlns:r="http://schemas.openxmlformats.org/officeDocument/2006/relationships" id="264" r:id="Racef31f6487242ca"/>
    <p:sldId xmlns:r="http://schemas.openxmlformats.org/officeDocument/2006/relationships" id="265" r:id="R86de5a47fe8d4879"/>
    <p:sldId xmlns:r="http://schemas.openxmlformats.org/officeDocument/2006/relationships" id="266" r:id="R426886db91464121"/>
    <p:sldId xmlns:r="http://schemas.openxmlformats.org/officeDocument/2006/relationships" id="267" r:id="R378450942e884ede"/>
    <p:sldId xmlns:r="http://schemas.openxmlformats.org/officeDocument/2006/relationships" id="268" r:id="R74b96f3b896945f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3a15157f3c4a29" /><Relationship Type="http://schemas.openxmlformats.org/officeDocument/2006/relationships/slideMaster" Target="/ppt/slideMasters/slideMaster1.xml" Id="Rf40d8cf714ea4bd9" /><Relationship Type="http://schemas.openxmlformats.org/officeDocument/2006/relationships/notesMaster" Target="/ppt/notesMasters/notesMaster1.xml" Id="R8737c1758a2f4198" /><Relationship Type="http://schemas.openxmlformats.org/officeDocument/2006/relationships/presProps" Target="/ppt/presProps.xml" Id="R55e131bdcb7e4dc5" /><Relationship Type="http://schemas.openxmlformats.org/officeDocument/2006/relationships/tableStyles" Target="/ppt/tableStyles.xml" Id="R600fb429f6f54db6" /><Relationship Type="http://schemas.openxmlformats.org/officeDocument/2006/relationships/slide" Target="/ppt/slides/slide1.xml" Id="R9f2f0e6257cb4694" /><Relationship Type="http://schemas.openxmlformats.org/officeDocument/2006/relationships/slide" Target="/ppt/slides/slide2.xml" Id="Rc1447b416b1d4603" /><Relationship Type="http://schemas.openxmlformats.org/officeDocument/2006/relationships/slide" Target="/ppt/slides/slide3.xml" Id="R8b0c1d26891d4688" /><Relationship Type="http://schemas.openxmlformats.org/officeDocument/2006/relationships/slide" Target="/ppt/slides/slide4.xml" Id="R9d9af3d027d64ccf" /><Relationship Type="http://schemas.openxmlformats.org/officeDocument/2006/relationships/slide" Target="/ppt/slides/slide5.xml" Id="R2799288862bd44b1" /><Relationship Type="http://schemas.openxmlformats.org/officeDocument/2006/relationships/slide" Target="/ppt/slides/slide6.xml" Id="R61a3a918a00b470e" /><Relationship Type="http://schemas.openxmlformats.org/officeDocument/2006/relationships/slide" Target="/ppt/slides/slide7.xml" Id="R0f6b718f47634c9f" /><Relationship Type="http://schemas.openxmlformats.org/officeDocument/2006/relationships/slide" Target="/ppt/slides/slide8.xml" Id="R5dee8a6ae87641ce" /><Relationship Type="http://schemas.openxmlformats.org/officeDocument/2006/relationships/slide" Target="/ppt/slides/slide9.xml" Id="Racef31f6487242ca" /><Relationship Type="http://schemas.openxmlformats.org/officeDocument/2006/relationships/slide" Target="/ppt/slides/slide10.xml" Id="R86de5a47fe8d4879" /><Relationship Type="http://schemas.openxmlformats.org/officeDocument/2006/relationships/slide" Target="/ppt/slides/slide11.xml" Id="R426886db91464121" /><Relationship Type="http://schemas.openxmlformats.org/officeDocument/2006/relationships/slide" Target="/ppt/slides/slide12.xml" Id="R378450942e884ede" /><Relationship Type="http://schemas.openxmlformats.org/officeDocument/2006/relationships/slide" Target="/ppt/slides/slide13.xml" Id="R74b96f3b896945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0f52fdd4da4e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3e6a5c3a6f4c66" /><Relationship Type="http://schemas.openxmlformats.org/officeDocument/2006/relationships/notesMaster" Target="/ppt/notesMasters/notesMaster1.xml" Id="R7263bd77023549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6a1303e0424302" /><Relationship Type="http://schemas.openxmlformats.org/officeDocument/2006/relationships/notesMaster" Target="/ppt/notesMasters/notesMaster1.xml" Id="R2f96dd17195648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c7fe4c78324516" /><Relationship Type="http://schemas.openxmlformats.org/officeDocument/2006/relationships/notesMaster" Target="/ppt/notesMasters/notesMaster1.xml" Id="R9dccefd4492a4d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67b16e608c42db" /><Relationship Type="http://schemas.openxmlformats.org/officeDocument/2006/relationships/notesMaster" Target="/ppt/notesMasters/notesMaster1.xml" Id="R4f17a37a0f6541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872e62e7f94003" /><Relationship Type="http://schemas.openxmlformats.org/officeDocument/2006/relationships/notesMaster" Target="/ppt/notesMasters/notesMaster1.xml" Id="R9ca3470b2c6048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b851a2b2b84031" /><Relationship Type="http://schemas.openxmlformats.org/officeDocument/2006/relationships/notesMaster" Target="/ppt/notesMasters/notesMaster1.xml" Id="Rc8fd3337db0744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ede560afef4498" /><Relationship Type="http://schemas.openxmlformats.org/officeDocument/2006/relationships/notesMaster" Target="/ppt/notesMasters/notesMaster1.xml" Id="R61e38b96b24f4f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4325c8554047da" /><Relationship Type="http://schemas.openxmlformats.org/officeDocument/2006/relationships/notesMaster" Target="/ppt/notesMasters/notesMaster1.xml" Id="R0273dbd15f1a41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daf7abb4ca430a" /><Relationship Type="http://schemas.openxmlformats.org/officeDocument/2006/relationships/notesMaster" Target="/ppt/notesMasters/notesMaster1.xml" Id="Rfa2865bd9e6e40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2fa6a7a8104918" /><Relationship Type="http://schemas.openxmlformats.org/officeDocument/2006/relationships/notesMaster" Target="/ppt/notesMasters/notesMaster1.xml" Id="Refc0575cb5574f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ab0aa5af2c4e71" /><Relationship Type="http://schemas.openxmlformats.org/officeDocument/2006/relationships/notesMaster" Target="/ppt/notesMasters/notesMaster1.xml" Id="R36ada40cb74142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dcb57e484840c5" /><Relationship Type="http://schemas.openxmlformats.org/officeDocument/2006/relationships/notesMaster" Target="/ppt/notesMasters/notesMaster1.xml" Id="Rcd434f349ead43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94bba6158240f2" /><Relationship Type="http://schemas.openxmlformats.org/officeDocument/2006/relationships/notesMaster" Target="/ppt/notesMasters/notesMaster1.xml" Id="R895d36e698b84a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bced8c6cc942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936989a6cd47ce" /><Relationship Type="http://schemas.openxmlformats.org/officeDocument/2006/relationships/slideLayout" Target="/ppt/slideLayouts/slideLayout1.xml" Id="R5bf3e801dd0f4c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f3e801dd0f4c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1b1788989497a" /><Relationship Type="http://schemas.openxmlformats.org/officeDocument/2006/relationships/notesSlide" Target="/ppt/notesSlides/notesSlide1.xml" Id="R4c2a33c0704843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95470a62543ec" /><Relationship Type="http://schemas.openxmlformats.org/officeDocument/2006/relationships/notesSlide" Target="/ppt/notesSlides/notesSlide2.xml" Id="Rb2d5b48bdf2841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7af75c1434b49" /><Relationship Type="http://schemas.openxmlformats.org/officeDocument/2006/relationships/notesSlide" Target="/ppt/notesSlides/notesSlide3.xml" Id="Rae981c7c75774b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3d50b04c24fae" /><Relationship Type="http://schemas.openxmlformats.org/officeDocument/2006/relationships/notesSlide" Target="/ppt/notesSlides/notesSlide4.xml" Id="R7dc5678854644d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b6c36f5124e72" /><Relationship Type="http://schemas.openxmlformats.org/officeDocument/2006/relationships/notesSlide" Target="/ppt/notesSlides/notesSlide5.xml" Id="R2f127b31204243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58555a0da483a" /><Relationship Type="http://schemas.openxmlformats.org/officeDocument/2006/relationships/notesSlide" Target="/ppt/notesSlides/notesSlide6.xml" Id="R148b728188c247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8310d88b04cfb" /><Relationship Type="http://schemas.openxmlformats.org/officeDocument/2006/relationships/notesSlide" Target="/ppt/notesSlides/notesSlide7.xml" Id="R84df020f3bde44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3ca9250ae4272" /><Relationship Type="http://schemas.openxmlformats.org/officeDocument/2006/relationships/notesSlide" Target="/ppt/notesSlides/notesSlide8.xml" Id="Rdfc94ede15944d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9d30e0c134149" /><Relationship Type="http://schemas.openxmlformats.org/officeDocument/2006/relationships/notesSlide" Target="/ppt/notesSlides/notesSlide9.xml" Id="Re6989bd40a8f49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e97c50485445b" /><Relationship Type="http://schemas.openxmlformats.org/officeDocument/2006/relationships/notesSlide" Target="/ppt/notesSlides/notesSlide10.xml" Id="Rbac4b475aebb45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d24b597c04a04" /><Relationship Type="http://schemas.openxmlformats.org/officeDocument/2006/relationships/notesSlide" Target="/ppt/notesSlides/notesSlide11.xml" Id="R54c3b81314c046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83b704cec43ad" /><Relationship Type="http://schemas.openxmlformats.org/officeDocument/2006/relationships/notesSlide" Target="/ppt/notesSlides/notesSlide12.xml" Id="R4382d123d2e444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ca24905d149a6" /><Relationship Type="http://schemas.openxmlformats.org/officeDocument/2006/relationships/notesSlide" Target="/ppt/notesSlides/notesSlide13.xml" Id="R2f0ad477f66e42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4C19116C-7418-4540-AFA4-D4B45A39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56572B7-7C6B-421D-9B9D-B57429D3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5AEF660-0856-4D8A-8505-88931DB9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C6AF810-C764-4BDA-97CA-35E209C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072ED357-ABB4-4DFA-9628-E525AD94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6ABCD7B-095B-4211-BC74-89CB17B0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CE01CE2-4681-4BB9-AB85-9992EBF1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EA40936-B698-4BA0-90B1-01F2C346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03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企业办公、知识管理与 AIGC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9897F7D-EA02-4E6B-9D17-59A3502C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把文档、会议、知识库和多模态内容生产连接成可复用、可审批的企业工作流。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3A72F1C2-5AA4-4E95-8E00-78A0D400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企业里并不缺文档，缺的是在正确时间把正确版本交给有权限的人；会议录音、聊天、制度、合同、产品说明和销售材料不断产生；若没有来源与责任管理；AI 只会加速复制旧信息和错误信息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A667C6C-64F3-4E6E-A5EC-CF62507E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044DD7B-66DC-4746-BE62-D0C7E7FB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IN-004 · IN-004-S01</a:t>
            </a:r>
          </a:p>
        </p:txBody>
      </p:sp>
    </p:spTree>
    <p:extLst>
      <p:ext uri="{BB962C8B-B14F-4D97-AF65-F5344CB8AC3E}">
        <p14:creationId xmlns:p14="http://schemas.microsoft.com/office/powerpoint/2010/main" val="18703142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51A0D1D-197E-43F0-8D09-02A121BE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D758BC3-88D2-48F9-BF33-370B0D87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EED3711-8938-4755-BD6D-E3346826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D5B8F30-3D58-442C-AA2A-8FAEF6EC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0488A2B3-1AC4-45DF-863C-101AE740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040D770-B33B-4F7C-871B-B3291A6F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将会议、制度和业务文档加工为可检索、可引用的知识单元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D5C4DA7-F61F-4712-8587-36DBD083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为知识设置来源、权限、版本、有效期、责任人和失效处置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796C43A-E851-4506-AF4B-0136FB2C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设计从草稿生成到人工审批、正式交付和反馈纠错的办公流程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F707E197-7B04-4D7A-AD40-C30352C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用使用率、引用质量、时效、纠错与业务结果评估知识系统</a:t>
            </a:r>
          </a:p>
        </p:txBody>
      </p:sp>
    </p:spTree>
    <p:extLst>
      <p:ext uri="{BB962C8B-B14F-4D97-AF65-F5344CB8AC3E}">
        <p14:creationId xmlns:p14="http://schemas.microsoft.com/office/powerpoint/2010/main" val="14337104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647D5167-6A5B-4CB5-9586-BAF367BE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4F52BCD1-93AE-4F51-A5E7-E1851801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405EC40-7EDF-46C8-A9DC-1A2690CE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A308673-5856-4668-856C-FCE2401B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A3EF167C-E860-482F-B29E-B3500CCE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B4667A6-CF09-45C8-B08D-79D5A65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6C06C5C-5048-4DA4-A550-5D3A03AA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从原始文档到知识单元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17040E9-0AE1-4D51-8F5A-1780AF87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第一步是接收和规范化资料；文字文档保留原文件和页码；扫描件经过识别后要与图像对照；会议录音转写后保留时间戳与说话人待确认标记；系统应记录资料所有者、密级、创建时间和接入方式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69734B9-6F8B-4A32-A1EE-D2C70953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EC961F6-7CBA-4B6C-A9C5-4B70CCDE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二步是提取结构，会议材料可抽取议题、已确认决策、未决问题、行动项、负责人和截止日期；制度文件可拆成适用对象、条件、规则、例外和办理步骤；销售资料可拆成产品事实、可公开卖点、限制条件和批准用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13BBEE9-0351-473E-A208-9C8348F5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542B880-3027-4BB6-A1DA-7940A1BC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第三步是核验，模型可能把讨论中的建议写成正式决定；也可能把多个版本拼接；资料责任人应检查事实、引用和状态；确认后才进入可检索知识库；未确认的会议转写、草稿和外部网页应明确标为候选信息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2860A5D4-2A67-4DC0-87A3-C2874543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A32C98C-35E0-4AA5-8EFA-D9D2525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</p:spTree>
    <p:extLst>
      <p:ext uri="{BB962C8B-B14F-4D97-AF65-F5344CB8AC3E}">
        <p14:creationId xmlns:p14="http://schemas.microsoft.com/office/powerpoint/2010/main" val="164312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8AF7794-B420-4274-9648-FA51812F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9A446FE2-7FDC-4B96-9F0D-83D31C04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85DCE69-8045-4C1C-8975-8B62D527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问答必须先校验身份，再检索有效资料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5EAB4CC0-C98D-441E-8628-5A1442EA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DAC11BBC-6024-40FA-BE12-2A71F289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F0BEEFA-8AAF-4D26-A449-5DFFB3B5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1DA2D80-D988-4D2B-BED6-F2FA53CA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检索与生成必须带引用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0F1E0DC-158A-4615-A9C2-4E313C10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户提问时，系统先识别身份与用途；再从其有权访问且仍有效的资料中检索；生成回答应附文档名称、版本或日期以及具体位置；必要时直接展示支持结论的短句；若检索结果互相冲突、证据不足或问题超出资料范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3CF04F-EF0A-4946-B844-3F09F1B2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A4D05C1-3235-4D65-A6A1-B6B3D61E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引用质量至少包含三层检查；引用文件真实存在，引用位置确实包含相关内容；内容能够支持回答中的结论；只有第一层通过，仍可能出现“有引用的错误答案”；对于数字、价格、承诺、政策与合同条款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57F6CC73-3D6B-45D3-A830-2095F69E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56A0AB8-920B-4EE5-B6A8-283EE4D2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问答必须先校验身份，再检索有效资料</a:t>
            </a:r>
          </a:p>
        </p:txBody>
      </p:sp>
    </p:spTree>
    <p:extLst>
      <p:ext uri="{BB962C8B-B14F-4D97-AF65-F5344CB8AC3E}">
        <p14:creationId xmlns:p14="http://schemas.microsoft.com/office/powerpoint/2010/main" val="14961371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0C23AE8-028A-4A64-AB21-21F8AE78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E42151E2-7A95-4E91-A399-45029FBD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3A3EDC80-6EBC-4869-9953-DA42B49C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F07571D-697C-487F-9F21-1132C0E2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1E1EA8EB-2BEE-46DC-94B7-9BE13D52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91A5EED-796F-45C2-B2E0-73C3F64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46B100E-CB2C-4BED-93CC-30D5DAAA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权限、版本与有效期共同决定可见性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84AD431-8FAD-4BDF-8FE6-A33D117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知识条目应继承源文件权限；而不是进入知识库后自动对全员开放；角色权限还应结合部门、项目、地域、客户和保密义务；检索结果、摘要、导出和日志都应遵循同一规则；管理员需要定期检查权限漂移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3623FA9-C1EB-4BE3-B6FF-5E055F7F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3301DC9-7BE2-46C6-A444-A161950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同一制度可能有草案、现行版和历史版；同一产品也可能因地区、客户或发布时间不同而有多个口径；系统要标出版本关系、生效时间、失效时间和替代文件；接近复审日期时通知责任人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F248F7B9-63E2-4A48-B7E7-085022E8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569DE8D2-CA02-4C11-A877-DEAF2CA9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</p:spTree>
    <p:extLst>
      <p:ext uri="{BB962C8B-B14F-4D97-AF65-F5344CB8AC3E}">
        <p14:creationId xmlns:p14="http://schemas.microsoft.com/office/powerpoint/2010/main" val="2604575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431AEA6-BFAF-45A4-8A4C-A0EA894B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27E73FD-2287-4B86-84C1-B12565A7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2D028B25-AB19-4C38-9C94-EDC45CA9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不同输出应匹配不同审批与发布责任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83B765E-A8FE-4DF2-AAF2-B8A7455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A83A8985-6B23-4186-88D8-9E2E2AD2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97C082C-CDC3-4021-B47E-B0C27F39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5E47B49-D64B-4839-813B-AA0F51D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审批后再交付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F334869-A327-4543-85E9-B891266A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AIGC 适合生成会议纪要草稿、制度问答、邮件、简报、销售材料和多渠道内容；但不同输出需要不同审批；内部个人草稿可由使用者自审；跨部门通知需要业务负责人确认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AC0B6BC-3B0B-4F58-8325-4C1612A1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BE1BC8F-6A2E-4284-A461-2B5854EB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流程要保存生成依据、修改差异、审批意见和正式版本。正式交付只能来自批准状态，修改源资料后应使受影响的派生内容进入重新审核。紧急场景也应有预先批准的模板和事后复核，而不是绕过治理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A474CAC-50A8-45E8-BF3F-B6EAB8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3E8E48C8-C89D-4E7F-9F41-86F99FF1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不同输出应匹配不同审批与发布责任</a:t>
            </a:r>
          </a:p>
        </p:txBody>
      </p:sp>
    </p:spTree>
    <p:extLst>
      <p:ext uri="{BB962C8B-B14F-4D97-AF65-F5344CB8AC3E}">
        <p14:creationId xmlns:p14="http://schemas.microsoft.com/office/powerpoint/2010/main" val="12931957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9A6D31C-0478-49AD-81D2-B1E368EB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D0956D1A-D563-42AB-811C-110EC7FC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20ED0F9-63E7-4D41-88B0-7665516B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582644F-AE85-4386-9DDF-3A35261C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7E1300D-25EB-4C7B-BF47-2D299E62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DDCB2F2-043A-46E0-AEDD-4DA0F21F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DC090AD-01B9-49EF-84C5-77DEDD68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三个常见工作流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5EB71E2-9771-4610-B144-A0E61D3C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制度问答： 制度发布后由责任部门拆解与核验，员工提问时返回带条款引用的说明；例外申请和解释争议转人工，制度更新后旧回答自动失效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F581457-7B3D-4043-8A4B-91D76D5D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1C8742C-5397-4849-813A-68B401FB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会议纪要： 系统根据录音与议程生成草稿，参会人确认发言与决策，会议主持人批准；行动项进入任务系统，后续变化回写，而不是把模型摘要视为最终决议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4781DFD6-6128-42F1-B179-8A53445B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5EF9CB3-4B9D-4595-9844-1EA293C7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销售资料： AI 根据批准的产品事实和品牌表达生成行业版本，产品、法务或合规人员审核关键主张；价格和功能从业务系统读取，过期材料停止外发。这样既能提高复用，也能防止“创作”出不存在的承诺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512C62C-9EEA-440D-97C3-E4EA8768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DA98D68-2961-4342-92C3-3A9CEE47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</p:spTree>
    <p:extLst>
      <p:ext uri="{BB962C8B-B14F-4D97-AF65-F5344CB8AC3E}">
        <p14:creationId xmlns:p14="http://schemas.microsoft.com/office/powerpoint/2010/main" val="5482400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766ED7C-979D-4A46-82A5-47D5B999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F2B5B7E-2256-428E-A88C-3C4CAB8A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0E72928F-1787-4909-85CB-AB3CC2FC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5F3478B-E1C4-4453-B96F-DEFE6FAC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374077F-0F02-46E4-BA6A-348ABCC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E93C223-11FB-45BA-B46C-C5D52417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A9AF4E2-55DE-4226-96A9-9CE736C6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用真实使用和纠错衡量价值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39D4D2A-7CAF-49F8-AFA9-DD446C0D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页面访问量并不能证明知识有用。更有意义的指标包括：问题是否得到有依据的解决、引用能否支持回答、用户是否反复追问、人工转交是否准确、旧版本是否被拦截、从资料产生到批准可用需要多久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5E1332A-107F-46AB-85B6-EDA2EDF4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38DDA9A-E634-4DCC-8BC2-A966FDF3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还应观察业务结果，例如会议行动项按时完成情况、服务台重复咨询变化、销售资料退回原因和知识责任人的维护负担；若用户很少采用系统答案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AF10163-B3ED-4314-9070-5D51B6AE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055E2A3-F02A-4E6B-A665-0E106489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17403221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41723F1-C7AF-4308-8407-3A380B98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BD1B8CB9-F765-4CDE-B382-136B6CF5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C4562D8A-5CB0-4C42-B393-0AF181F3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8B6F718-A1F6-4D1F-A743-EE5CB9FD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F6C8CB1A-CD36-4712-ABD2-F944F9C8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782C7AB-0BED-4B7A-8F49-117EA79F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3F74288-2086-402C-8B68-C2540CE4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输入｜议程、演示材料、录音转写和参会人名单，分别保留原始位置与访问权限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FC426E3-77C6-4C43-911A-0F4BA321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抽取｜系统区分讨论、建议、已确认决策和行动项，并给每一项附时间戳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3F9AE1E-532C-47B0-A91C-8F48B3AE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审批｜参会人修正转写，主持人确认决策；未经确认的内容不作为组织结论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03BDD021-5AEF-4C19-B09D-78BAF3C2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交付｜纪要按权限发布，行动项进入任务跟踪，相关知识设置责任人和复审日期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3F12CBB-DD45-4FC0-82EC-630E9B31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2C7DBD4-487B-41D5-BC4A-0A0DB9A3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</p:spTree>
    <p:extLst>
      <p:ext uri="{BB962C8B-B14F-4D97-AF65-F5344CB8AC3E}">
        <p14:creationId xmlns:p14="http://schemas.microsoft.com/office/powerpoint/2010/main" val="13152046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0EB2C88-B999-4112-9318-F15C1A07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9087818-F0BF-4491-A4E2-C829124E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00EF41F-B855-4A2B-B0FC-F938FF84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制度问答必须绑定版本、生效日期与权限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6F261D5-5275-40D8-B8EC-97F32E9F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993B6C66-CA2C-4668-AA96-37FAA930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9AD451C0-DB13-4E2D-A135-634AD0E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带版本的制度问答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55F8D78-ED11-4321-9CE2-C18DA3CE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边界｜特殊情形转财务人员；当新制度生效，旧条目停止用于回答，历史版本仅供有权限者查阅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52E639F-6FB2-42A1-90BC-21D912E9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提问｜员工询问某类费用能否报销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96F846F-35FC-4788-9C53-76087650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回答｜系统返回适用范围、条件、例外和原文位置，同时显示制度版本与生效时间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F3BAC517-F261-4086-8F86-9166B917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F0FC9629-B5D1-44E5-8C5C-494AFA42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制度问答必须绑定版本、生效日期与权限</a:t>
            </a:r>
          </a:p>
        </p:txBody>
      </p:sp>
    </p:spTree>
    <p:extLst>
      <p:ext uri="{BB962C8B-B14F-4D97-AF65-F5344CB8AC3E}">
        <p14:creationId xmlns:p14="http://schemas.microsoft.com/office/powerpoint/2010/main" val="2810503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D7329CF-166E-42BE-AB32-E26E9176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3AC96DD3-087C-499D-977A-F1B66C92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1A6D89E-84EF-409B-A644-0C6A9542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AEE7D6E-36AE-4AB6-B756-C1245C22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A19C9AC9-1F14-42C7-B524-78D6557A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519FEF40-6449-4568-B827-2865C39C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9BD56DD-F34A-4FC2-B822-857303C0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EDA3CAA3-85FE-43E4-BDE7-FA84BC2D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选取一份不含敏感信息的制度或会议样例，拆出五个知识单元，并填写原文位置、适用对象、版本、有效期、权限和责任人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AD81FB1D-9A08-40D7-839B-B331E9CE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4DCD9D37-0837-4D0A-A149-AF2F04B7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81CEBBCE-4D95-487D-A232-619160F1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817BB15-B112-4173-B9C1-6B2D38B5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设计三个正常问题、一个证据冲突问题和一个越权问题，检查回答的证据和访问控制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F8B2C55F-F0A8-475E-951C-3093595C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10DB6194-2EC2-4D31-B7C2-5562E3ED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55DC55A-CE3A-4C07-9758-BED2ED98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BA7B0B69-4A13-4E55-8B92-0439D281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画出“生成草稿—业务审核—正式交付—反馈纠错—版本失效”的状态流，并为每次状态变化指定操作者</a:t>
            </a:r>
          </a:p>
        </p:txBody>
      </p:sp>
    </p:spTree>
    <p:extLst>
      <p:ext uri="{BB962C8B-B14F-4D97-AF65-F5344CB8AC3E}">
        <p14:creationId xmlns:p14="http://schemas.microsoft.com/office/powerpoint/2010/main" val="9034870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E7B6BA9A-8D22-43AB-A74F-4243BB78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107D163-44AC-4AFE-BBBB-7F49998C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9AFBDF5-A6CD-4B97-8D48-2485EA63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3A30786-C90E-4E48-A6C4-5C972CE1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2EB2327F-CC57-4BF8-9272-409CC853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18E60093-8063-4327-8F96-E06EBDDF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1653A09-F4A8-463D-8086-DBA9F522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446EA3A8-B469-42E5-B4A5-3889AC0D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668E3245-AD08-4C96-AE35-91F43C65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53FD12D6-103C-4092-B626-E6115A93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C9C7B27-1C24-40A6-912D-CB2FC417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59AD0E5-2FF7-429C-B8FB-1EDBB08C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28D8E5D-1018-47EC-840A-0072B570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2847337D-C8D2-41B2-9805-F05BB3E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3F5305B1-1AD3-491A-8528-89C06B5F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EC37883B-EE0F-419F-9351-C078B899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4175365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5CF0E079-C9BD-40D8-A431-78373D11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54AED70-D038-4787-974B-4C1EFE2B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DE983B82-964E-4D91-AE2B-9744DEFF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8E30179C-D897-4BA4-B73C-E4CC38C5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B1E14DEB-DCD0-48CD-8BD4-5B6B2ABD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72A1C64-95D9-40CD-B199-9934D3DB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90F74B0-9D45-47AB-A914-9712B1CE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ISO/IEC 42001:2023：人工智能管理体系要求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FEC23B2B-224C-4C63-B86C-1E6BE0BD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27001:2022：信息安全管理体系要求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C148FF7A-1E6D-4A04-A097-FB5CF25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企业落地时还应遵循本组织的文档管理、保密、授权审批、记录保存和对外发布制度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DCF681C6-8E0E-4EC6-B423-8718A711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11921051-41E5-468C-826D-75D92E68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5897570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2026-07-12T03:32:06.0960000Z</dcterms:created>
  <dcterms:modified xsi:type="dcterms:W3CDTF">2026-07-12T03:32:06.0960000Z</dcterms:modified>
</coreProperties>
</file>