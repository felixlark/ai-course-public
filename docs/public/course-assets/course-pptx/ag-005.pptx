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181b3e51b84639" /><Relationship Type="http://schemas.openxmlformats.org/officeDocument/2006/relationships/extended-properties" Target="/docProps/app.xml" Id="R64b42b37a5a44cba" /><Relationship Type="http://schemas.openxmlformats.org/officeDocument/2006/relationships/officeDocument" Target="/ppt/presentation.xml" Id="R98857a6d7e6e42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c6ea2b909f4374"/>
  </p:sldMasterIdLst>
  <p:notesMasterIdLst>
    <p:notesMasterId xmlns:r="http://schemas.openxmlformats.org/officeDocument/2006/relationships" r:id="R6e4d4c4191ae4dff"/>
  </p:notesMasterIdLst>
  <p:sldIdLst>
    <p:sldId xmlns:r="http://schemas.openxmlformats.org/officeDocument/2006/relationships" id="256" r:id="Re8936c96f6c04cd5"/>
    <p:sldId xmlns:r="http://schemas.openxmlformats.org/officeDocument/2006/relationships" id="257" r:id="R52a357ecdc1547a9"/>
    <p:sldId xmlns:r="http://schemas.openxmlformats.org/officeDocument/2006/relationships" id="258" r:id="R9d824c76029b4fd7"/>
    <p:sldId xmlns:r="http://schemas.openxmlformats.org/officeDocument/2006/relationships" id="259" r:id="Rfafc5d747ff247dc"/>
    <p:sldId xmlns:r="http://schemas.openxmlformats.org/officeDocument/2006/relationships" id="260" r:id="R8d59cab770734752"/>
    <p:sldId xmlns:r="http://schemas.openxmlformats.org/officeDocument/2006/relationships" id="261" r:id="R63dd57a320a14739"/>
    <p:sldId xmlns:r="http://schemas.openxmlformats.org/officeDocument/2006/relationships" id="262" r:id="Rfb6cd2a11f9f46db"/>
    <p:sldId xmlns:r="http://schemas.openxmlformats.org/officeDocument/2006/relationships" id="263" r:id="R6826e367499f43b9"/>
    <p:sldId xmlns:r="http://schemas.openxmlformats.org/officeDocument/2006/relationships" id="264" r:id="R863d9f0df17446fa"/>
    <p:sldId xmlns:r="http://schemas.openxmlformats.org/officeDocument/2006/relationships" id="265" r:id="R14fcc7690cac4895"/>
    <p:sldId xmlns:r="http://schemas.openxmlformats.org/officeDocument/2006/relationships" id="266" r:id="Rd96c80eb0e234ddf"/>
    <p:sldId xmlns:r="http://schemas.openxmlformats.org/officeDocument/2006/relationships" id="267" r:id="Rbb07eba07c134979"/>
    <p:sldId xmlns:r="http://schemas.openxmlformats.org/officeDocument/2006/relationships" id="268" r:id="Rf1936c2c90944b7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3d985d8775483e" /><Relationship Type="http://schemas.openxmlformats.org/officeDocument/2006/relationships/slideMaster" Target="/ppt/slideMasters/slideMaster1.xml" Id="Recc6ea2b909f4374" /><Relationship Type="http://schemas.openxmlformats.org/officeDocument/2006/relationships/notesMaster" Target="/ppt/notesMasters/notesMaster1.xml" Id="R6e4d4c4191ae4dff" /><Relationship Type="http://schemas.openxmlformats.org/officeDocument/2006/relationships/presProps" Target="/ppt/presProps.xml" Id="R61acba7bc0fb4c5b" /><Relationship Type="http://schemas.openxmlformats.org/officeDocument/2006/relationships/tableStyles" Target="/ppt/tableStyles.xml" Id="R7ec20c5366844664" /><Relationship Type="http://schemas.openxmlformats.org/officeDocument/2006/relationships/slide" Target="/ppt/slides/slide1.xml" Id="Re8936c96f6c04cd5" /><Relationship Type="http://schemas.openxmlformats.org/officeDocument/2006/relationships/slide" Target="/ppt/slides/slide2.xml" Id="R52a357ecdc1547a9" /><Relationship Type="http://schemas.openxmlformats.org/officeDocument/2006/relationships/slide" Target="/ppt/slides/slide3.xml" Id="R9d824c76029b4fd7" /><Relationship Type="http://schemas.openxmlformats.org/officeDocument/2006/relationships/slide" Target="/ppt/slides/slide4.xml" Id="Rfafc5d747ff247dc" /><Relationship Type="http://schemas.openxmlformats.org/officeDocument/2006/relationships/slide" Target="/ppt/slides/slide5.xml" Id="R8d59cab770734752" /><Relationship Type="http://schemas.openxmlformats.org/officeDocument/2006/relationships/slide" Target="/ppt/slides/slide6.xml" Id="R63dd57a320a14739" /><Relationship Type="http://schemas.openxmlformats.org/officeDocument/2006/relationships/slide" Target="/ppt/slides/slide7.xml" Id="Rfb6cd2a11f9f46db" /><Relationship Type="http://schemas.openxmlformats.org/officeDocument/2006/relationships/slide" Target="/ppt/slides/slide8.xml" Id="R6826e367499f43b9" /><Relationship Type="http://schemas.openxmlformats.org/officeDocument/2006/relationships/slide" Target="/ppt/slides/slide9.xml" Id="R863d9f0df17446fa" /><Relationship Type="http://schemas.openxmlformats.org/officeDocument/2006/relationships/slide" Target="/ppt/slides/slide10.xml" Id="R14fcc7690cac4895" /><Relationship Type="http://schemas.openxmlformats.org/officeDocument/2006/relationships/slide" Target="/ppt/slides/slide11.xml" Id="Rd96c80eb0e234ddf" /><Relationship Type="http://schemas.openxmlformats.org/officeDocument/2006/relationships/slide" Target="/ppt/slides/slide12.xml" Id="Rbb07eba07c134979" /><Relationship Type="http://schemas.openxmlformats.org/officeDocument/2006/relationships/slide" Target="/ppt/slides/slide13.xml" Id="Rf1936c2c90944b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61e28f81bc42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6cf52c3e984fbe" /><Relationship Type="http://schemas.openxmlformats.org/officeDocument/2006/relationships/notesMaster" Target="/ppt/notesMasters/notesMaster1.xml" Id="Ra3286bca5fb549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b4f8f00a744d09" /><Relationship Type="http://schemas.openxmlformats.org/officeDocument/2006/relationships/notesMaster" Target="/ppt/notesMasters/notesMaster1.xml" Id="R2bb980ccc0f841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9f2a0b0f1a4639" /><Relationship Type="http://schemas.openxmlformats.org/officeDocument/2006/relationships/notesMaster" Target="/ppt/notesMasters/notesMaster1.xml" Id="Rbb7c5a236af64d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9561ea9a3242c7" /><Relationship Type="http://schemas.openxmlformats.org/officeDocument/2006/relationships/notesMaster" Target="/ppt/notesMasters/notesMaster1.xml" Id="R816e5b0b94d847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f4d954e6464863" /><Relationship Type="http://schemas.openxmlformats.org/officeDocument/2006/relationships/notesMaster" Target="/ppt/notesMasters/notesMaster1.xml" Id="R1c2e0cf336ea48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442c23e8cf4fe5" /><Relationship Type="http://schemas.openxmlformats.org/officeDocument/2006/relationships/notesMaster" Target="/ppt/notesMasters/notesMaster1.xml" Id="Rf9295fe64b4842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784981e1334125" /><Relationship Type="http://schemas.openxmlformats.org/officeDocument/2006/relationships/notesMaster" Target="/ppt/notesMasters/notesMaster1.xml" Id="R850325253d4e4d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4d478500a44f6e" /><Relationship Type="http://schemas.openxmlformats.org/officeDocument/2006/relationships/notesMaster" Target="/ppt/notesMasters/notesMaster1.xml" Id="R90e7d866cbf64c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d718450ecc41db" /><Relationship Type="http://schemas.openxmlformats.org/officeDocument/2006/relationships/notesMaster" Target="/ppt/notesMasters/notesMaster1.xml" Id="R7b1bc865958646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e41fb9328a4118" /><Relationship Type="http://schemas.openxmlformats.org/officeDocument/2006/relationships/notesMaster" Target="/ppt/notesMasters/notesMaster1.xml" Id="R88fb1bd6fa074a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303954d4c3f4987" /><Relationship Type="http://schemas.openxmlformats.org/officeDocument/2006/relationships/notesMaster" Target="/ppt/notesMasters/notesMaster1.xml" Id="R97ce829f3137491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f242aa1b164631" /><Relationship Type="http://schemas.openxmlformats.org/officeDocument/2006/relationships/notesMaster" Target="/ppt/notesMasters/notesMaster1.xml" Id="R1f8bc0c756f64dd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fde0455ca0a4243" /><Relationship Type="http://schemas.openxmlformats.org/officeDocument/2006/relationships/notesMaster" Target="/ppt/notesMasters/notesMaster1.xml" Id="R2847634e23aa4d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4ef34857c043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e9bf82f0364656" /><Relationship Type="http://schemas.openxmlformats.org/officeDocument/2006/relationships/slideLayout" Target="/ppt/slideLayouts/slideLayout1.xml" Id="Rb18eddbda0e943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8eddbda0e943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0717c3317d45bf" /><Relationship Type="http://schemas.openxmlformats.org/officeDocument/2006/relationships/notesSlide" Target="/ppt/notesSlides/notesSlide1.xml" Id="R57a0c4a575d841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6c8aa77bcb41e2" /><Relationship Type="http://schemas.openxmlformats.org/officeDocument/2006/relationships/notesSlide" Target="/ppt/notesSlides/notesSlide2.xml" Id="R0aee6df56a3d46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1fa1a3b0145c4" /><Relationship Type="http://schemas.openxmlformats.org/officeDocument/2006/relationships/notesSlide" Target="/ppt/notesSlides/notesSlide3.xml" Id="Rb68c6a62155d4a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eab193dc24aff" /><Relationship Type="http://schemas.openxmlformats.org/officeDocument/2006/relationships/notesSlide" Target="/ppt/notesSlides/notesSlide4.xml" Id="R0b74184164344a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01771d3964b1b" /><Relationship Type="http://schemas.openxmlformats.org/officeDocument/2006/relationships/notesSlide" Target="/ppt/notesSlides/notesSlide5.xml" Id="Reec8716e0f194c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1153d65af4e32" /><Relationship Type="http://schemas.openxmlformats.org/officeDocument/2006/relationships/notesSlide" Target="/ppt/notesSlides/notesSlide6.xml" Id="R57b1550d6d6e44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a4a9178064972" /><Relationship Type="http://schemas.openxmlformats.org/officeDocument/2006/relationships/notesSlide" Target="/ppt/notesSlides/notesSlide7.xml" Id="R32f92afa666048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bdae74a2094a42" /><Relationship Type="http://schemas.openxmlformats.org/officeDocument/2006/relationships/notesSlide" Target="/ppt/notesSlides/notesSlide8.xml" Id="Rbe330fb1c3a84c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6709b99064c86" /><Relationship Type="http://schemas.openxmlformats.org/officeDocument/2006/relationships/notesSlide" Target="/ppt/notesSlides/notesSlide9.xml" Id="R93e9b8eb6bb241b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1a8ed57f44024" /><Relationship Type="http://schemas.openxmlformats.org/officeDocument/2006/relationships/notesSlide" Target="/ppt/notesSlides/notesSlide10.xml" Id="Rb351e91a22264be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345323d454dd1" /><Relationship Type="http://schemas.openxmlformats.org/officeDocument/2006/relationships/notesSlide" Target="/ppt/notesSlides/notesSlide11.xml" Id="Rd091e0d2bda141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6f770b17a43ef" /><Relationship Type="http://schemas.openxmlformats.org/officeDocument/2006/relationships/notesSlide" Target="/ppt/notesSlides/notesSlide12.xml" Id="Ra03ad02bc3be42d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25fbd0fb148b2" /><Relationship Type="http://schemas.openxmlformats.org/officeDocument/2006/relationships/notesSlide" Target="/ppt/notesSlides/notesSlide13.xml" Id="Re6ac3beff2e84f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6AB014B5-7D2E-4943-9A72-ECF5B0AB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23C246EB-1957-4AE8-A709-5512630F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5D103FA8-BE1C-4136-A447-6E1F2F1A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D4A0A0EE-DAB1-487A-9D52-737F0F8B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61D69B2B-4FCC-4B97-8187-E95A284F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0305B8FE-4F9A-4845-9316-0291B60E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95D0F97F-D7F8-415D-853A-8AE4F17F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FB2E8AF-52F2-4BD9-8B8A-43606CF5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可观测性、评测与 Human-in-the-loop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A088E79-9238-44A4-9811-9E4736C9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 trace、任务评测、权限和人工断点建立可运营、可恢复的智能体系统。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360A9DEF-0005-4C6D-BC79-39048EC0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一个聊天回答出错，影响往往停留在文字层面；一个智能体出错，则可能继续调用工具、写入系统、触发下游流程。最终结果看起来正确，也不代表过程可靠：它可能使用了错误来源…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F3237D39-EFE3-4351-96FD-6ECE9DA3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BBB30119-D8A3-47EB-9311-3EE628CF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AG-005 · AG-005-S01</a:t>
            </a:r>
          </a:p>
        </p:txBody>
      </p:sp>
    </p:spTree>
    <p:extLst>
      <p:ext uri="{BB962C8B-B14F-4D97-AF65-F5344CB8AC3E}">
        <p14:creationId xmlns:p14="http://schemas.microsoft.com/office/powerpoint/2010/main" val="17695567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6800EB30-63EB-4791-A9A1-2DF7438D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78FFED7F-7BB3-4916-B1A8-8DB60487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8616CCC8-1EA6-4889-8814-DC0628EE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79AA5A7F-2D1E-43B3-A0E3-40D33C51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17665E86-8E0F-4F87-BD4D-70522342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B9112DA7-96DD-47D4-BF80-E5B35940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为一次智能体运行设计可串联任务、步骤、模型、工具、评测和人工决定的 trace 字段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732E13F7-B6F7-43B5-B2FE-8D5A33C3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从结果、过程和运营三个层面建立评测指标，并连接离线测试集与线上监控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FFB9AEFD-5B44-47A6-9423-BED2D380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使用统一失败分类定位问题，区分模型错误、工具错误、权限拒绝和流程设计缺陷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56CB4D82-7E1B-48B4-BB65-EFAE67C0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 Human-in-the-loop 定义触发阈值、审核队列、恢复点和责任归属</a:t>
            </a:r>
          </a:p>
        </p:txBody>
      </p:sp>
    </p:spTree>
    <p:extLst>
      <p:ext uri="{BB962C8B-B14F-4D97-AF65-F5344CB8AC3E}">
        <p14:creationId xmlns:p14="http://schemas.microsoft.com/office/powerpoint/2010/main" val="484602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14D008C7-A171-4D66-BC9B-F999CE24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A64D5763-5B0B-4883-8656-5DC1044F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96AF51B-3567-431E-B1C9-31152F47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日志可以记录单个事件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E311CFA3-521A-4D98-A812-BEC819F3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8C86F8AA-85C5-4EF8-A9C6-5A2A7EE2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88BDCB8-3FDD-493B-8100-C4463699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85386D9-28C6-4D57-BD33-84AAA748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Trace：把一次任务串成因果链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B0FCEC5-1DD9-4616-86FF-D080021F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日志可以记录单个事件，trace 则用统一标识把一次任务中的多个事件连接起来。最小字段可以分为六组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0EAF335-E5DD-42FE-9D17-8CE4E610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0CFF856D-6E2D-432C-A547-D00CBA1D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三层评测：结果、过程与运营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62575AA-9D9E-4D3B-9E63-6CFCC784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结果层 回答“任务做对了吗”。指标可以是事实准确率、任务完成率、字段完整率、答案与来源一致性、测试通过率，以及用户是否接受结果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7ED17343-2590-45D2-BC78-8D709DF5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AD53943B-F428-48CF-A137-296E3EA8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日志可以记录单个事件</a:t>
            </a:r>
          </a:p>
        </p:txBody>
      </p:sp>
    </p:spTree>
    <p:extLst>
      <p:ext uri="{BB962C8B-B14F-4D97-AF65-F5344CB8AC3E}">
        <p14:creationId xmlns:p14="http://schemas.microsoft.com/office/powerpoint/2010/main" val="6113484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D5BD67AA-EDB4-4606-8A88-FF3E4803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89B150C2-CC0A-4663-B39C-84A3E06F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B278D902-F515-4F60-BA2A-E184D8BC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418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离线集应来自真实任务类型，覆盖正常样本、边界样本、对抗样本和历史故障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3A87B3E3-6779-4118-8E12-846306F1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26797AA6-5218-471F-9CE0-D81797D1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424A38C-A3A1-4662-92B6-D36C38B1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A338412-C718-43AE-9251-820C7524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离线评测集：在上线前复现已知世界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5354132-ADF1-48EF-A070-01CC0B07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离线集应来自真实任务类型，覆盖正常样本、边界样本、对抗样本和历史故障。每个样本需要输入、期望结果、允许变化、禁止动作和评分规则。对开放式输出，可把评分拆成事实、完整性、格式和证据…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3138983-C387-4053-8446-9D3BCD04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7FDF4CD8-E626-4B43-82A6-9F0610FD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线上监控：观察真实分布和漂移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C99C1D1-9825-45DF-BDE1-7C578E44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线上环境会出现离线集没有覆盖的新输入、权限组合和工具异常。监控应同时看质量代理指标和系统指标，例如引用缺失、空结果、同类工具连续失败、任务步数异常增长、人工升级率突变和高风险动作拦截率…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B73A16E0-127F-4D2B-8C08-F45D66D0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D928057C-6BB4-4568-9F1C-E44B2B09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离线集应来自真实任务类型，覆盖正常样本、边界样本、对抗样本和历史故障</a:t>
            </a:r>
          </a:p>
        </p:txBody>
      </p:sp>
    </p:spTree>
    <p:extLst>
      <p:ext uri="{BB962C8B-B14F-4D97-AF65-F5344CB8AC3E}">
        <p14:creationId xmlns:p14="http://schemas.microsoft.com/office/powerpoint/2010/main" val="17273767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91B2795D-AF44-413D-AB28-8A32E517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74FDCF8A-90FE-4911-97D4-AE7DA195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9F464339-EF6B-452A-B4DF-3C7BFE80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统一分类能避免所有问题都被叫作“幻觉”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4DE7904D-885C-4948-AFED-1139005E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9A388682-802B-4DF5-85BD-A4A38CF5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CD0454B-B4F3-4342-9952-EAF72017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68B6F20-63B1-4AFD-A871-02A67F1A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失败分类：先归因，再修复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3607E7B-5405-49AA-AFA7-379C9592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统一分类能避免所有问题都被叫作“幻觉”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9F66186-1541-4D8F-B7B0-80C6B339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3AB4B09-9106-442A-8933-8202BFC1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目标理解失败： 误解用户意图、遗漏范围或验收条件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E02E8A59-5C24-42DD-929A-829CEFC3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736F9F7A-192F-4236-801B-47147B30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依据失败： 没有取得证据、引用错误来源、把过期信息当作当前事实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F10BFFE6-EA9F-45C6-8831-6DE60C1D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2B25BCAD-3687-4FD0-891E-72185AD2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统一分类能避免所有问题都被叫作“幻觉”</a:t>
            </a:r>
          </a:p>
        </p:txBody>
      </p:sp>
    </p:spTree>
    <p:extLst>
      <p:ext uri="{BB962C8B-B14F-4D97-AF65-F5344CB8AC3E}">
        <p14:creationId xmlns:p14="http://schemas.microsoft.com/office/powerpoint/2010/main" val="11717836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9BC28356-325E-446D-B8D5-113BEA15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5318FDBB-E593-42FF-9A44-171F81AA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FE2C719F-9C41-4FC5-9D82-73031CCA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人工介入需要明确触发条件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6782A68B-3B0E-47D9-930D-5D3632DE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5D0C2D97-D4D4-4C94-BE57-6674A567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DC4A863-7B6D-4407-B06A-2FD1387F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EE6F517-5304-4F75-B054-2CB1867B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HITL 触发阈值：把“必要时人工审核”变成规则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E6FF6AA-AB02-4537-8551-937C1AB2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人工介入需要明确触发条件。阈值可以分三类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E5F4D87-B4D1-4158-BB1A-2C5A6A4B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F288F36-0746-491B-A639-D427E78D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硬触发： 外发、删除、付款、授权、公开发布、访问敏感数据等动作，无论模型得分多高都必须审核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7D5ADC5C-6477-412C-B552-F974F905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D886E270-CE52-4A66-8087-F7EBD0E7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质量触发： 必填证据不完整、关键字段存在冲突、置信指标低于场景阈值，或结果未通过规则校验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1E332C7B-AEA8-443C-B40E-D986E233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B34D3A8B-6D11-43BB-8481-465E1CB5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人工介入需要明确触发条件</a:t>
            </a:r>
          </a:p>
        </p:txBody>
      </p:sp>
    </p:spTree>
    <p:extLst>
      <p:ext uri="{BB962C8B-B14F-4D97-AF65-F5344CB8AC3E}">
        <p14:creationId xmlns:p14="http://schemas.microsoft.com/office/powerpoint/2010/main" val="5256815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C933C7DF-629F-4904-B0BC-453CE974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39D12E9F-B8FC-47DC-9B6B-528D2F86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A8277572-8AB8-437C-A7BC-198B980B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审核队列：让人看到足够的信息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A5105680-AD6E-4A43-9D76-9E1C756E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8E32A9E6-CEC5-4E98-899E-4F4527AC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FD6AAB9-2FB1-42C3-B8C2-BC3802DC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48B7A13-7BCE-4F83-938A-7FEBEB1D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审核队列：让人看到足够的信息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A09D8E9-8D46-4F97-AC44-B9526BBD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审核项应包含任务摘要、拟执行动作、影响对象、关键证据、触发规则、系统建议、可选决定和截止时间。队列可按影响与时效分级，例如高影响外发优先于普通低置信度摘要。审核人应能选择批准、修改后批准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85F2308-D61B-4FCC-9535-528153DE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1ED14B6-C6AB-443A-9942-0B24B27C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如果只给审核人一个“确认”按钮，而不展示证据和影响范围，HITL 只是把系统风险转移给人。队列还要监控等待时间和积压；人工容量不足时，系统应限流或暂停高风险任务，而不是绕过审核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27FC427-575E-49C3-AB27-466C95CD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8286A551-1BE8-4C10-9BDA-DB53551C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审核队列：让人看到足够的信息</a:t>
            </a:r>
          </a:p>
        </p:txBody>
      </p:sp>
    </p:spTree>
    <p:extLst>
      <p:ext uri="{BB962C8B-B14F-4D97-AF65-F5344CB8AC3E}">
        <p14:creationId xmlns:p14="http://schemas.microsoft.com/office/powerpoint/2010/main" val="12178776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C59080F9-145B-4F85-9BE3-18F186BE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69CFBE66-D47F-4E16-884F-A7131719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CB06D205-4D31-4A1A-A68E-002FC11A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009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在读取完成、草稿生成、审核通过和写入成功等边界保存恢复点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FD4631CA-9BF6-4143-A5B8-8525ACBE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EE361269-ADC5-470F-85BC-FB1574A2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489340C-DC95-464A-B4BE-4F3F53A8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D33CFFA-004B-42CD-A227-0F71C2AC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恢复点：失败后从已验证状态继续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D9E49AB-863E-4AFD-8A42-13627E17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在读取完成、草稿生成、审核通过和写入成功等边界保存恢复点，记录输入版本、已验证产物、外部副作用和下一步。写入工具应尽量使用幂等请求标识；无法撤销的动作要在执行前形成预览…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9D10D43-C150-4D34-AC74-B5AC6EA3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3BD747D-1F12-45EA-B064-E3E8E3D7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恢复不是简单“重新运行全部步骤”。系统先确认外部状态，避免重复发送、重复扣费或覆盖他人更新，再从最近一个可信状态继续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440C33AA-D354-4B9D-BE5D-2D748057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9927D6E8-4865-42FB-BA5F-26B6C32C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在读取完成、草稿生成、审核通过和写入成功等边界保存恢复点</a:t>
            </a:r>
          </a:p>
        </p:txBody>
      </p:sp>
    </p:spTree>
    <p:extLst>
      <p:ext uri="{BB962C8B-B14F-4D97-AF65-F5344CB8AC3E}">
        <p14:creationId xmlns:p14="http://schemas.microsoft.com/office/powerpoint/2010/main" val="21011623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79106EDC-D6E3-49BF-8C9B-69675760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3C0F8B5C-974E-49DC-80DA-CFF15DBD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43EF9E54-7BFC-429D-BCEA-FAB537F3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业务负责人定义目标和风险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D0574486-99F4-4956-BD48-5E0E793C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CB689B4A-8725-42F1-B84E-EFDE9521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99113F4-0501-460C-AEBF-C831FB6E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621DF9A-4948-4CE5-9B4D-7C789C7C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责任链：系统必须有可找到的负责人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E8FE228-EF75-4AD9-990A-6B754748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业务负责人定义目标和风险；数据负责人管理来源与权限；工程负责人维护模型、工具、trace 和恢复机制；审核人决定指定高风险动作；运营人员监控并响应事件。责任不能归给“模型”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54A8E960-EC8A-4E9E-837F-583BF14D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1E9D6B0B-13DA-4EE9-8E93-8D4861AC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业务负责人定义目标和风险</a:t>
            </a:r>
          </a:p>
        </p:txBody>
      </p:sp>
    </p:spTree>
    <p:extLst>
      <p:ext uri="{BB962C8B-B14F-4D97-AF65-F5344CB8AC3E}">
        <p14:creationId xmlns:p14="http://schemas.microsoft.com/office/powerpoint/2010/main" val="3007114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42098977-1809-4AF3-94CF-E1F42461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7BF541DA-F8EA-4C25-ABF4-FC8AE8C9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FC72BE38-5563-401F-B82C-79512671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客户退款建议智能体的三层防线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C1DE5A6F-2FA1-494B-AECF-DA458C91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69ABA3ED-EBF9-4715-878D-DF16CF5E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D5124B59-EC25-4178-86A2-6EF22ACF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客户退款建议智能体的三层防线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78B19DC3-AD35-41C1-95E8-2630C7B3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1021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场景｜系统读取订单和售后政策，为客服生成退款建议，但不能自行付款。离线集覆盖正常退款、超过期限、订单信息冲突和疑似重复申请。结果层检查建议是否符合政策…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0D980B0D-7754-43F1-B04F-D05DA796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508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机制｜当订单字段冲突、政策依据缺失、退款金额超过业务阈值，或同一查询连续失败两次时，任务进入人工队列。审核页展示订单摘要、政策条款、建议金额、冲突字段和触发原因…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72DAE669-ABC3-40AA-ADFC-722E3C6D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274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结果｜如果审核后写入系统超时，智能体不能直接重试。它先通过请求标识查询是否已经创建退款记录，再决定继续或转人工。这样，trace、阈值…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CFA42D2F-9127-435B-BB75-8156F1AE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867C87F7-134B-4A82-A9E6-B20B25B7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客户退款建议智能体的三层防线</a:t>
            </a:r>
          </a:p>
        </p:txBody>
      </p:sp>
    </p:spTree>
    <p:extLst>
      <p:ext uri="{BB962C8B-B14F-4D97-AF65-F5344CB8AC3E}">
        <p14:creationId xmlns:p14="http://schemas.microsoft.com/office/powerpoint/2010/main" val="8294999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640A2EF0-E078-4CA2-B8B5-104EB216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8A313166-6E24-47FF-8714-FC565E23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8546DF6F-49F2-494C-B9F5-86C23770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DAFF1EA1-5235-4D66-B54E-7A844FA0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25EDFBC6-5C60-45D4-8AC8-E6FE7BFB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6BF9AAB7-2809-4902-841A-FF60B2BA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BB0A04F9-5715-47EF-B901-85A6BC4B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9622E90E-8EBE-4C6D-9690-B8F3EADA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8663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为“根据会议纪要生成并外发任务通知”的智能体设计一份运营方案：；列出一条完整 trace 的字段，并标出需要脱敏的内容。；各设计三项结果层、过程层和运营层指标，说明数据从哪里取得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BA6376A2-7BCB-4D4C-96B5-93332CD3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4BCB9813-24D7-4511-9572-88782F68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B9827617-F733-464C-A647-3AC8E58F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ECC6BAF0-8E4E-457A-8AA8-0F203C43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 12 条离线样本，至少包含缺负责人、日期冲突、工具超时和恶意指令四类边界。；为失败分类写判定规则，并用两个复合故障区分主因与促成因素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FA7B723B-2A3B-42ED-9AA7-4DB2A955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75CA1930-FF64-44DA-AF34-FB11001A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3195F8AE-20F5-4585-931A-3671E0E6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308D8848-9883-4C84-B5F0-6451E761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定义硬触发、质量触发、异常触发阈值，画出审核队列字段和处理优先级。；在草稿、批准、外发三个阶段设置恢复点，说明外发结果未知时如何避免重复发送</a:t>
            </a:r>
          </a:p>
        </p:txBody>
      </p:sp>
    </p:spTree>
    <p:extLst>
      <p:ext uri="{BB962C8B-B14F-4D97-AF65-F5344CB8AC3E}">
        <p14:creationId xmlns:p14="http://schemas.microsoft.com/office/powerpoint/2010/main" val="2186590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486C1639-989A-4FF7-953C-587637E6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B9ECB07F-C0ED-4B67-AB39-067E1C16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0C59B1E7-8BBA-4268-B839-A66676B0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06FDB2B5-9784-45E9-88D0-CFA27627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594E83BE-4703-400F-B7DE-44937E77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3CA201EC-1699-4DC5-94DB-AF2C9EB9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8E93AB5C-2D63-4060-BC8A-91B6A904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6FB05311-85B9-4493-B047-2289574B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日志可以记录单个事件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7B043CEF-5A37-474F-B727-A11757E2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DF3FDC3A-26FD-4CAF-A830-0E099B87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50BD4DDE-8D51-46EC-AC77-CBE9D788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BCDC707C-A048-4F68-A811-28541D6C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人工介入需要明确触发条件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7EEF61C3-5ECB-4A16-8651-5637730D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B390FC54-5AAA-403D-B5E2-511FB38A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F477D2B5-3B2B-48AA-BA4B-DF98D3C1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1D44BA5A-FA50-4FFA-9CC0-9C0E11CE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业务负责人定义目标和风险</a:t>
            </a:r>
          </a:p>
        </p:txBody>
      </p:sp>
    </p:spTree>
    <p:extLst>
      <p:ext uri="{BB962C8B-B14F-4D97-AF65-F5344CB8AC3E}">
        <p14:creationId xmlns:p14="http://schemas.microsoft.com/office/powerpoint/2010/main" val="8694717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9C07ED2E-C7D4-46A2-9095-C99AA384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341487E4-4FD0-4712-A896-E20EE881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AF77FFA4-E7B7-4575-94CE-A58C2393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A9A4678C-F104-4998-B235-56FBF7EA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C0B78EFA-C263-4DD0-9702-564C508A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B01B5D4C-0B50-4DF8-9C06-887B191B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7F310D8D-64FE-4625-8AB2-30F2A469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23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AgentBench: Evaluating LLMs as Agents：理解如何在多类交互环境中评测智能体能力，以及为什么只看静态问答不足以代表真实执行表现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344B6BA1-A03F-44DF-A32F-F5D3F96D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06E3EB56-73AE-42CA-A325-01591A99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21277147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2026-07-11T12:05:25.1760000Z</dcterms:created>
  <dcterms:modified xsi:type="dcterms:W3CDTF">2026-07-11T12:05:25.1760000Z</dcterms:modified>
</coreProperties>
</file>