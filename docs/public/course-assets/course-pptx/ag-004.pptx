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dd796e77f74182" /><Relationship Type="http://schemas.openxmlformats.org/officeDocument/2006/relationships/extended-properties" Target="/docProps/app.xml" Id="Rd478985496294867" /><Relationship Type="http://schemas.openxmlformats.org/officeDocument/2006/relationships/officeDocument" Target="/ppt/presentation.xml" Id="Rcb7a1994be9a44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5845c7a3dd496c"/>
  </p:sldMasterIdLst>
  <p:notesMasterIdLst>
    <p:notesMasterId xmlns:r="http://schemas.openxmlformats.org/officeDocument/2006/relationships" r:id="R2abf903aca7c4fd6"/>
  </p:notesMasterIdLst>
  <p:sldIdLst>
    <p:sldId xmlns:r="http://schemas.openxmlformats.org/officeDocument/2006/relationships" id="256" r:id="R62b4e0c047be468e"/>
    <p:sldId xmlns:r="http://schemas.openxmlformats.org/officeDocument/2006/relationships" id="257" r:id="Rf9d1bfcbed474e42"/>
    <p:sldId xmlns:r="http://schemas.openxmlformats.org/officeDocument/2006/relationships" id="258" r:id="Re7ae9388293b4f48"/>
    <p:sldId xmlns:r="http://schemas.openxmlformats.org/officeDocument/2006/relationships" id="259" r:id="R21f44a3ba8a846d9"/>
    <p:sldId xmlns:r="http://schemas.openxmlformats.org/officeDocument/2006/relationships" id="260" r:id="R463b2f87dbc44b7a"/>
    <p:sldId xmlns:r="http://schemas.openxmlformats.org/officeDocument/2006/relationships" id="261" r:id="R5d190beb5eac4c49"/>
    <p:sldId xmlns:r="http://schemas.openxmlformats.org/officeDocument/2006/relationships" id="262" r:id="Rf9844eab8430478c"/>
    <p:sldId xmlns:r="http://schemas.openxmlformats.org/officeDocument/2006/relationships" id="263" r:id="Rfecb26b9a57b4dda"/>
    <p:sldId xmlns:r="http://schemas.openxmlformats.org/officeDocument/2006/relationships" id="264" r:id="Rb696639ea1a44b18"/>
    <p:sldId xmlns:r="http://schemas.openxmlformats.org/officeDocument/2006/relationships" id="265" r:id="R795e7e8bbf204cd6"/>
    <p:sldId xmlns:r="http://schemas.openxmlformats.org/officeDocument/2006/relationships" id="266" r:id="R3a507cfe2ee340d1"/>
    <p:sldId xmlns:r="http://schemas.openxmlformats.org/officeDocument/2006/relationships" id="267" r:id="R9dfb54a8e66c47d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4d3d4070d245e5" /><Relationship Type="http://schemas.openxmlformats.org/officeDocument/2006/relationships/slideMaster" Target="/ppt/slideMasters/slideMaster1.xml" Id="R2a5845c7a3dd496c" /><Relationship Type="http://schemas.openxmlformats.org/officeDocument/2006/relationships/notesMaster" Target="/ppt/notesMasters/notesMaster1.xml" Id="R2abf903aca7c4fd6" /><Relationship Type="http://schemas.openxmlformats.org/officeDocument/2006/relationships/presProps" Target="/ppt/presProps.xml" Id="R847ae1bc72e44183" /><Relationship Type="http://schemas.openxmlformats.org/officeDocument/2006/relationships/tableStyles" Target="/ppt/tableStyles.xml" Id="Reca5cd9c050c4c22" /><Relationship Type="http://schemas.openxmlformats.org/officeDocument/2006/relationships/slide" Target="/ppt/slides/slide1.xml" Id="R62b4e0c047be468e" /><Relationship Type="http://schemas.openxmlformats.org/officeDocument/2006/relationships/slide" Target="/ppt/slides/slide2.xml" Id="Rf9d1bfcbed474e42" /><Relationship Type="http://schemas.openxmlformats.org/officeDocument/2006/relationships/slide" Target="/ppt/slides/slide3.xml" Id="Re7ae9388293b4f48" /><Relationship Type="http://schemas.openxmlformats.org/officeDocument/2006/relationships/slide" Target="/ppt/slides/slide4.xml" Id="R21f44a3ba8a846d9" /><Relationship Type="http://schemas.openxmlformats.org/officeDocument/2006/relationships/slide" Target="/ppt/slides/slide5.xml" Id="R463b2f87dbc44b7a" /><Relationship Type="http://schemas.openxmlformats.org/officeDocument/2006/relationships/slide" Target="/ppt/slides/slide6.xml" Id="R5d190beb5eac4c49" /><Relationship Type="http://schemas.openxmlformats.org/officeDocument/2006/relationships/slide" Target="/ppt/slides/slide7.xml" Id="Rf9844eab8430478c" /><Relationship Type="http://schemas.openxmlformats.org/officeDocument/2006/relationships/slide" Target="/ppt/slides/slide8.xml" Id="Rfecb26b9a57b4dda" /><Relationship Type="http://schemas.openxmlformats.org/officeDocument/2006/relationships/slide" Target="/ppt/slides/slide9.xml" Id="Rb696639ea1a44b18" /><Relationship Type="http://schemas.openxmlformats.org/officeDocument/2006/relationships/slide" Target="/ppt/slides/slide10.xml" Id="R795e7e8bbf204cd6" /><Relationship Type="http://schemas.openxmlformats.org/officeDocument/2006/relationships/slide" Target="/ppt/slides/slide11.xml" Id="R3a507cfe2ee340d1" /><Relationship Type="http://schemas.openxmlformats.org/officeDocument/2006/relationships/slide" Target="/ppt/slides/slide12.xml" Id="R9dfb54a8e66c47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2d3154027c40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64a0d5f96f4077" /><Relationship Type="http://schemas.openxmlformats.org/officeDocument/2006/relationships/notesMaster" Target="/ppt/notesMasters/notesMaster1.xml" Id="Red0969a93eaf4f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56d0f437dd46db" /><Relationship Type="http://schemas.openxmlformats.org/officeDocument/2006/relationships/notesMaster" Target="/ppt/notesMasters/notesMaster1.xml" Id="R868da0ebe8d54e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e88e3fe078433c" /><Relationship Type="http://schemas.openxmlformats.org/officeDocument/2006/relationships/notesMaster" Target="/ppt/notesMasters/notesMaster1.xml" Id="Rdb7024b5310f4d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1f78b4edca4942" /><Relationship Type="http://schemas.openxmlformats.org/officeDocument/2006/relationships/notesMaster" Target="/ppt/notesMasters/notesMaster1.xml" Id="R36cd24b18acc4a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fb239853234bda" /><Relationship Type="http://schemas.openxmlformats.org/officeDocument/2006/relationships/notesMaster" Target="/ppt/notesMasters/notesMaster1.xml" Id="Rb95bf24bf8fb42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c3704649f1470c" /><Relationship Type="http://schemas.openxmlformats.org/officeDocument/2006/relationships/notesMaster" Target="/ppt/notesMasters/notesMaster1.xml" Id="R2ac56693be8a4a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34608c9b134b6a" /><Relationship Type="http://schemas.openxmlformats.org/officeDocument/2006/relationships/notesMaster" Target="/ppt/notesMasters/notesMaster1.xml" Id="R66a030b6f1364c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a794c46af84ba3" /><Relationship Type="http://schemas.openxmlformats.org/officeDocument/2006/relationships/notesMaster" Target="/ppt/notesMasters/notesMaster1.xml" Id="R7001898e9df341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719cd45b0549d4" /><Relationship Type="http://schemas.openxmlformats.org/officeDocument/2006/relationships/notesMaster" Target="/ppt/notesMasters/notesMaster1.xml" Id="R2b1f644941ca4b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4493086bef413c" /><Relationship Type="http://schemas.openxmlformats.org/officeDocument/2006/relationships/notesMaster" Target="/ppt/notesMasters/notesMaster1.xml" Id="R4ef062f7b2704b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490bbe78fb4a6d" /><Relationship Type="http://schemas.openxmlformats.org/officeDocument/2006/relationships/notesMaster" Target="/ppt/notesMasters/notesMaster1.xml" Id="R622959b07b534d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54be45ff3c4a6c" /><Relationship Type="http://schemas.openxmlformats.org/officeDocument/2006/relationships/notesMaster" Target="/ppt/notesMasters/notesMaster1.xml" Id="R0640bda435c74b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5c9db752f344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279dd763824626" /><Relationship Type="http://schemas.openxmlformats.org/officeDocument/2006/relationships/slideLayout" Target="/ppt/slideLayouts/slideLayout1.xml" Id="Rd6f92610255642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f92610255642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38e60f02d4bc0" /><Relationship Type="http://schemas.openxmlformats.org/officeDocument/2006/relationships/notesSlide" Target="/ppt/notesSlides/notesSlide1.xml" Id="R6361d7c768f146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4fa0a8b854a06" /><Relationship Type="http://schemas.openxmlformats.org/officeDocument/2006/relationships/notesSlide" Target="/ppt/notesSlides/notesSlide2.xml" Id="R2bda5e8c15264b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ab24da4d2456f" /><Relationship Type="http://schemas.openxmlformats.org/officeDocument/2006/relationships/notesSlide" Target="/ppt/notesSlides/notesSlide3.xml" Id="Ra5f2277d691143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6146e73cb40b5" /><Relationship Type="http://schemas.openxmlformats.org/officeDocument/2006/relationships/notesSlide" Target="/ppt/notesSlides/notesSlide4.xml" Id="Re42d2e01f0304c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8cb7269b04431" /><Relationship Type="http://schemas.openxmlformats.org/officeDocument/2006/relationships/notesSlide" Target="/ppt/notesSlides/notesSlide5.xml" Id="R887d60b0482a44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bc7bb7c34a4d2e" /><Relationship Type="http://schemas.openxmlformats.org/officeDocument/2006/relationships/notesSlide" Target="/ppt/notesSlides/notesSlide6.xml" Id="Rdcd9614ed47943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7d8e4676c5474d" /><Relationship Type="http://schemas.openxmlformats.org/officeDocument/2006/relationships/notesSlide" Target="/ppt/notesSlides/notesSlide7.xml" Id="R0527647ccabc4e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ffe9bdb804383" /><Relationship Type="http://schemas.openxmlformats.org/officeDocument/2006/relationships/notesSlide" Target="/ppt/notesSlides/notesSlide8.xml" Id="R1d1ab97287cb46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08a00dbdd48ca" /><Relationship Type="http://schemas.openxmlformats.org/officeDocument/2006/relationships/notesSlide" Target="/ppt/notesSlides/notesSlide9.xml" Id="Re00e7381af2346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3af2d97d2434e" /><Relationship Type="http://schemas.openxmlformats.org/officeDocument/2006/relationships/notesSlide" Target="/ppt/notesSlides/notesSlide10.xml" Id="Rc727204cd27342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fb4b89b9944ea" /><Relationship Type="http://schemas.openxmlformats.org/officeDocument/2006/relationships/notesSlide" Target="/ppt/notesSlides/notesSlide11.xml" Id="Rf3dd4a809f02487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d49f78cbc4f5c" /><Relationship Type="http://schemas.openxmlformats.org/officeDocument/2006/relationships/notesSlide" Target="/ppt/notesSlides/notesSlide12.xml" Id="R94b02cc2b9614f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0AACF4C8-C716-4107-B161-8E3ACDCA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6CE58A69-626C-459A-9799-1864DEF3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4BF7D3E7-D307-497A-9527-F45764F0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94D61784-22D2-4D35-B7D2-AD0A2D4D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80862B8B-457E-4E19-95AF-29F18D38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23304925-736B-4748-A82B-F4E62C98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BBFB1D80-3B50-4CA6-8F39-B5B410D7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5A748A8-1AE3-4729-908C-5AF48145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539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Coding 与 Vibe Coding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8BEBFA9-8BBE-449F-999D-C1E46CFF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把需求、生成、运行、观察、修复、测试和审阅组织成可验收的开发循环。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CFBD16C4-59A3-4CAC-9464-88A48F0B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Coding 是利用模型理解代码、生成修改、解释错误和辅助测试；Vibe Coding 更强调用自然语言快速表达意图；在运行结果与直觉反馈之间连续迭代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321C08C4-7CA8-4652-A3F0-B82BDCA2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F71F08A3-18C3-4550-A114-56EA4B32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AG-004 · AG-004-S01</a:t>
            </a:r>
          </a:p>
        </p:txBody>
      </p:sp>
    </p:spTree>
    <p:extLst>
      <p:ext uri="{BB962C8B-B14F-4D97-AF65-F5344CB8AC3E}">
        <p14:creationId xmlns:p14="http://schemas.microsoft.com/office/powerpoint/2010/main" val="14029910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ACE4CEEA-1814-427F-8BED-AC981EA1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57015DFC-CD7D-41CF-81A8-9CFDF983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FD10F263-B80F-4375-86FF-5F13E2A9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Coding：4项学习结果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B00B6118-4BAC-4510-AEC4-B4918185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71F8A0E4-615F-4628-A8AA-0E1A1A95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A1CCBEE5-97E5-4E67-8224-9A86424B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把一个模糊想法改写成包含用户、行为、约束和验收标准的开发任务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6628684B-5609-4796-A4AC-84885387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完成需求—基线—生成—运行—观察—修复—测试—审阅—提交的最小项目闭环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3F2DEEF4-F199-4D17-BFFF-A9EF021F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根据错误证据定位问题，避免在没有复现和验证时反复重写代码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8C30C5EB-A2D8-4ABA-9DF4-789942AA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 AI 生成代码中的安全、隐私、依赖、许可证和可维护性风险</a:t>
            </a:r>
          </a:p>
        </p:txBody>
      </p:sp>
    </p:spTree>
    <p:extLst>
      <p:ext uri="{BB962C8B-B14F-4D97-AF65-F5344CB8AC3E}">
        <p14:creationId xmlns:p14="http://schemas.microsoft.com/office/powerpoint/2010/main" val="10266796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5BDAD293-7434-4812-A90F-7B91837B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C1D854D4-2E97-48B1-BF07-06A3C911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932E310-63BE-4393-A3ED-D9A4930F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先锁定需求与基线，再让 AI 改动代码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6DF9B0D8-1CF7-415F-8CA7-8D456ABA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414E99C2-D1AE-45D7-9CB8-633F780C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B42EE71-84ED-4423-B0CB-B690ACA0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2E07BE9-29B3-4A08-96CB-44B6EDA4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把“想做什么”变成可验收需求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76520F0-6F1C-4E62-A814-803BF819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“做一个好看的待办应用”没有说明谁使用、要完成什么、数据如何保存、什么叫成功。可执行需求可以写成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E07461D-0123-40BE-8775-1E636730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AD416717-39B5-4348-98F5-C67EFA82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确认环境与基线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611430C-D402-49D1-A9D2-790A1B20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开始修改前，应确认项目目录、启动方式、当前页面和已有错误；如果是已有项目，先运行一次并记录基线；哪些功能已经工作，哪些测试通过；工作区是否有未保存修改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C7DE3231-E638-4E2D-AAEC-3BE8C862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375A9689-B79B-4A44-A8F8-B08DA8DD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先锁定需求与基线，再让 AI 改动代码</a:t>
            </a:r>
          </a:p>
        </p:txBody>
      </p:sp>
    </p:spTree>
    <p:extLst>
      <p:ext uri="{BB962C8B-B14F-4D97-AF65-F5344CB8AC3E}">
        <p14:creationId xmlns:p14="http://schemas.microsoft.com/office/powerpoint/2010/main" val="1358097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C462D91C-9B6C-4E25-A10B-D2F689AA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196DAF58-E981-49AA-9FA9-8E3B9867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B9B7B6A0-451D-4F08-BEC7-6CEE71A5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清晰任务卡与小步运行共同压缩错误空间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62C6112-58BE-4566-9D64-DFBAED37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91168013-A22B-4536-BC92-2216ED8C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4B88FCC-9C6A-4FB2-8A53-D2005CE3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9E67794-DF34-4D5C-9480-92C9D68A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给 AI 一张清楚的任务卡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5977CD5-52B1-4BFC-B9EE-D4504965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一次有效任务卡通常包含：目标、现状、允许修改的范围、必须保留的行为、技术约束、验收步骤和期望输出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CB96CE7-992E-4BF4-88C1-CDCF5031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D537C291-1F59-437F-8BF7-DAD61DF9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小步生成，立即运行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73EBF40-D068-4AFF-A24A-FC63491C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先实现一条端到端的“最窄可用路径”：页面能打开，新增任务能显示。运行并确认后，再加入完成、删除和保存。每次修改只包含一组相关行为，并在版本控制中留下可回退点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3F3DE70D-61A2-40FA-AE06-47C4C55F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05FB5BEF-B2BB-49DE-ADCE-E58A2C0E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清晰任务卡与小步运行共同压缩错误空间</a:t>
            </a:r>
          </a:p>
        </p:txBody>
      </p:sp>
    </p:spTree>
    <p:extLst>
      <p:ext uri="{BB962C8B-B14F-4D97-AF65-F5344CB8AC3E}">
        <p14:creationId xmlns:p14="http://schemas.microsoft.com/office/powerpoint/2010/main" val="17807894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15D64B20-EB03-4203-8BF5-4B1D9D8D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530A8B95-DA16-41C5-BF93-B903D605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E1CFC241-5179-40F0-B10E-CB080CA1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遇到“点击没有反应”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AB8C1097-6FB2-407D-A4A7-813C29EA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236C9A6E-0322-45F8-ACB6-A9C4A201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51FCD2F-FE43-4FE8-A9AF-4D34DD23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7230F52-1CF5-4965-9CD8-654F83EC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用证据调试，而不是凭感觉重写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43372C9-B66B-4F7B-8B5C-DE3E6F8D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遇到“点击没有反应”；先稳定复现，再收集证据；操作步骤是什么，控制台是否报错；事件是否触发，数据是否变化；页面元素是否存在，把原始错误、相关代码和预期行为交给 AI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2E90A0C-C10A-45C7-A3F8-940EA8AF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81E6E08-98E3-4517-A62F-685374FE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修复后必须重复原复现步骤，同时检查相邻功能。一个错误消失，可能只是被隐藏；例如删除按钮恢复后，本地保存却没有同步。调试的完成条件是原因被验证、修复通过、没有明显回归，而不是页面暂时不报错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FCD3830D-49DC-432F-9F61-9E3CE0AB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231CF4D3-8244-4EC2-ABB5-898FBFAA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遇到“点击没有反应”</a:t>
            </a:r>
          </a:p>
        </p:txBody>
      </p:sp>
    </p:spTree>
    <p:extLst>
      <p:ext uri="{BB962C8B-B14F-4D97-AF65-F5344CB8AC3E}">
        <p14:creationId xmlns:p14="http://schemas.microsoft.com/office/powerpoint/2010/main" val="6476074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B89C13FE-2C05-4F0A-908F-1071684F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475CA701-E092-4B50-A8FA-F70E547D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FA3E1D25-85A5-48D5-BA77-8624806D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最小项目也应有三层检查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9C9CBA17-B83B-4307-ACAB-165E7FEE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88309D43-5F52-4E81-8D4A-4DCC1CC0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6895A0A-E98E-44CA-904D-C8AF351F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5DA03DA-2E4E-423F-8876-0A6AFC51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分层测试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D5CAD14-78A0-49DF-ABA1-844750E8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最小项目也应有三层检查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F971B15-72B5-4440-B3FC-DA9E0472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D86B024-BD18-478E-A692-1E091D3D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静态检查： 文件能解析，没有明显语法错误和无效引用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CDD040CD-B3BF-48E5-97EA-D609447A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4753B368-3E81-40ED-970B-8413F0B0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行为检查： 按验收清单操作正常，包括空输入、重复点击、刷新和窄屏等边界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958D5798-6EAE-4E79-BFE4-9F24C451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2812C41E-BE96-4FB2-88A9-BCCF967E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最小项目也应有三层检查</a:t>
            </a:r>
          </a:p>
        </p:txBody>
      </p:sp>
    </p:spTree>
    <p:extLst>
      <p:ext uri="{BB962C8B-B14F-4D97-AF65-F5344CB8AC3E}">
        <p14:creationId xmlns:p14="http://schemas.microsoft.com/office/powerpoint/2010/main" val="12143458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D7F76C75-6852-4EC2-8A6D-B2EC31BD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E4A2C3D5-C76C-4AE3-9692-1FF94CFE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2A9DED01-2C45-4E9D-A86C-DCF2AD50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审阅至少覆盖：是否只修改了任务范围内的文件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E45CED33-ACD8-452C-8361-7524E61C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64ED8B03-8C16-4126-9AAA-060A23EB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89B2881-9EFA-4C9F-B341-632AA5D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5AAE112-2510-4D78-A288-7EFF5435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审阅 AI 生成代码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B5CE639-F446-42E5-A774-5A9BD8EA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审阅至少覆盖：是否只修改了任务范围内的文件；是否把密钥或个人数据写入代码；是否新增未知依赖；输入是否被安全处理；错误是否被静默吞掉；代码命名和结构是否便于维护；引用的素材和代码是否允许使用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E12B830-AF8F-4392-BB13-02541143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6C44B35-9DE5-43E6-B67A-A41BB837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对外发布前还要确认许可证、隐私说明和部署配置。即使页面“看起来能用”，未经审阅的生成代码也不应直接进入生产环境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F3A71635-1C50-46AF-9440-F1717CF3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896A0C13-F1F3-4EEF-91C0-C33FA23D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审阅至少覆盖：是否只修改了任务范围内的文件</a:t>
            </a:r>
          </a:p>
        </p:txBody>
      </p:sp>
    </p:spTree>
    <p:extLst>
      <p:ext uri="{BB962C8B-B14F-4D97-AF65-F5344CB8AC3E}">
        <p14:creationId xmlns:p14="http://schemas.microsoft.com/office/powerpoint/2010/main" val="6245857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F0DC18B1-95A5-48BB-8C28-B36BAF34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4F26F1BC-05C5-4817-A4CF-0CA280E0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90CB3C5E-15D8-4008-B064-8B615045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完整交付要包含运行证据、限制与回退方法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BB2441BB-7813-4CC9-B1F1-FB3E0FA8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A5D275D7-7E60-4A6B-86AC-061379C1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9C54A98-6C2C-4D25-9889-16A7908A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8A1F8EC-1E24-4F20-847D-FC5D7396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提交可复现结果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832D841-9AC0-4222-8583-B665DD4B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一次完整交付应包含；实现结果、变更摘要、验证命令或操作、已知限制和版本记录；提交信息描述一个完整意图；例如“实现待办新增与本地保存”；不要把多个无关修改混在一起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C4939889-B6E0-4ED5-8B45-7F00920F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1E6D77B8-82A0-4C6F-8BC6-CA3D0C31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完整交付要包含运行证据、限制与回退方法</a:t>
            </a:r>
          </a:p>
        </p:txBody>
      </p:sp>
    </p:spTree>
    <p:extLst>
      <p:ext uri="{BB962C8B-B14F-4D97-AF65-F5344CB8AC3E}">
        <p14:creationId xmlns:p14="http://schemas.microsoft.com/office/powerpoint/2010/main" val="9851315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28B5472D-AD22-4583-A83D-D57B4B02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C0314E7D-CFF5-4F13-A3F1-DF08F2F1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048CF735-6CC8-4461-9F9F-60436F4F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待办清单的最小闭环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E2829CF2-F4D1-489C-BC56-B2D60C16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3172398-6A0C-4ED4-ACC5-AB68158D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F618FA31-126B-47A5-A9F8-E317E80A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待办清单的最小闭环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8783FDAC-3D5F-490C-890E-F38C6019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场景｜如果某一步失败，就回到最近一个已验证状态，而不是让 AI 重新生成整个项目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6583D2AC-62BA-4D33-85B1-5E0E128D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启示｜Vibe Coding 的速度来自快速反馈，不来自跳过证据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11DE090-9484-4DB8-855F-1F68CEC4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107F1D87-BA6A-40AD-B938-EF8CCB7F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待办清单的最小闭环</a:t>
            </a:r>
          </a:p>
        </p:txBody>
      </p:sp>
    </p:spTree>
    <p:extLst>
      <p:ext uri="{BB962C8B-B14F-4D97-AF65-F5344CB8AC3E}">
        <p14:creationId xmlns:p14="http://schemas.microsoft.com/office/powerpoint/2010/main" val="9341953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E38B47EC-96B4-4D4F-B830-80368139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5E01D95F-0ABD-4B43-A707-117D64A4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CDA75BA9-5A1E-4AAB-A63A-87203BEE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Coding：一次可验收练习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01B14EFB-E8D6-4C91-B827-A59ED1A2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1E5D16DE-ED00-4613-8EE3-319AF9D4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FD9E42BA-95FF-4D4D-AF6F-11BBB462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5B51553F-2689-4569-925C-4C9648A6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F0624C92-4571-4724-9F74-A7248AF0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完成上述待办清单，或选择功能规模相同的“学习计时器”。全过程保留一份简短开发记录；写出用户故事、范围外事项和至少七条验收标准；启动基线并记录现状，创建第一个可回退版本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3B31174E-E7E8-4074-A958-7C9B46D4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6249715F-48A4-4615-B7E8-F131A5E8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38981E35-B482-47E9-AAC9-C682C5C0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B97840AC-D2C9-4510-9F37-FBFF67CC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359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分三轮实现核心路径、边界处理和视觉适配，每轮都运行验证；人为制造一次错误，记录复现步骤、原始错误、原因、最小修复和回归结果；审阅所有改动，确认没有秘密信息、未经说明的依赖和范围外修改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C583FD9A-7486-44C4-A2E6-6C6514D8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2A91489F-0A01-41D1-B62D-4DD35095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D56991DC-D5E8-423B-A5D2-3BE285BD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0A9EB37A-E61A-4D26-B9BD-33DB3264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让另一位学习者只依据你的运行说明打开项目并完成验收；最终交付不是聊天记录，而是可运行项目、验收结果、已知限制和可追溯版本</a:t>
            </a:r>
          </a:p>
        </p:txBody>
      </p:sp>
    </p:spTree>
    <p:extLst>
      <p:ext uri="{BB962C8B-B14F-4D97-AF65-F5344CB8AC3E}">
        <p14:creationId xmlns:p14="http://schemas.microsoft.com/office/powerpoint/2010/main" val="207085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CF1D5B19-29E5-405F-A256-3BF954AE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2452EA0A-1A91-4A3E-9F5B-4A752696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E028B85C-0AD4-4D14-AD81-636E1872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Coding：判断时先抓住三点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C995FC8A-8387-48A7-9ADC-7F649C11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1E3A0C56-B429-457C-851C-81C84662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C64D8F5A-A9C6-4303-8A1B-D06A106E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69496E10-F891-4DC1-85E7-452A349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1B5A2333-9030-42DC-851A-547B85EC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先锁定需求与基线，再让 AI 改动代码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1CB0C3F3-11DE-4248-993C-521C28E5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B34D53AE-C110-41DA-BB4F-E7919CC0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E6587CF6-DAFF-4346-A990-79F09B95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DD639E78-D895-404A-9486-54FD4193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遇到“点击没有反应”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38DD2DBF-019C-4CCC-8F10-C752BA88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011B4C50-9662-42A4-8751-33594A06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287C3B97-75AD-4B82-8186-D6132F14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244BB2D5-A669-4202-A5A1-269C754F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完整交付要包含运行证据、限制与回退方法</a:t>
            </a:r>
          </a:p>
        </p:txBody>
      </p:sp>
    </p:spTree>
    <p:extLst>
      <p:ext uri="{BB962C8B-B14F-4D97-AF65-F5344CB8AC3E}">
        <p14:creationId xmlns:p14="http://schemas.microsoft.com/office/powerpoint/2010/main" val="9252261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36EADBEF-2C12-46E2-A47E-9118B03D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A8D3AB80-9351-4A1B-8B8F-3D936C6F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93081A2C-5BBA-4FBC-93A0-A954257B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Coding：依据、边界与延伸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620FD1BA-5A4B-427B-BFCC-8BD4D8E2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CE232F0B-4BDF-42A9-B645-12AE3D35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AF667BEF-B53D-4ED2-9185-84215096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1559D4B-5E92-45C7-83FD-ED0FD596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HTML Living Standard：浏览器端 HTML 行为的现行标准，遇到元素与表单语义问题时可回到规范核对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614E7B83-01B7-41F5-A87C-34258B5C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7049D9C8-8D42-482E-AA15-762D74FE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598361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2026-07-12T03:31:51.0400000Z</dcterms:created>
  <dcterms:modified xsi:type="dcterms:W3CDTF">2026-07-12T03:31:51.0400000Z</dcterms:modified>
</coreProperties>
</file>