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95ad0ef4554c4c" /><Relationship Type="http://schemas.openxmlformats.org/officeDocument/2006/relationships/extended-properties" Target="/docProps/app.xml" Id="Rc381e64130ae4255" /><Relationship Type="http://schemas.openxmlformats.org/officeDocument/2006/relationships/officeDocument" Target="/ppt/presentation.xml" Id="R76b87203056046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349380c7b894f83"/>
  </p:sldMasterIdLst>
  <p:notesMasterIdLst>
    <p:notesMasterId xmlns:r="http://schemas.openxmlformats.org/officeDocument/2006/relationships" r:id="Rb796fcb9765e4713"/>
  </p:notesMasterIdLst>
  <p:sldIdLst>
    <p:sldId xmlns:r="http://schemas.openxmlformats.org/officeDocument/2006/relationships" id="256" r:id="Re84a636c0a4e4de7"/>
    <p:sldId xmlns:r="http://schemas.openxmlformats.org/officeDocument/2006/relationships" id="257" r:id="R8cd71e1e92f74aff"/>
    <p:sldId xmlns:r="http://schemas.openxmlformats.org/officeDocument/2006/relationships" id="258" r:id="Rdef291e8144b48fc"/>
    <p:sldId xmlns:r="http://schemas.openxmlformats.org/officeDocument/2006/relationships" id="259" r:id="R74a5228026b34c80"/>
    <p:sldId xmlns:r="http://schemas.openxmlformats.org/officeDocument/2006/relationships" id="260" r:id="R600c340546654cc1"/>
    <p:sldId xmlns:r="http://schemas.openxmlformats.org/officeDocument/2006/relationships" id="261" r:id="Rea7e7f688859442f"/>
    <p:sldId xmlns:r="http://schemas.openxmlformats.org/officeDocument/2006/relationships" id="262" r:id="Reba3b904af714b26"/>
    <p:sldId xmlns:r="http://schemas.openxmlformats.org/officeDocument/2006/relationships" id="263" r:id="R0557628f877b4e70"/>
    <p:sldId xmlns:r="http://schemas.openxmlformats.org/officeDocument/2006/relationships" id="264" r:id="R42cdfa0c6ca542a4"/>
    <p:sldId xmlns:r="http://schemas.openxmlformats.org/officeDocument/2006/relationships" id="265" r:id="R4aa984512f7f4026"/>
    <p:sldId xmlns:r="http://schemas.openxmlformats.org/officeDocument/2006/relationships" id="266" r:id="R065c3b8cc43a407f"/>
    <p:sldId xmlns:r="http://schemas.openxmlformats.org/officeDocument/2006/relationships" id="267" r:id="R3a4be937cce24cd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c0518c4749046eb" /><Relationship Type="http://schemas.openxmlformats.org/officeDocument/2006/relationships/slideMaster" Target="/ppt/slideMasters/slideMaster1.xml" Id="Ra349380c7b894f83" /><Relationship Type="http://schemas.openxmlformats.org/officeDocument/2006/relationships/notesMaster" Target="/ppt/notesMasters/notesMaster1.xml" Id="Rb796fcb9765e4713" /><Relationship Type="http://schemas.openxmlformats.org/officeDocument/2006/relationships/presProps" Target="/ppt/presProps.xml" Id="R80991368e0114b44" /><Relationship Type="http://schemas.openxmlformats.org/officeDocument/2006/relationships/tableStyles" Target="/ppt/tableStyles.xml" Id="R53c94299ae864b63" /><Relationship Type="http://schemas.openxmlformats.org/officeDocument/2006/relationships/slide" Target="/ppt/slides/slide1.xml" Id="Re84a636c0a4e4de7" /><Relationship Type="http://schemas.openxmlformats.org/officeDocument/2006/relationships/slide" Target="/ppt/slides/slide2.xml" Id="R8cd71e1e92f74aff" /><Relationship Type="http://schemas.openxmlformats.org/officeDocument/2006/relationships/slide" Target="/ppt/slides/slide3.xml" Id="Rdef291e8144b48fc" /><Relationship Type="http://schemas.openxmlformats.org/officeDocument/2006/relationships/slide" Target="/ppt/slides/slide4.xml" Id="R74a5228026b34c80" /><Relationship Type="http://schemas.openxmlformats.org/officeDocument/2006/relationships/slide" Target="/ppt/slides/slide5.xml" Id="R600c340546654cc1" /><Relationship Type="http://schemas.openxmlformats.org/officeDocument/2006/relationships/slide" Target="/ppt/slides/slide6.xml" Id="Rea7e7f688859442f" /><Relationship Type="http://schemas.openxmlformats.org/officeDocument/2006/relationships/slide" Target="/ppt/slides/slide7.xml" Id="Reba3b904af714b26" /><Relationship Type="http://schemas.openxmlformats.org/officeDocument/2006/relationships/slide" Target="/ppt/slides/slide8.xml" Id="R0557628f877b4e70" /><Relationship Type="http://schemas.openxmlformats.org/officeDocument/2006/relationships/slide" Target="/ppt/slides/slide9.xml" Id="R42cdfa0c6ca542a4" /><Relationship Type="http://schemas.openxmlformats.org/officeDocument/2006/relationships/slide" Target="/ppt/slides/slide10.xml" Id="R4aa984512f7f4026" /><Relationship Type="http://schemas.openxmlformats.org/officeDocument/2006/relationships/slide" Target="/ppt/slides/slide11.xml" Id="R065c3b8cc43a407f" /><Relationship Type="http://schemas.openxmlformats.org/officeDocument/2006/relationships/slide" Target="/ppt/slides/slide12.xml" Id="R3a4be937cce24c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2a8c7759ac49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1deb88dd434ea8" /><Relationship Type="http://schemas.openxmlformats.org/officeDocument/2006/relationships/notesMaster" Target="/ppt/notesMasters/notesMaster1.xml" Id="Rff66b852ec204f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93ff73281a4970" /><Relationship Type="http://schemas.openxmlformats.org/officeDocument/2006/relationships/notesMaster" Target="/ppt/notesMasters/notesMaster1.xml" Id="R25b20f3c44c64a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94478d552748ae" /><Relationship Type="http://schemas.openxmlformats.org/officeDocument/2006/relationships/notesMaster" Target="/ppt/notesMasters/notesMaster1.xml" Id="R5f75aa307b2e4a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a22f288d904d12" /><Relationship Type="http://schemas.openxmlformats.org/officeDocument/2006/relationships/notesMaster" Target="/ppt/notesMasters/notesMaster1.xml" Id="R96be7443fc6f40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fef692d9b14000" /><Relationship Type="http://schemas.openxmlformats.org/officeDocument/2006/relationships/notesMaster" Target="/ppt/notesMasters/notesMaster1.xml" Id="Ra6c6371033b540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c3a43dd9784a6b" /><Relationship Type="http://schemas.openxmlformats.org/officeDocument/2006/relationships/notesMaster" Target="/ppt/notesMasters/notesMaster1.xml" Id="Re4a913f18c2849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cda0a3e18e49b6" /><Relationship Type="http://schemas.openxmlformats.org/officeDocument/2006/relationships/notesMaster" Target="/ppt/notesMasters/notesMaster1.xml" Id="R414219ddf41f44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b8a2ffa81534454" /><Relationship Type="http://schemas.openxmlformats.org/officeDocument/2006/relationships/notesMaster" Target="/ppt/notesMasters/notesMaster1.xml" Id="R1bbd5ee303b7483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14ada47ef2467e" /><Relationship Type="http://schemas.openxmlformats.org/officeDocument/2006/relationships/notesMaster" Target="/ppt/notesMasters/notesMaster1.xml" Id="R018830e30ac4489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87be3df1074fd2" /><Relationship Type="http://schemas.openxmlformats.org/officeDocument/2006/relationships/notesMaster" Target="/ppt/notesMasters/notesMaster1.xml" Id="Raacbe37f9ae9411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ecf3457f3c4a9f" /><Relationship Type="http://schemas.openxmlformats.org/officeDocument/2006/relationships/notesMaster" Target="/ppt/notesMasters/notesMaster1.xml" Id="R8ff9b3c32a2d4bb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d411c975344de5" /><Relationship Type="http://schemas.openxmlformats.org/officeDocument/2006/relationships/notesMaster" Target="/ppt/notesMasters/notesMaster1.xml" Id="R659596db5ea448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8224e453344c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c5918d5d2f4dae" /><Relationship Type="http://schemas.openxmlformats.org/officeDocument/2006/relationships/slideLayout" Target="/ppt/slideLayouts/slideLayout1.xml" Id="Rcb7980d3854b4d1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7980d3854b4d1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5bab12b9eb4ff6" /><Relationship Type="http://schemas.openxmlformats.org/officeDocument/2006/relationships/notesSlide" Target="/ppt/notesSlides/notesSlide1.xml" Id="R4c8a62d593f749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7d2edb0d094a92" /><Relationship Type="http://schemas.openxmlformats.org/officeDocument/2006/relationships/notesSlide" Target="/ppt/notesSlides/notesSlide2.xml" Id="R515d3996dfa440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1064361364fca" /><Relationship Type="http://schemas.openxmlformats.org/officeDocument/2006/relationships/notesSlide" Target="/ppt/notesSlides/notesSlide3.xml" Id="Rc72b6b04228142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79c7127d6d46a0" /><Relationship Type="http://schemas.openxmlformats.org/officeDocument/2006/relationships/notesSlide" Target="/ppt/notesSlides/notesSlide4.xml" Id="R1ad0bbdcbc984f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251f1f036f498c" /><Relationship Type="http://schemas.openxmlformats.org/officeDocument/2006/relationships/notesSlide" Target="/ppt/notesSlides/notesSlide5.xml" Id="R492d5a775f434b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ddd645d9c4e88" /><Relationship Type="http://schemas.openxmlformats.org/officeDocument/2006/relationships/notesSlide" Target="/ppt/notesSlides/notesSlide6.xml" Id="Rf7611125b7ab470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319bd668f4486" /><Relationship Type="http://schemas.openxmlformats.org/officeDocument/2006/relationships/notesSlide" Target="/ppt/notesSlides/notesSlide7.xml" Id="R5cddd7be7c994f0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a2a2060e94168" /><Relationship Type="http://schemas.openxmlformats.org/officeDocument/2006/relationships/notesSlide" Target="/ppt/notesSlides/notesSlide8.xml" Id="R0ad6b820aeda40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1eff937fa4d40" /><Relationship Type="http://schemas.openxmlformats.org/officeDocument/2006/relationships/notesSlide" Target="/ppt/notesSlides/notesSlide9.xml" Id="R513ef62e20614b0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7629cba7b40df" /><Relationship Type="http://schemas.openxmlformats.org/officeDocument/2006/relationships/notesSlide" Target="/ppt/notesSlides/notesSlide10.xml" Id="R2f7a06b1d14545e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bb5e519364bae" /><Relationship Type="http://schemas.openxmlformats.org/officeDocument/2006/relationships/notesSlide" Target="/ppt/notesSlides/notesSlide11.xml" Id="Ra8859badf4684d2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fc6d03010453c" /><Relationship Type="http://schemas.openxmlformats.org/officeDocument/2006/relationships/notesSlide" Target="/ppt/notesSlides/notesSlide12.xml" Id="R7903b5b9fdec4b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7705BE3D-ECAD-4E65-947A-5F738002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18B8E706-2C08-4AC1-B599-D709BEAB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9AD63F0B-F1C0-4102-9093-DDBD9A70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A3B74930-743A-4755-8DE6-C0FF58DB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AF13744A-09D0-4749-A5D5-BD37D352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C3992FB7-22FA-4744-A78F-EB50AB44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944F409-EED2-4AFB-BC91-3F2F7212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3DF4401-368F-42E0-8DBD-86FFD400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539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Coding 与 Vibe Coding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824344E-3CB4-4433-A2A7-C7619D4A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把需求、生成、运行、观察、修复、测试和审阅组织成可验收的开发循环。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EE8814D3-A793-4BA4-A8D9-1F74C2B5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Coding 是利用模型理解代码、生成修改、解释错误和辅助测试；Vibe Coding 更强调用自然语言快速表达意图；在运行结果与直觉反馈之间连续迭代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4CD61543-DBC3-4951-BD4A-B61B1AE0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1CE51050-8CB6-4A88-AB2B-632C6FC9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AG-004 · AG-004-S01</a:t>
            </a:r>
          </a:p>
        </p:txBody>
      </p:sp>
    </p:spTree>
    <p:extLst>
      <p:ext uri="{BB962C8B-B14F-4D97-AF65-F5344CB8AC3E}">
        <p14:creationId xmlns:p14="http://schemas.microsoft.com/office/powerpoint/2010/main" val="5246968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99AAB406-6FC9-4409-A06C-86194C18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67A338B8-B26B-4A54-A492-7C102955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EA14A013-DCA9-4926-8F76-C0EE28C3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Coding：4项学习结果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451BE452-AB4D-47CF-912F-E7815E54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607C0E30-1D53-4AB9-86E7-2D7EF2F9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8E24151E-FFC4-467E-BE82-BE31E223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把一个模糊想法改写成包含用户、行为、约束和验收标准的开发任务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EA0DE816-FE0D-4630-AEE3-4214F9E8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完成需求—基线—生成—运行—观察—修复—测试—审阅—提交的最小项目闭环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252C561A-8B47-40AF-8415-609F23EB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根据错误证据定位问题，避免在没有复现和验证时反复重写代码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48597D96-F201-457E-92C9-9CF4F9FA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 AI 生成代码中的安全、隐私、依赖、许可证和可维护性风险</a:t>
            </a:r>
          </a:p>
        </p:txBody>
      </p:sp>
    </p:spTree>
    <p:extLst>
      <p:ext uri="{BB962C8B-B14F-4D97-AF65-F5344CB8AC3E}">
        <p14:creationId xmlns:p14="http://schemas.microsoft.com/office/powerpoint/2010/main" val="15195312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A503BA20-8230-4A05-BB3A-7370E04E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534E9E8D-2CB6-4D5D-AD83-3B43BF431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DAA988DF-2908-41F3-B7B0-C7837749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先锁定需求与基线，再让 AI 改动代码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D4E2FA7E-DA7C-469C-AA42-80C5513F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DE67C2D8-089B-4589-B6BB-EDEA646B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0022C7B-8325-4F27-8932-D349042D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4CC274E-C0F6-4F3F-A7C8-70574F68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把“想做什么”变成可验收需求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6A48823-F2BF-49B8-B27E-91DA61A8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“做一个好看的待办应用”没有说明谁使用、要完成什么、数据如何保存、什么叫成功。可执行需求可以写成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CF07C5A-CA93-4CA4-8E47-78C9B225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87846B58-F6DB-4FC2-AF60-005BF25F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确认环境与基线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8833533-EB26-4654-A3C9-29FE6166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开始修改前，应确认项目目录、启动方式、当前页面和已有错误；如果是已有项目，先运行一次并记录基线；哪些功能已经工作，哪些测试通过；工作区是否有未保存修改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7E7E798C-4D9B-432D-8845-7F550E34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336AEA5E-7F5F-44FA-9138-976532C5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先锁定需求与基线，再让 AI 改动代码</a:t>
            </a:r>
          </a:p>
        </p:txBody>
      </p:sp>
    </p:spTree>
    <p:extLst>
      <p:ext uri="{BB962C8B-B14F-4D97-AF65-F5344CB8AC3E}">
        <p14:creationId xmlns:p14="http://schemas.microsoft.com/office/powerpoint/2010/main" val="187731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EAF9B832-2F96-4E24-A312-0F2290BC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4DE94003-8D85-4AE7-A785-7E6B6E09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4E0795C4-B7BD-4130-846C-999DAFAE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清晰任务卡与小步运行共同压缩错误空间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7C63F040-8573-4622-AD4B-CF30DD3D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86D50794-DDEF-421A-A324-D816550B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FDD1419-5B5D-402C-9BB8-0500022A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3C3B96F-B3D8-4AC9-BC18-A4922021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给 AI 一张清楚的任务卡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6A7D3C9-1A48-4A62-8B8B-985AAB86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一次有效任务卡通常包含：目标、现状、允许修改的范围、必须保留的行为、技术约束、验收步骤和期望输出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7CEF786-ED6D-425A-A765-14170939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45938182-B375-4B57-8F25-79800DD4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小步生成，立即运行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8DE8A22-827A-4818-A5EF-2C3A94A9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先实现一条端到端的“最窄可用路径”：页面能打开，新增任务能显示。运行并确认后，再加入完成、删除和保存。每次修改只包含一组相关行为，并在版本控制中留下可回退点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C7DF97E4-7B2D-498D-BB35-2A0BFFDD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CFB820D7-C630-40A6-8713-B10C2FB6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清晰任务卡与小步运行共同压缩错误空间</a:t>
            </a:r>
          </a:p>
        </p:txBody>
      </p:sp>
    </p:spTree>
    <p:extLst>
      <p:ext uri="{BB962C8B-B14F-4D97-AF65-F5344CB8AC3E}">
        <p14:creationId xmlns:p14="http://schemas.microsoft.com/office/powerpoint/2010/main" val="13044217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0F2CBBA1-90F1-4C51-9676-1AB44E09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F6B615FF-EE4D-4BF9-9969-DBFCB575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08AA5202-E6AF-4CAE-9B70-726DBC21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遇到“点击没有反应”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412CD4D9-538B-45D0-BC6D-E2CD1267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9F694A78-736D-4063-8831-34D9F935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A0CC34A-A788-45B6-9AAA-D480E7FD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C906C4D-3EC7-4045-B70A-9176B0ED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用证据调试，而不是凭感觉重写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793F151-2C7B-4E58-A8E4-A31D059E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遇到“点击没有反应”；先稳定复现，再收集证据；操作步骤是什么，控制台是否报错；事件是否触发，数据是否变化；页面元素是否存在，把原始错误、相关代码和预期行为交给 AI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58F0341-C6CF-4050-BD35-4AAEA73E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3672F8F-C642-4EF4-B5B1-15FBDD50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修复后必须重复原复现步骤，同时检查相邻功能。一个错误消失，可能只是被隐藏；例如删除按钮恢复后，本地保存却没有同步。调试的完成条件是原因被验证、修复通过、没有明显回归，而不是页面暂时不报错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EF4DDA30-D862-46C1-91D3-0C8FBE03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14A7D312-A944-46CA-BD4B-A756F9FC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遇到“点击没有反应”</a:t>
            </a:r>
          </a:p>
        </p:txBody>
      </p:sp>
    </p:spTree>
    <p:extLst>
      <p:ext uri="{BB962C8B-B14F-4D97-AF65-F5344CB8AC3E}">
        <p14:creationId xmlns:p14="http://schemas.microsoft.com/office/powerpoint/2010/main" val="256904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03261ADA-9B70-474E-BBD4-0836AC4D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B321BB0A-8B57-4FFD-879A-FF87CDF1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B5E5E752-83F0-4E81-81C9-4F6439CD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最小项目也应有三层检查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31E3930B-99AF-4ED9-8A97-751BA53B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1C5F1746-7FD9-4E42-9B5B-09C7C92D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C49EC99-4A68-4DF1-A05A-3F8FF0CD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BF8A0E5-4C64-47F3-BE38-1DCE73A9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分层测试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E3D5FA3-64B9-469F-A184-CC0A1EF4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最小项目也应有三层检查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08CE625-681E-40DC-A6EE-84DB9EBB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CC6C925-0311-4770-A5A3-D8B66D5F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静态检查： 文件能解析，没有明显语法错误和无效引用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6DDB18A4-2BF1-4A0E-BA09-B6E0ED35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9CF236FD-5081-4751-AD3D-EE39E2D4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行为检查： 按验收清单操作正常，包括空输入、重复点击、刷新和窄屏等边界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DCB5F672-77A6-4313-BBE0-58EE31CD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B05B7731-4942-4240-91A4-D240B279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最小项目也应有三层检查</a:t>
            </a:r>
          </a:p>
        </p:txBody>
      </p:sp>
    </p:spTree>
    <p:extLst>
      <p:ext uri="{BB962C8B-B14F-4D97-AF65-F5344CB8AC3E}">
        <p14:creationId xmlns:p14="http://schemas.microsoft.com/office/powerpoint/2010/main" val="8062535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2720C2B0-36D9-44F2-A109-81C928F6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1317BEFD-097A-49C7-BD18-82015EEB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FCE7F841-A406-4DD6-ADE8-90B50B9B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审阅至少覆盖：是否只修改了任务范围内的文件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E129AD2B-81DB-40B8-A411-FC7AB686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9BFE9D71-CEE5-4A47-9654-DDA28DB1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5FD8E0A-BD0B-4B6C-B557-DE59147B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C5B4E3C-6B82-4000-BD00-80762741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审阅 AI 生成代码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00F7ADC-FC92-4F66-B43D-17985954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审阅至少覆盖：是否只修改了任务范围内的文件；是否把密钥或个人数据写入代码；是否新增未知依赖；输入是否被安全处理；错误是否被静默吞掉；代码命名和结构是否便于维护；引用的素材和代码是否允许使用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D75DB41-21F0-4810-B7B4-505CFB67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5ECE830-8808-4CCE-A0AF-92A37EEF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对外发布前还要确认许可证、隐私说明和部署配置。即使页面“看起来能用”，未经审阅的生成代码也不应直接进入生产环境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DB0AAD0C-CBD2-4F45-A48A-8A44DA21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C38D0D5A-4B7C-4DC7-B448-8221FC95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审阅至少覆盖：是否只修改了任务范围内的文件</a:t>
            </a:r>
          </a:p>
        </p:txBody>
      </p:sp>
    </p:spTree>
    <p:extLst>
      <p:ext uri="{BB962C8B-B14F-4D97-AF65-F5344CB8AC3E}">
        <p14:creationId xmlns:p14="http://schemas.microsoft.com/office/powerpoint/2010/main" val="2899817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0CEB829B-FB77-43F6-B339-55ECAE0C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92C23213-CAC5-41F8-A516-F542AEA4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DD98955E-D617-4458-8AF0-BA1E7A97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完整交付要包含运行证据、限制与回退方法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F8A5E655-B2EC-46D2-87D8-CD527FD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6948AF33-8922-473D-BAEE-0EF6FF6D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92588F1-4D7D-4AFF-A922-E7D116F7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1D26125-CA56-4C9F-B5D2-7A7FA6A4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提交可复现结果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644D231-0FD6-4883-B0DC-EBADD619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一次完整交付应包含；实现结果、变更摘要、验证命令或操作、已知限制和版本记录；提交信息描述一个完整意图；例如“实现待办新增与本地保存”；不要把多个无关修改混在一起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5A120209-E06F-4BA0-B98B-D5B87C9A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704E2ADC-586A-4097-873B-C66D97C1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完整交付要包含运行证据、限制与回退方法</a:t>
            </a:r>
          </a:p>
        </p:txBody>
      </p:sp>
    </p:spTree>
    <p:extLst>
      <p:ext uri="{BB962C8B-B14F-4D97-AF65-F5344CB8AC3E}">
        <p14:creationId xmlns:p14="http://schemas.microsoft.com/office/powerpoint/2010/main" val="11713268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BE5E7A8F-ABA7-454B-BA70-4F2AD4BD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09E596E8-D423-425B-9565-514F4757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FD15589B-0CEE-41AF-8454-096C41A2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待办清单的最小闭环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CF4F854D-413C-42D9-BF5A-9DC2B5C9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C32D5B54-E38A-40A4-A447-FB1BBFB4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392206DF-D719-44E2-802B-4C153C37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待办清单的最小闭环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2D83C58-0915-4663-BE16-68A33C32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场景｜如果某一步失败，就回到最近一个已验证状态，而不是让 AI 重新生成整个项目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DCC81C78-E07F-4B24-88BB-4D9E3F19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启示｜Vibe Coding 的速度来自快速反馈，不来自跳过证据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34050A27-010A-4F8B-9B8A-0E24E89F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F49364D3-A5F0-482B-9ED3-DD062034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待办清单的最小闭环</a:t>
            </a:r>
          </a:p>
        </p:txBody>
      </p:sp>
    </p:spTree>
    <p:extLst>
      <p:ext uri="{BB962C8B-B14F-4D97-AF65-F5344CB8AC3E}">
        <p14:creationId xmlns:p14="http://schemas.microsoft.com/office/powerpoint/2010/main" val="19398152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568E5325-87BA-45FB-AB54-0E111BDA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4B86E79A-F31B-41FF-A39A-BD9E450B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FC981293-9D59-48A7-93D6-DCF439AE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Coding：一次可验收练习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29E00783-803F-41C8-B2A6-734DE67A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4853A1A2-8C20-4B5E-A91E-A8992B0A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B4CDBD26-0F8A-42AF-8663-ADD9C5F1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BCB9E520-022A-4EA7-806F-9236BFEB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60386AA2-C0A9-43BD-B987-632B9A150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完成上述待办清单，或选择功能规模相同的“学习计时器”。全过程保留一份简短开发记录；写出用户故事、范围外事项和至少七条验收标准；启动基线并记录现状，创建第一个可回退版本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59AE2A77-5791-45D8-AEE2-48520825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7098685E-BFD2-41B2-A27F-8732CFB2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DD4DA328-B7DE-4477-BBC4-D0E6FDD9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DFD04E8E-548C-4B6A-908B-233D6EC9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359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分三轮实现核心路径、边界处理和视觉适配，每轮都运行验证；人为制造一次错误，记录复现步骤、原始错误、原因、最小修复和回归结果；审阅所有改动，确认没有秘密信息、未经说明的依赖和范围外修改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A1C7D56B-37AA-4E99-9714-737476E9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C00B8864-1CF8-4187-9D6B-63ADE79A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2890DB7A-E02C-486E-9BAA-9C0A2889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17C3D642-C096-4055-A79A-2CFFD1F9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让另一位学习者只依据你的运行说明打开项目并完成验收；最终交付不是聊天记录，而是可运行项目、验收结果、已知限制和可追溯版本</a:t>
            </a:r>
          </a:p>
        </p:txBody>
      </p:sp>
    </p:spTree>
    <p:extLst>
      <p:ext uri="{BB962C8B-B14F-4D97-AF65-F5344CB8AC3E}">
        <p14:creationId xmlns:p14="http://schemas.microsoft.com/office/powerpoint/2010/main" val="8496660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141E4C98-90D6-4885-B3C5-994FF24D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CC0F26C4-7017-40EC-A7EE-EE26A6D9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5CCBEB42-7131-494B-94B2-1CD3B927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Coding：判断时先抓住三点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9AF4E53C-0532-4DE6-9BF0-391E6113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46A9CCFD-1C5A-4EB0-AF48-4D4A71F3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D4B5EA0B-B542-4191-92AF-E4983B88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BEE4CBD5-9371-4A04-898B-32EC4C6C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B4AC4BB1-7501-4EB6-B26B-FC42CC66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先锁定需求与基线，再让 AI 改动代码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E8E272C5-D5C0-42BF-ABC2-1CE01430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7DACF29C-5FCE-4F20-A8D2-33588D62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B5F4F76B-0783-4D19-8192-7D029B48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91EDDD70-B15A-4C36-825C-243B8DF1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遇到“点击没有反应”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1E84FD0B-03FB-4FAC-8BB4-2F6BBA74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56F1B571-D46A-49AF-8650-3F60705C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BF0DE1BA-4885-4454-9F9C-A5FF6079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F816D740-ECA5-4E9D-8C71-B6A87FA4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完整交付要包含运行证据、限制与回退方法</a:t>
            </a:r>
          </a:p>
        </p:txBody>
      </p:sp>
    </p:spTree>
    <p:extLst>
      <p:ext uri="{BB962C8B-B14F-4D97-AF65-F5344CB8AC3E}">
        <p14:creationId xmlns:p14="http://schemas.microsoft.com/office/powerpoint/2010/main" val="4643841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98E25897-0B60-457F-92BB-51E29631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BAD312A0-88CC-4E33-B5CD-32EE92B9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B984C188-921F-47F4-AE8C-7E332531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Coding：依据、边界与延伸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915CD8B9-5A49-4A11-A586-715882AA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F56E1561-F133-4E72-A163-CCF37400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C8B23F59-2316-4EEB-9C60-EA7B73A9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821CFE57-BF6C-418C-B5BA-A67CA9E9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HTML Living Standard：浏览器端 HTML 行为的现行标准，遇到元素与表单语义问题时可回到规范核对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95530A12-7546-423E-A1C8-AA918A3C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63DF72B3-C9C1-4040-923D-64BE4414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0574352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2026-07-11T16:55:37.9760000Z</dcterms:created>
  <dcterms:modified xsi:type="dcterms:W3CDTF">2026-07-11T16:55:37.9760000Z</dcterms:modified>
</coreProperties>
</file>