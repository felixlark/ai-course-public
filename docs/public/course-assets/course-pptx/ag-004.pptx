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cc2d3dc341a47e7" /><Relationship Type="http://schemas.openxmlformats.org/officeDocument/2006/relationships/extended-properties" Target="/docProps/app.xml" Id="R1a0f1b634a6d4a6b" /><Relationship Type="http://schemas.openxmlformats.org/officeDocument/2006/relationships/officeDocument" Target="/ppt/presentation.xml" Id="R0174376a3c9f47a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81ddf4dda21456e"/>
  </p:sldMasterIdLst>
  <p:notesMasterIdLst>
    <p:notesMasterId xmlns:r="http://schemas.openxmlformats.org/officeDocument/2006/relationships" r:id="R66f2797dd0a640ab"/>
  </p:notesMasterIdLst>
  <p:sldIdLst>
    <p:sldId xmlns:r="http://schemas.openxmlformats.org/officeDocument/2006/relationships" id="256" r:id="R21dd755116544e6e"/>
    <p:sldId xmlns:r="http://schemas.openxmlformats.org/officeDocument/2006/relationships" id="257" r:id="Rd6fb136620694c27"/>
    <p:sldId xmlns:r="http://schemas.openxmlformats.org/officeDocument/2006/relationships" id="258" r:id="R5dc49a9a9f324004"/>
    <p:sldId xmlns:r="http://schemas.openxmlformats.org/officeDocument/2006/relationships" id="259" r:id="R96ae8249fbe1458c"/>
    <p:sldId xmlns:r="http://schemas.openxmlformats.org/officeDocument/2006/relationships" id="260" r:id="Rddfb43e9094747de"/>
    <p:sldId xmlns:r="http://schemas.openxmlformats.org/officeDocument/2006/relationships" id="261" r:id="R72a469db03e64dd8"/>
    <p:sldId xmlns:r="http://schemas.openxmlformats.org/officeDocument/2006/relationships" id="262" r:id="Rd9165831d2e84b38"/>
    <p:sldId xmlns:r="http://schemas.openxmlformats.org/officeDocument/2006/relationships" id="263" r:id="R3902979eeed447a1"/>
    <p:sldId xmlns:r="http://schemas.openxmlformats.org/officeDocument/2006/relationships" id="264" r:id="Rf37bd57964eb4fe2"/>
    <p:sldId xmlns:r="http://schemas.openxmlformats.org/officeDocument/2006/relationships" id="265" r:id="Rb40a63d1919841aa"/>
    <p:sldId xmlns:r="http://schemas.openxmlformats.org/officeDocument/2006/relationships" id="266" r:id="Ra97935a687af4e99"/>
    <p:sldId xmlns:r="http://schemas.openxmlformats.org/officeDocument/2006/relationships" id="267" r:id="R2578c4c1b02f4d9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1594f74244d455d" /><Relationship Type="http://schemas.openxmlformats.org/officeDocument/2006/relationships/slideMaster" Target="/ppt/slideMasters/slideMaster1.xml" Id="R581ddf4dda21456e" /><Relationship Type="http://schemas.openxmlformats.org/officeDocument/2006/relationships/notesMaster" Target="/ppt/notesMasters/notesMaster1.xml" Id="R66f2797dd0a640ab" /><Relationship Type="http://schemas.openxmlformats.org/officeDocument/2006/relationships/presProps" Target="/ppt/presProps.xml" Id="Rbd8549ba3c8e463d" /><Relationship Type="http://schemas.openxmlformats.org/officeDocument/2006/relationships/tableStyles" Target="/ppt/tableStyles.xml" Id="R2de17cce7ce7437f" /><Relationship Type="http://schemas.openxmlformats.org/officeDocument/2006/relationships/slide" Target="/ppt/slides/slide1.xml" Id="R21dd755116544e6e" /><Relationship Type="http://schemas.openxmlformats.org/officeDocument/2006/relationships/slide" Target="/ppt/slides/slide2.xml" Id="Rd6fb136620694c27" /><Relationship Type="http://schemas.openxmlformats.org/officeDocument/2006/relationships/slide" Target="/ppt/slides/slide3.xml" Id="R5dc49a9a9f324004" /><Relationship Type="http://schemas.openxmlformats.org/officeDocument/2006/relationships/slide" Target="/ppt/slides/slide4.xml" Id="R96ae8249fbe1458c" /><Relationship Type="http://schemas.openxmlformats.org/officeDocument/2006/relationships/slide" Target="/ppt/slides/slide5.xml" Id="Rddfb43e9094747de" /><Relationship Type="http://schemas.openxmlformats.org/officeDocument/2006/relationships/slide" Target="/ppt/slides/slide6.xml" Id="R72a469db03e64dd8" /><Relationship Type="http://schemas.openxmlformats.org/officeDocument/2006/relationships/slide" Target="/ppt/slides/slide7.xml" Id="Rd9165831d2e84b38" /><Relationship Type="http://schemas.openxmlformats.org/officeDocument/2006/relationships/slide" Target="/ppt/slides/slide8.xml" Id="R3902979eeed447a1" /><Relationship Type="http://schemas.openxmlformats.org/officeDocument/2006/relationships/slide" Target="/ppt/slides/slide9.xml" Id="Rf37bd57964eb4fe2" /><Relationship Type="http://schemas.openxmlformats.org/officeDocument/2006/relationships/slide" Target="/ppt/slides/slide10.xml" Id="Rb40a63d1919841aa" /><Relationship Type="http://schemas.openxmlformats.org/officeDocument/2006/relationships/slide" Target="/ppt/slides/slide11.xml" Id="Ra97935a687af4e99" /><Relationship Type="http://schemas.openxmlformats.org/officeDocument/2006/relationships/slide" Target="/ppt/slides/slide12.xml" Id="R2578c4c1b02f4d9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7ec2a22c0140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8b60e930304459" /><Relationship Type="http://schemas.openxmlformats.org/officeDocument/2006/relationships/notesMaster" Target="/ppt/notesMasters/notesMaster1.xml" Id="R17d85ee0136a483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b425cbeb17404c" /><Relationship Type="http://schemas.openxmlformats.org/officeDocument/2006/relationships/notesMaster" Target="/ppt/notesMasters/notesMaster1.xml" Id="Raa3558c0686c4b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6affa34c6b4dda" /><Relationship Type="http://schemas.openxmlformats.org/officeDocument/2006/relationships/notesMaster" Target="/ppt/notesMasters/notesMaster1.xml" Id="R23865a52b4bd4f3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2471f25b1174a9a" /><Relationship Type="http://schemas.openxmlformats.org/officeDocument/2006/relationships/notesMaster" Target="/ppt/notesMasters/notesMaster1.xml" Id="R778e08ec3ceb4a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bf6aec3ce874377" /><Relationship Type="http://schemas.openxmlformats.org/officeDocument/2006/relationships/notesMaster" Target="/ppt/notesMasters/notesMaster1.xml" Id="R2a215f5e07b7425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f0dd2d19bac4e3d" /><Relationship Type="http://schemas.openxmlformats.org/officeDocument/2006/relationships/notesMaster" Target="/ppt/notesMasters/notesMaster1.xml" Id="R2fc8a2e06c604f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7ac75a946ae4c7b" /><Relationship Type="http://schemas.openxmlformats.org/officeDocument/2006/relationships/notesMaster" Target="/ppt/notesMasters/notesMaster1.xml" Id="Ra2d57f12fe034a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680a6c933741e2" /><Relationship Type="http://schemas.openxmlformats.org/officeDocument/2006/relationships/notesMaster" Target="/ppt/notesMasters/notesMaster1.xml" Id="R12ede83c9f1243b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0b5fcd6616845de" /><Relationship Type="http://schemas.openxmlformats.org/officeDocument/2006/relationships/notesMaster" Target="/ppt/notesMasters/notesMaster1.xml" Id="Rf68ef2734bdb41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bbf20ac22a94304" /><Relationship Type="http://schemas.openxmlformats.org/officeDocument/2006/relationships/notesMaster" Target="/ppt/notesMasters/notesMaster1.xml" Id="Ra2000c56d2d04a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3b81aac8c64310" /><Relationship Type="http://schemas.openxmlformats.org/officeDocument/2006/relationships/notesMaster" Target="/ppt/notesMasters/notesMaster1.xml" Id="R15ece3c44dd54b8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fcca9658e64017" /><Relationship Type="http://schemas.openxmlformats.org/officeDocument/2006/relationships/notesMaster" Target="/ppt/notesMasters/notesMaster1.xml" Id="R28b5cbc154cd4a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ae709fe39c48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5a075442ae45d0" /><Relationship Type="http://schemas.openxmlformats.org/officeDocument/2006/relationships/slideLayout" Target="/ppt/slideLayouts/slideLayout1.xml" Id="R54a2a4ee7a954e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a2a4ee7a954e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1d940119984999" /><Relationship Type="http://schemas.openxmlformats.org/officeDocument/2006/relationships/notesSlide" Target="/ppt/notesSlides/notesSlide1.xml" Id="R72ca845f7e5046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a886615459400a" /><Relationship Type="http://schemas.openxmlformats.org/officeDocument/2006/relationships/notesSlide" Target="/ppt/notesSlides/notesSlide2.xml" Id="Rb2257252b18e4e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48432cfdfc4cd3" /><Relationship Type="http://schemas.openxmlformats.org/officeDocument/2006/relationships/notesSlide" Target="/ppt/notesSlides/notesSlide3.xml" Id="R31af6017995246c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8209eff8a4caa" /><Relationship Type="http://schemas.openxmlformats.org/officeDocument/2006/relationships/notesSlide" Target="/ppt/notesSlides/notesSlide4.xml" Id="Rb147ce384a9449a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a349cd23f47ee" /><Relationship Type="http://schemas.openxmlformats.org/officeDocument/2006/relationships/notesSlide" Target="/ppt/notesSlides/notesSlide5.xml" Id="Ra31bc838b30241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d0361f6342472b" /><Relationship Type="http://schemas.openxmlformats.org/officeDocument/2006/relationships/notesSlide" Target="/ppt/notesSlides/notesSlide6.xml" Id="R3f536f569aa94d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be40565cbc486b" /><Relationship Type="http://schemas.openxmlformats.org/officeDocument/2006/relationships/notesSlide" Target="/ppt/notesSlides/notesSlide7.xml" Id="Rc203db3b92be4c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ded28d5ab54c9a" /><Relationship Type="http://schemas.openxmlformats.org/officeDocument/2006/relationships/notesSlide" Target="/ppt/notesSlides/notesSlide8.xml" Id="R9746c1566dc744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9951c7551949ae" /><Relationship Type="http://schemas.openxmlformats.org/officeDocument/2006/relationships/notesSlide" Target="/ppt/notesSlides/notesSlide9.xml" Id="R7bc7914714ad4cf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883d4f0d34057" /><Relationship Type="http://schemas.openxmlformats.org/officeDocument/2006/relationships/notesSlide" Target="/ppt/notesSlides/notesSlide10.xml" Id="R4a982efba1cb44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457a570af4288" /><Relationship Type="http://schemas.openxmlformats.org/officeDocument/2006/relationships/notesSlide" Target="/ppt/notesSlides/notesSlide11.xml" Id="Rd32cf9edc36845e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cdd2206d141a7" /><Relationship Type="http://schemas.openxmlformats.org/officeDocument/2006/relationships/notesSlide" Target="/ppt/notesSlides/notesSlide12.xml" Id="R670f9c95894442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AE03B19B-6DA4-45AC-AE4E-5DCA761C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9360A073-C7E6-4578-96A1-92ED490E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B3F9F724-01C0-4A37-9912-1B9D73D78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FCD74FC2-C16C-477C-9D44-8B50C624D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99377526-C025-46D1-9792-8FC5A65A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3AE2B8E7-09B2-4805-BBDB-59F54337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192C1850-05DE-4BEF-A57B-3D22B070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D17FB61-40E8-4A80-8E77-CB8334782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5539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Coding 与 Vibe Coding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346E54D-62C1-4F82-910C-EA907A3D1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把需求、生成、运行、观察、修复、测试和审阅组织成可验收的开发循环。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234730C3-9162-4C48-9423-ABEC4A198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AI Coding 是利用模型理解代码、生成修改、解释错误和辅助测试。Vibe Coding 更强调用自然语言快速表达意图，在运行结果与直觉反馈之间连续迭代…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135D7052-1257-4666-9AA6-DA7A834B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342478DC-C1E4-4B2C-97CD-0C3E3B46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AG-004 · AG-004-S01</a:t>
            </a:r>
          </a:p>
        </p:txBody>
      </p:sp>
    </p:spTree>
    <p:extLst>
      <p:ext uri="{BB962C8B-B14F-4D97-AF65-F5344CB8AC3E}">
        <p14:creationId xmlns:p14="http://schemas.microsoft.com/office/powerpoint/2010/main" val="3706792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03551C3C-459F-4DBA-BF3B-0A6CFD7E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722D47B0-648B-479C-AE25-94B40BB87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7D016CA3-5196-4C23-B81A-97BAE176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2BCB436F-E6B1-401A-AB1D-A3E08F9B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DE12F093-2C04-4576-9520-1C1D37B0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E45B9966-1130-49B9-80D5-75B375497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把一个模糊想法改写成包含用户、行为、约束和验收标准的开发任务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D830798C-17E3-4192-88FE-E8C49061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完成需求—基线—生成—运行—观察—修复—测试—审阅—提交的最小项目闭环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D90D0BCA-78C8-4AB5-8689-3BC086DE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根据错误证据定位问题，避免在没有复现和验证时反复重写代码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2060F20D-74F5-477F-B62E-7F02B627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 AI 生成代码中的安全、隐私、依赖、许可证和可维护性风险</a:t>
            </a:r>
          </a:p>
        </p:txBody>
      </p:sp>
    </p:spTree>
    <p:extLst>
      <p:ext uri="{BB962C8B-B14F-4D97-AF65-F5344CB8AC3E}">
        <p14:creationId xmlns:p14="http://schemas.microsoft.com/office/powerpoint/2010/main" val="71468475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42ACEFA4-3B62-4A97-BBF8-E54C3AF9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6FD4AD0B-2FB7-426E-87FF-5F7C3EAA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E9F8AF7F-0801-4842-905E-885FB5BF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把“想做什么”变成可验收需求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3B87EB33-F650-4BA9-AB33-CB5DA76B4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489E9921-96E0-4499-B661-D8DEA07C7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A48EDAA-06DA-4C91-AA52-C83416F8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DA50967-C4E3-46B2-8021-EB78A28E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把“想做什么”变成可验收需求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D94E3AF-27C2-480D-8876-9D5D02A8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“做一个好看的待办应用”没有说明谁使用、要完成什么、数据如何保存、什么叫成功。可执行需求可以写成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5D39741-4956-4C60-853A-A171EABA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E716BC2C-2B78-416F-B43A-82EAD900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确认环境与基线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4AC19D2-53EA-4BB7-A0BA-7D39C264D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开始修改前，应确认项目目录、启动方式、当前页面和已有错误。如果是已有项目，先运行一次并记录基线：哪些功能已经工作，哪些测试通过，工作区是否有未保存修改…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1F930B40-2D1D-4403-8F77-B5A2BF2FA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362A5DA9-C494-4584-83CC-5EF0992A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把“想做什么”变成可验收需求</a:t>
            </a:r>
          </a:p>
        </p:txBody>
      </p:sp>
    </p:spTree>
    <p:extLst>
      <p:ext uri="{BB962C8B-B14F-4D97-AF65-F5344CB8AC3E}">
        <p14:creationId xmlns:p14="http://schemas.microsoft.com/office/powerpoint/2010/main" val="17366765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E7078ACF-76B7-45BD-8630-124426ED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C234C54C-DA73-45D0-8477-E03CF39E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39E8DD07-9554-4C27-B738-5D779BD24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一次有效任务卡通常包含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8A9AF618-23D4-4CE3-832B-226E7355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92BC4458-8B66-482E-992D-5B2492FF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28DF704A-95D1-4EF8-9A83-8C07BEB7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2B86785-76E2-40B8-9DCA-D1B78634E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给 AI 一张清楚的任务卡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BA5CC96-C9F8-4C67-9BC9-3D1EEF53D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一次有效任务卡通常包含：目标、现状、允许修改的范围、必须保留的行为、技术约束、验收步骤和期望输出。例如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05E56B9-9E7E-40D5-A83D-07750D30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D41C79E0-E228-4170-86CA-BEFAFCA99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小步生成，立即运行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9CB6F190-DDE0-4543-AD7E-926C2E2E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先实现一条端到端的“最窄可用路径”：页面能打开，新增任务能显示。运行并确认后，再加入完成、删除和保存。每次修改只包含一组相关行为，并在版本控制中留下可回退点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8FD4F806-8ABB-48F9-8D84-95D408C0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C917EB60-1F72-42AA-A385-A6413E342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一次有效任务卡通常包含</a:t>
            </a:r>
          </a:p>
        </p:txBody>
      </p:sp>
    </p:spTree>
    <p:extLst>
      <p:ext uri="{BB962C8B-B14F-4D97-AF65-F5344CB8AC3E}">
        <p14:creationId xmlns:p14="http://schemas.microsoft.com/office/powerpoint/2010/main" val="18572468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02164375-47FB-482F-9AAB-2AD07469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6EB960A2-0B05-460B-BF44-60F09224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67E85A65-584E-46F5-BBFE-C34E417B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遇到“点击没有反应”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C93EB18D-D077-4BC2-A328-99E7DC3A5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1361A67E-2CB7-479A-830A-2DBCFDA1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566B185B-D24F-4245-B23A-4D8F25F3E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03A85EC-D4B0-44F0-87E5-AA3EA228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用证据调试，而不是凭感觉重写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DBE78F82-C7A8-4E49-A86A-91DE92AB2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遇到“点击没有反应”，先稳定复现，再收集证据：操作步骤是什么，控制台是否报错，事件是否触发，数据是否变化，页面元素是否存在。把原始错误、相关代码和预期行为交给 AI…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5140E1C-38E4-40C4-A1BF-458BC7A7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B0C6761-7C5A-4949-9F8C-55BED3B75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修复后必须重复原复现步骤，同时检查相邻功能。一个错误消失，可能只是被隐藏；例如删除按钮恢复后，本地保存却没有同步。调试的完成条件是原因被验证、修复通过、没有明显回归，而不是页面暂时不报错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B9A5692A-9F16-438D-A35B-0963A567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CED895AE-6834-41DD-B27D-254C2C911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遇到“点击没有反应”</a:t>
            </a:r>
          </a:p>
        </p:txBody>
      </p:sp>
    </p:spTree>
    <p:extLst>
      <p:ext uri="{BB962C8B-B14F-4D97-AF65-F5344CB8AC3E}">
        <p14:creationId xmlns:p14="http://schemas.microsoft.com/office/powerpoint/2010/main" val="8932411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90018C00-E849-45E3-A4C5-B473D97B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344C30B5-D16E-4901-8AF0-74CE4B42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6DD238B4-47BF-40BD-8017-6C204DA0D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最小项目也应有三层检查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B30858D0-8831-44BB-81FF-CABB2670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F899DE42-C308-4900-BB77-320C1F202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A5B1A212-5595-4699-B618-D2FDE2DF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7FEF9C8E-113E-4CFB-B92D-57592F28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分层测试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99E3E52-BAEC-4E91-B663-A57F3199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最小项目也应有三层检查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E74703A-8D12-4B35-B54C-4C54DDAB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C43B065F-83A0-4678-BF1F-0DEB3E16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静态检查： 文件能解析，没有明显语法错误和无效引用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ABE2FAA3-050E-4D11-965F-0B87BA3F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9147FAB6-05CA-470E-BB26-EFF96E635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行为检查： 按验收清单操作正常，包括空输入、重复点击、刷新和窄屏等边界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637CFE68-2E10-478F-B898-E0872994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43F4F1C1-BDAC-4F5C-8354-513A5D94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最小项目也应有三层检查</a:t>
            </a:r>
          </a:p>
        </p:txBody>
      </p:sp>
    </p:spTree>
    <p:extLst>
      <p:ext uri="{BB962C8B-B14F-4D97-AF65-F5344CB8AC3E}">
        <p14:creationId xmlns:p14="http://schemas.microsoft.com/office/powerpoint/2010/main" val="19102697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2AB4F4CF-7EDB-4B15-A8EA-A4E14792F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98978C62-0693-4722-8F8E-940FE25C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8FDD8C9B-C247-4B7E-A52B-5578E1BA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审阅至少覆盖：是否只修改了任务范围内的文件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28DC4F8A-C551-45A4-AA5A-D968FE2CA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91B6DB0C-BA5A-4A82-B310-14CFE3C4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66ED61B-C0C0-49D3-AF44-3CB212B94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5825F56-E668-43CD-9DE5-FE29C43F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审阅 AI 生成代码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E8A46B7-CBB7-4778-AC68-35C02A52E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审阅至少覆盖：是否只修改了任务范围内的文件；是否把密钥或个人数据写入代码；是否新增未知依赖；输入是否被安全处理；错误是否被静默吞掉；代码命名和结构是否便于维护；引用的素材和代码是否允许使用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7322D0F-B90E-4257-B8E2-27D093B6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8187B19-0789-4B4F-905A-6B816985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对外发布前还要确认许可证、隐私说明和部署配置。即使页面“看起来能用”，未经审阅的生成代码也不应直接进入生产环境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496C96C6-A737-4291-961D-061A6E62F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E3E7EC27-29BB-43E7-8779-6C7C4B9A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审阅至少覆盖：是否只修改了任务范围内的文件</a:t>
            </a:r>
          </a:p>
        </p:txBody>
      </p:sp>
    </p:spTree>
    <p:extLst>
      <p:ext uri="{BB962C8B-B14F-4D97-AF65-F5344CB8AC3E}">
        <p14:creationId xmlns:p14="http://schemas.microsoft.com/office/powerpoint/2010/main" val="16165862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F4F6326E-ABC6-4C2F-ACA7-E3049240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7EAF7B66-AE35-4F4F-AA71-35794EA3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17E883CD-1915-487C-95B2-779E25AF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一次完整交付应包含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2BA12BE1-912F-4BAF-9DEB-8C566AB1F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F2CB5656-9027-4721-A748-D099948F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FDD331A-5C76-455F-823F-DB8F2DD6D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D47D129D-421D-4F8D-B26B-CFA8FF14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提交可复现结果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9AE7E05-EED4-49AC-910D-75C8DF64C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一次完整交付应包含：实现结果、变更摘要、验证命令或操作、已知限制和版本记录。提交信息描述一个完整意图，例如“实现待办新增与本地保存”，不要把多个无关修改混在一起。若后续发现问题…</a:t>
            </a:r>
          </a:p>
        </p:txBody>
      </p:sp>
      <p:sp>
        <p:nvSpPr>
          <p:cNvPr id="9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4FC5987E-460C-46B4-8B25-B53D9568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8-takeaway">
            <a:extLst xmlns:a="http://schemas.openxmlformats.org/drawingml/2006/main">
              <a:ext uri="{FF2B5EF4-FFF2-40B4-BE49-F238E27FC236}">
                <a16:creationId xmlns:a16="http://schemas.microsoft.com/office/drawing/2014/main" id="{92F99AE4-9B3F-453B-A040-8AE39F66C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一次完整交付应包含</a:t>
            </a:r>
          </a:p>
        </p:txBody>
      </p:sp>
    </p:spTree>
    <p:extLst>
      <p:ext uri="{BB962C8B-B14F-4D97-AF65-F5344CB8AC3E}">
        <p14:creationId xmlns:p14="http://schemas.microsoft.com/office/powerpoint/2010/main" val="23945196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C73CD07E-7361-4D31-A84A-AF8311B7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1CAF00C3-E1EA-4369-9517-13356968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4F140353-47D6-4D1E-93E8-F9DBC063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待办清单的最小闭环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B34B8881-8A5D-44C2-9960-CBAA874A6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5F5AFE2E-732E-4F6D-B302-D48167D9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7C70941B-3306-4290-B5A7-701F864E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待办清单的最小闭环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B8B5043B-302C-49D1-9C3D-1FEBE6FA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场景｜如果某一步失败，就回到最近一个已验证状态，而不是让 AI 重新生成整个项目。Vibe Coding 的速度来自快速反馈，不来自跳过证据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7E456649-09D7-4E93-9DAF-4C484FE4F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验证｜验收“待办清单的最小闭环”时，要同时记录适用场景、证据来源、失败条件与人工责任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1D1B656D-EE1A-4536-982C-BA91D9A0F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957DE654-545C-40B1-B2CF-1BCE18C41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待办清单的最小闭环</a:t>
            </a:r>
          </a:p>
        </p:txBody>
      </p:sp>
    </p:spTree>
    <p:extLst>
      <p:ext uri="{BB962C8B-B14F-4D97-AF65-F5344CB8AC3E}">
        <p14:creationId xmlns:p14="http://schemas.microsoft.com/office/powerpoint/2010/main" val="9709885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FE352D3E-1E27-45EE-B1C8-A57E90980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F8B0FA71-DF21-424F-8E1A-C86477ABD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B210E487-D0D3-4A1A-99FD-ED8FED37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20025B98-69A6-45D4-AE0F-C635B7D1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52C833C5-F6CE-49D5-8C4B-CAC4691B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AG-004-S10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5F75480E-8420-45E6-8691-26F703D7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FD827C49-C7BE-4C2F-981B-7BA3E9555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E0A625A4-BEED-4116-A9C1-5A91CE2A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完成上述待办清单，或选择功能规模相同的“学习计时器”。全过程保留一份简短开发记录：；写出用户故事、范围外事项和至少七条验收标准。；启动基线并记录现状，创建第一个可回退版本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25413D49-FC59-45A8-8289-7498E8A8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38E95226-524E-4B41-9316-AD712648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8FECCF60-D9D7-46C2-A5EB-9E010E94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570DD697-A62B-4096-88BC-9B0B926D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75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分三轮实现核心路径、边界处理和视觉适配，每轮都运行验证。；人为制造一次错误，记录复现步骤、原始错误、原因、最小修复和回归结果。；审阅所有改动，确认没有秘密信息、未经说明的依赖和范围外修改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05C02BD2-7B1D-45C0-A653-B6577181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0F8481A1-3268-44D0-ADF4-302CFE37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4AEE3D7A-CCA4-4D54-98F4-62553B845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297BA6CA-0BAC-4916-BAD0-007D60E4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让另一位学习者只依据你的运行说明打开项目并完成验收。；最终交付不是聊天记录，而是可运行项目、验收结果、已知限制和可追溯版本</a:t>
            </a:r>
          </a:p>
        </p:txBody>
      </p:sp>
    </p:spTree>
    <p:extLst>
      <p:ext uri="{BB962C8B-B14F-4D97-AF65-F5344CB8AC3E}">
        <p14:creationId xmlns:p14="http://schemas.microsoft.com/office/powerpoint/2010/main" val="1880456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4BB3AF17-AE66-4A0D-AFB8-6C55F0C5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8D681A03-81F0-40BE-B496-E28A31DD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43B50B06-EFD3-469D-985B-BA0B545F3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3C1E7340-C935-4DD6-A8EA-56D27DDDB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F0A1059A-3082-45E3-8380-1BFBD778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AG-004-S11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1A4D9164-25F2-46DF-8A2A-65995A32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C7AE7704-21AF-4D8B-A70D-41F33268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1B989BF0-AF91-4A25-B734-3F93D36E5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把“想做什么”变成可验收需求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6AEC9734-DA1C-4840-8276-AD71EABF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D8A3977B-CCFE-4AEA-BBC0-6FFDB773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41D3A9FB-3285-47EE-BF75-6E747DAF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45FD7421-C9A9-4F52-A491-9F9E9227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遇到“点击没有反应”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996005E9-6CCC-4D78-91FC-BE0154EE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A6C8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895FC6A7-682E-459D-B194-8BC9577E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0072270E-EE5D-4EEF-8C1C-8777664A7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C9DCF2E2-8744-4714-9B5C-B63875D6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一次完整交付应包含</a:t>
            </a:r>
          </a:p>
        </p:txBody>
      </p:sp>
    </p:spTree>
    <p:extLst>
      <p:ext uri="{BB962C8B-B14F-4D97-AF65-F5344CB8AC3E}">
        <p14:creationId xmlns:p14="http://schemas.microsoft.com/office/powerpoint/2010/main" val="89971298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09D35CDC-D1A2-4DE2-A9F1-028A7E95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BE3614CD-F9BD-4AE0-9F07-1888976B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4C2457BE-B1F9-4955-8A35-8C42322BB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FDBF156B-9A86-4D98-8C49-40D80064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8623FEF0-67BC-4564-BBDE-655C7698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AG-004 · AG-004-S12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BCEBB28C-28AE-4366-B670-A41EA930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17A6C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9F12B67F-6A10-4F39-B0E3-92D99D5D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HTML Living Standard：浏览器端 HTML 行为的现行标准，遇到元素与表单语义问题时可回到规范核对</a:t>
            </a:r>
          </a:p>
        </p:txBody>
      </p:sp>
      <p:sp>
        <p:nvSpPr>
          <p:cNvPr id="8" name="s12-takeaway-rule">
            <a:extLst xmlns:a="http://schemas.openxmlformats.org/drawingml/2006/main">
              <a:ext uri="{FF2B5EF4-FFF2-40B4-BE49-F238E27FC236}">
                <a16:creationId xmlns:a16="http://schemas.microsoft.com/office/drawing/2014/main" id="{7BB4294D-8EEF-4D74-A5BE-6B0903D7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2-takeaway">
            <a:extLst xmlns:a="http://schemas.openxmlformats.org/drawingml/2006/main">
              <a:ext uri="{FF2B5EF4-FFF2-40B4-BE49-F238E27FC236}">
                <a16:creationId xmlns:a16="http://schemas.microsoft.com/office/drawing/2014/main" id="{0EFF817A-4266-404C-804E-BF94DDBE0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9452804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2026-07-11T12:05:23.2880000Z</dcterms:created>
  <dcterms:modified xsi:type="dcterms:W3CDTF">2026-07-11T12:05:23.2880000Z</dcterms:modified>
</coreProperties>
</file>