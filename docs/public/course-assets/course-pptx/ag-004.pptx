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2ee55b60b74ba7" /><Relationship Type="http://schemas.openxmlformats.org/officeDocument/2006/relationships/extended-properties" Target="/docProps/app.xml" Id="R76c06cb23d8e483f" /><Relationship Type="http://schemas.openxmlformats.org/officeDocument/2006/relationships/officeDocument" Target="/ppt/presentation.xml" Id="Rdd5e346a83a44e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572595df07436e"/>
  </p:sldMasterIdLst>
  <p:notesMasterIdLst>
    <p:notesMasterId xmlns:r="http://schemas.openxmlformats.org/officeDocument/2006/relationships" r:id="R1604e9accbe6467f"/>
  </p:notesMasterIdLst>
  <p:sldIdLst>
    <p:sldId xmlns:r="http://schemas.openxmlformats.org/officeDocument/2006/relationships" id="256" r:id="R050a3c85f6d743b8"/>
    <p:sldId xmlns:r="http://schemas.openxmlformats.org/officeDocument/2006/relationships" id="257" r:id="Rb1c2150043964369"/>
    <p:sldId xmlns:r="http://schemas.openxmlformats.org/officeDocument/2006/relationships" id="258" r:id="Re3c3b0baa3864c7f"/>
    <p:sldId xmlns:r="http://schemas.openxmlformats.org/officeDocument/2006/relationships" id="259" r:id="R4d99ba5b8f8d41c7"/>
    <p:sldId xmlns:r="http://schemas.openxmlformats.org/officeDocument/2006/relationships" id="260" r:id="R490233cfc8cf4fc5"/>
    <p:sldId xmlns:r="http://schemas.openxmlformats.org/officeDocument/2006/relationships" id="261" r:id="R984512f0e3ea450d"/>
    <p:sldId xmlns:r="http://schemas.openxmlformats.org/officeDocument/2006/relationships" id="262" r:id="R959cdaaa2fdd49b0"/>
    <p:sldId xmlns:r="http://schemas.openxmlformats.org/officeDocument/2006/relationships" id="263" r:id="Rb2edfe076df74d9f"/>
    <p:sldId xmlns:r="http://schemas.openxmlformats.org/officeDocument/2006/relationships" id="264" r:id="R7b0d8ea8e98a4b5c"/>
    <p:sldId xmlns:r="http://schemas.openxmlformats.org/officeDocument/2006/relationships" id="265" r:id="R1e595028ceb346c7"/>
    <p:sldId xmlns:r="http://schemas.openxmlformats.org/officeDocument/2006/relationships" id="266" r:id="R89d503fa1f26426f"/>
    <p:sldId xmlns:r="http://schemas.openxmlformats.org/officeDocument/2006/relationships" id="267" r:id="R5c99b3e85af442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9fdcb926744350" /><Relationship Type="http://schemas.openxmlformats.org/officeDocument/2006/relationships/slideMaster" Target="/ppt/slideMasters/slideMaster1.xml" Id="R5c572595df07436e" /><Relationship Type="http://schemas.openxmlformats.org/officeDocument/2006/relationships/notesMaster" Target="/ppt/notesMasters/notesMaster1.xml" Id="R1604e9accbe6467f" /><Relationship Type="http://schemas.openxmlformats.org/officeDocument/2006/relationships/presProps" Target="/ppt/presProps.xml" Id="Rcb7c3edf99574f9f" /><Relationship Type="http://schemas.openxmlformats.org/officeDocument/2006/relationships/tableStyles" Target="/ppt/tableStyles.xml" Id="R7fb71a1b531d499a" /><Relationship Type="http://schemas.openxmlformats.org/officeDocument/2006/relationships/slide" Target="/ppt/slides/slide1.xml" Id="R050a3c85f6d743b8" /><Relationship Type="http://schemas.openxmlformats.org/officeDocument/2006/relationships/slide" Target="/ppt/slides/slide2.xml" Id="Rb1c2150043964369" /><Relationship Type="http://schemas.openxmlformats.org/officeDocument/2006/relationships/slide" Target="/ppt/slides/slide3.xml" Id="Re3c3b0baa3864c7f" /><Relationship Type="http://schemas.openxmlformats.org/officeDocument/2006/relationships/slide" Target="/ppt/slides/slide4.xml" Id="R4d99ba5b8f8d41c7" /><Relationship Type="http://schemas.openxmlformats.org/officeDocument/2006/relationships/slide" Target="/ppt/slides/slide5.xml" Id="R490233cfc8cf4fc5" /><Relationship Type="http://schemas.openxmlformats.org/officeDocument/2006/relationships/slide" Target="/ppt/slides/slide6.xml" Id="R984512f0e3ea450d" /><Relationship Type="http://schemas.openxmlformats.org/officeDocument/2006/relationships/slide" Target="/ppt/slides/slide7.xml" Id="R959cdaaa2fdd49b0" /><Relationship Type="http://schemas.openxmlformats.org/officeDocument/2006/relationships/slide" Target="/ppt/slides/slide8.xml" Id="Rb2edfe076df74d9f" /><Relationship Type="http://schemas.openxmlformats.org/officeDocument/2006/relationships/slide" Target="/ppt/slides/slide9.xml" Id="R7b0d8ea8e98a4b5c" /><Relationship Type="http://schemas.openxmlformats.org/officeDocument/2006/relationships/slide" Target="/ppt/slides/slide10.xml" Id="R1e595028ceb346c7" /><Relationship Type="http://schemas.openxmlformats.org/officeDocument/2006/relationships/slide" Target="/ppt/slides/slide11.xml" Id="R89d503fa1f26426f" /><Relationship Type="http://schemas.openxmlformats.org/officeDocument/2006/relationships/slide" Target="/ppt/slides/slide12.xml" Id="R5c99b3e85af442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4bf6ff497a41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517fda28f04809" /><Relationship Type="http://schemas.openxmlformats.org/officeDocument/2006/relationships/notesMaster" Target="/ppt/notesMasters/notesMaster1.xml" Id="Rc068926cd78343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49d02497e447d5" /><Relationship Type="http://schemas.openxmlformats.org/officeDocument/2006/relationships/notesMaster" Target="/ppt/notesMasters/notesMaster1.xml" Id="R0ac97456effc48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dfc91118ce4289" /><Relationship Type="http://schemas.openxmlformats.org/officeDocument/2006/relationships/notesMaster" Target="/ppt/notesMasters/notesMaster1.xml" Id="Rf96d39defd094d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c68d78affa4278" /><Relationship Type="http://schemas.openxmlformats.org/officeDocument/2006/relationships/notesMaster" Target="/ppt/notesMasters/notesMaster1.xml" Id="R8c863b9ff8f746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4af897aebd4d15" /><Relationship Type="http://schemas.openxmlformats.org/officeDocument/2006/relationships/notesMaster" Target="/ppt/notesMasters/notesMaster1.xml" Id="R510a02e69aa349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f7303b19644bf3" /><Relationship Type="http://schemas.openxmlformats.org/officeDocument/2006/relationships/notesMaster" Target="/ppt/notesMasters/notesMaster1.xml" Id="R4acfe74dee8a4b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40aede5ea243e0" /><Relationship Type="http://schemas.openxmlformats.org/officeDocument/2006/relationships/notesMaster" Target="/ppt/notesMasters/notesMaster1.xml" Id="R585580271f8842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ebdc6912624e0a" /><Relationship Type="http://schemas.openxmlformats.org/officeDocument/2006/relationships/notesMaster" Target="/ppt/notesMasters/notesMaster1.xml" Id="R55281ee092ae4d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ca42d320c94a87" /><Relationship Type="http://schemas.openxmlformats.org/officeDocument/2006/relationships/notesMaster" Target="/ppt/notesMasters/notesMaster1.xml" Id="Re012085d41e544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11a8de1a954830" /><Relationship Type="http://schemas.openxmlformats.org/officeDocument/2006/relationships/notesMaster" Target="/ppt/notesMasters/notesMaster1.xml" Id="R70d530f7ae6646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bd86c88fb24e0a" /><Relationship Type="http://schemas.openxmlformats.org/officeDocument/2006/relationships/notesMaster" Target="/ppt/notesMasters/notesMaster1.xml" Id="Ra7e422fedf1b4c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a9e6afa1e44912" /><Relationship Type="http://schemas.openxmlformats.org/officeDocument/2006/relationships/notesMaster" Target="/ppt/notesMasters/notesMaster1.xml" Id="R11924a72501949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a2133281043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78146a86c3414d" /><Relationship Type="http://schemas.openxmlformats.org/officeDocument/2006/relationships/slideLayout" Target="/ppt/slideLayouts/slideLayout1.xml" Id="Ra5bb35e27de540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bb35e27de540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6ac04b9124a3f" /><Relationship Type="http://schemas.openxmlformats.org/officeDocument/2006/relationships/notesSlide" Target="/ppt/notesSlides/notesSlide1.xml" Id="R0f1b025e12ca41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b653b3c434c07" /><Relationship Type="http://schemas.openxmlformats.org/officeDocument/2006/relationships/notesSlide" Target="/ppt/notesSlides/notesSlide2.xml" Id="R52764c9406e343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118c49de0463c" /><Relationship Type="http://schemas.openxmlformats.org/officeDocument/2006/relationships/notesSlide" Target="/ppt/notesSlides/notesSlide3.xml" Id="R56021c42a9f642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07ebfcb2c45f6" /><Relationship Type="http://schemas.openxmlformats.org/officeDocument/2006/relationships/notesSlide" Target="/ppt/notesSlides/notesSlide4.xml" Id="R19ea3cf21e854c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af6a1033b4526" /><Relationship Type="http://schemas.openxmlformats.org/officeDocument/2006/relationships/notesSlide" Target="/ppt/notesSlides/notesSlide5.xml" Id="R227c93b08d0b49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0c8e1e1fa4c50" /><Relationship Type="http://schemas.openxmlformats.org/officeDocument/2006/relationships/notesSlide" Target="/ppt/notesSlides/notesSlide6.xml" Id="R442ad02131bd4b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26b5855eb4a31" /><Relationship Type="http://schemas.openxmlformats.org/officeDocument/2006/relationships/notesSlide" Target="/ppt/notesSlides/notesSlide7.xml" Id="R04e4a41530404e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9317ee22f4dfc" /><Relationship Type="http://schemas.openxmlformats.org/officeDocument/2006/relationships/notesSlide" Target="/ppt/notesSlides/notesSlide8.xml" Id="Re1ce4fbfcfed4f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6b193af774e06" /><Relationship Type="http://schemas.openxmlformats.org/officeDocument/2006/relationships/notesSlide" Target="/ppt/notesSlides/notesSlide9.xml" Id="R48188040edf343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bbf2d8c9d4594" /><Relationship Type="http://schemas.openxmlformats.org/officeDocument/2006/relationships/notesSlide" Target="/ppt/notesSlides/notesSlide10.xml" Id="R566c05b7650946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49c578eea41bb" /><Relationship Type="http://schemas.openxmlformats.org/officeDocument/2006/relationships/notesSlide" Target="/ppt/notesSlides/notesSlide11.xml" Id="R2cfc2d8be90d40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588eaca974568" /><Relationship Type="http://schemas.openxmlformats.org/officeDocument/2006/relationships/notesSlide" Target="/ppt/notesSlides/notesSlide12.xml" Id="R95617b20b4fd4f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6990B160-AF2F-48E5-8BAD-8B721D88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723E527B-3696-4CED-ABFB-6CD88F1C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0B4FDCDC-49DA-4F7E-96AA-5FAA95EB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6C8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15021B7F-FA58-4E79-BA00-663354AC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B5B1D856-9C66-4636-B32B-20836A4D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175F242C-A2AE-41AA-AEA2-0170C3D0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6C8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4866527-B67D-4AC8-9956-3C827769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A6C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A6C8"/>
                </a:solidFill>
                <a:latin typeface="PingFang SC"/>
                <a:ea typeface="PingFang SC"/>
                <a:cs typeface="PingFang SC"/>
              </a:rPr>
              <a:t>第 2 章 · AI 智能体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C75C092-087C-4CCF-A515-35F93CAA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539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Coding 与 Vibe Coding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8EA02A4-06C0-460E-9611-320599FA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把需求、生成、运行、观察、修复、测试和审阅组织成可验收的开发循环。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30351815-B2A7-48F9-A6DB-805C3CBA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Coding 是利用模型理解代码、生成修改、解释错误和辅助测试；Vibe Coding 更强调用自然语言快速表达意图；在运行结果与直觉反馈之间连续迭代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DCFC5720-CB73-4625-9397-9312B279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F0B3E3AA-A4E2-45A7-8159-48BE3A3F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A6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A6C8"/>
                </a:solidFill>
                <a:latin typeface="PingFang SC"/>
                <a:ea typeface="PingFang SC"/>
                <a:cs typeface="PingFang SC"/>
              </a:rPr>
              <a:t>AG-004 · AG-004-S01</a:t>
            </a:r>
          </a:p>
        </p:txBody>
      </p:sp>
    </p:spTree>
    <p:extLst>
      <p:ext uri="{BB962C8B-B14F-4D97-AF65-F5344CB8AC3E}">
        <p14:creationId xmlns:p14="http://schemas.microsoft.com/office/powerpoint/2010/main" val="1274769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8AEDEBB2-1FCD-4A83-B2E5-5629459D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48C26E8E-DB42-482A-9A81-0F71DB6B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459716CB-B3B0-46B0-B6B5-93A5FCC3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Coding：4项学习结果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D028B1FF-30F7-4057-9A83-23742148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23087532-39B7-4493-98B5-925AE59B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AG-004 · AG-004-S02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1AD4D97D-1D25-4156-86E2-CFED90BD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把一个模糊想法改写成包含用户、行为、约束和验收标准的开发任务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B4FC4206-70A1-4B3F-8FC4-9F319FFD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完成需求—基线—生成—运行—观察—修复—测试—审阅—提交的最小项目闭环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17514FC4-4EF8-4A5B-B961-CC7BA8A4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根据错误证据定位问题，避免在没有复现和验证时反复重写代码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7CA8E093-B110-47A8-AFF5-BB0489FE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识别 AI 生成代码中的安全、隐私、依赖、许可证和可维护性风险</a:t>
            </a:r>
          </a:p>
        </p:txBody>
      </p:sp>
    </p:spTree>
    <p:extLst>
      <p:ext uri="{BB962C8B-B14F-4D97-AF65-F5344CB8AC3E}">
        <p14:creationId xmlns:p14="http://schemas.microsoft.com/office/powerpoint/2010/main" val="2085674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36ED03B4-510E-4B8B-BB67-394F817E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91FF08E8-1E08-44C4-BB61-ECD49AC1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1 / 6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29DED8A1-498F-4118-AF08-C15238AD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先锁定需求与基线，再让 AI 改动代码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58875850-D6F4-4254-9993-DD37B8BE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C93EFD2B-6F43-46E9-9BEB-597576E2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AG-004 · AG-004-S03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CE2EBAC1-DE1C-4238-86EF-16E6D366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2A58FD33-EA3B-45A0-BD9B-069013FE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把“想做什么”变成可验收需求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3D1815F-C571-4E7C-A922-A04D8412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“做一个好看的待办应用”没有说明谁使用、要完成什么、数据如何保存、什么叫成功。可执行需求可以写成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51A0400B-BDC3-4E19-8FD9-4572C9EA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label-1">
            <a:extLst xmlns:a="http://schemas.openxmlformats.org/drawingml/2006/main">
              <a:ext uri="{FF2B5EF4-FFF2-40B4-BE49-F238E27FC236}">
                <a16:creationId xmlns:a16="http://schemas.microsoft.com/office/drawing/2014/main" id="{42B98734-8A07-46C7-A0C2-758D4482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确认环境与基线</a:t>
            </a:r>
          </a:p>
        </p:txBody>
      </p:sp>
      <p:sp>
        <p:nvSpPr>
          <p:cNvPr id="11" name="core-body-1">
            <a:extLst xmlns:a="http://schemas.openxmlformats.org/drawingml/2006/main">
              <a:ext uri="{FF2B5EF4-FFF2-40B4-BE49-F238E27FC236}">
                <a16:creationId xmlns:a16="http://schemas.microsoft.com/office/drawing/2014/main" id="{BC45B3A9-D8D8-4D56-ACCC-420A4755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开始修改前，应确认项目目录、启动方式、当前页面和已有错误；如果是已有项目，先运行一次并记录基线；哪些功能已经工作，哪些测试通过；工作区是否有未保存修改</a:t>
            </a:r>
          </a:p>
        </p:txBody>
      </p:sp>
      <p:sp>
        <p:nvSpPr>
          <p:cNvPr id="12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E64AE8BC-C890-4AAC-A41E-D5327489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3" name="s3-takeaway">
            <a:extLst xmlns:a="http://schemas.openxmlformats.org/drawingml/2006/main">
              <a:ext uri="{FF2B5EF4-FFF2-40B4-BE49-F238E27FC236}">
                <a16:creationId xmlns:a16="http://schemas.microsoft.com/office/drawing/2014/main" id="{910AE590-CA53-41E3-B94C-D61A970F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先锁定需求与基线，再让 AI 改动代码</a:t>
            </a:r>
          </a:p>
        </p:txBody>
      </p:sp>
    </p:spTree>
    <p:extLst>
      <p:ext uri="{BB962C8B-B14F-4D97-AF65-F5344CB8AC3E}">
        <p14:creationId xmlns:p14="http://schemas.microsoft.com/office/powerpoint/2010/main" val="80872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779B0CC7-DDC0-4296-B7B8-62279B3F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0C2C00F7-D5A8-4D85-9794-44594640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2 / 6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B8D4836F-0343-46A8-9558-4FEC885A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清晰任务卡与小步运行共同压缩错误空间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849C2999-C899-445C-8247-A7CE78E6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294F0D25-3370-43E3-84A0-FBCEAAFD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AG-004 · AG-004-S04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DF6A2C68-49CB-4480-AA1A-004EFBEA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117EC9A3-9092-4959-9E1A-F6E9E416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给 AI 一张清楚的任务卡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0EB4DD88-FA9F-4696-AE10-A1981EFD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一次有效任务卡通常包含：目标、现状、允许修改的范围、必须保留的行为、技术约束、验收步骤和期望输出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E43A921A-F3DF-4FBE-9D47-C0FDF523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label-1">
            <a:extLst xmlns:a="http://schemas.openxmlformats.org/drawingml/2006/main">
              <a:ext uri="{FF2B5EF4-FFF2-40B4-BE49-F238E27FC236}">
                <a16:creationId xmlns:a16="http://schemas.microsoft.com/office/drawing/2014/main" id="{779D17A7-1E51-43CC-BC04-A90C34CC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小步生成，立即运行</a:t>
            </a:r>
          </a:p>
        </p:txBody>
      </p:sp>
      <p:sp>
        <p:nvSpPr>
          <p:cNvPr id="11" name="core-body-1">
            <a:extLst xmlns:a="http://schemas.openxmlformats.org/drawingml/2006/main">
              <a:ext uri="{FF2B5EF4-FFF2-40B4-BE49-F238E27FC236}">
                <a16:creationId xmlns:a16="http://schemas.microsoft.com/office/drawing/2014/main" id="{7C38D355-4118-4765-A75E-BD131EF4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先实现一条端到端的“最窄可用路径”：页面能打开，新增任务能显示。运行并确认后，再加入完成、删除和保存。每次修改只包含一组相关行为，并在版本控制中留下可回退点</a:t>
            </a:r>
          </a:p>
        </p:txBody>
      </p:sp>
      <p:sp>
        <p:nvSpPr>
          <p:cNvPr id="12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D86AD014-7CF0-4026-86AE-43382633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3" name="s4-takeaway">
            <a:extLst xmlns:a="http://schemas.openxmlformats.org/drawingml/2006/main">
              <a:ext uri="{FF2B5EF4-FFF2-40B4-BE49-F238E27FC236}">
                <a16:creationId xmlns:a16="http://schemas.microsoft.com/office/drawing/2014/main" id="{D882B2F8-5525-4081-83A5-098A2C40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清晰任务卡与小步运行共同压缩错误空间</a:t>
            </a:r>
          </a:p>
        </p:txBody>
      </p:sp>
    </p:spTree>
    <p:extLst>
      <p:ext uri="{BB962C8B-B14F-4D97-AF65-F5344CB8AC3E}">
        <p14:creationId xmlns:p14="http://schemas.microsoft.com/office/powerpoint/2010/main" val="20111083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BE95AAA5-1FFF-4724-AF15-6D0B8FFA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128860CD-9F53-4590-B09C-024A7244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3 / 6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253C10F4-8ECE-40A5-9EBA-4C78A113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遇到“点击没有反应”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8399A3A7-04FE-4F6B-B153-B622156A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67806432-4209-4178-A4B6-599CEA98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AG-004 · AG-004-S05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9A4FCB2F-C052-4A6E-A9EF-BBD80F21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983CEC44-4151-49F8-A1C9-C63965E6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用证据调试，而不是凭感觉重写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2A64D0E0-3421-4801-AB62-B68C45C3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遇到“点击没有反应”；先稳定复现，再收集证据；操作步骤是什么，控制台是否报错；事件是否触发，数据是否变化；页面元素是否存在，把原始错误、相关代码和预期行为交给 AI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9ACCFCD4-355A-4FEE-8247-BF7F3E51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489C27F6-C993-4DA8-8C11-AB01604C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修复后必须重复原复现步骤，同时检查相邻功能。一个错误消失，可能只是被隐藏；例如删除按钮恢复后，本地保存却没有同步。调试的完成条件是原因被验证、修复通过、没有明显回归，而不是页面暂时不报错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5690B3F0-2167-4F7B-9D2C-C9D4C0D7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784689CA-F645-45BF-9300-8E167806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遇到“点击没有反应”</a:t>
            </a:r>
          </a:p>
        </p:txBody>
      </p:sp>
    </p:spTree>
    <p:extLst>
      <p:ext uri="{BB962C8B-B14F-4D97-AF65-F5344CB8AC3E}">
        <p14:creationId xmlns:p14="http://schemas.microsoft.com/office/powerpoint/2010/main" val="3490766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19E78C40-B583-4A0B-AC30-9E8FD96D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443CEB9F-DA28-4106-8D4B-08AE77A4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4 / 6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CFA9B5EA-C2DD-4E8A-8510-F9A823BD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最小项目也应有三层检查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EBFBF6D0-1C2C-4D18-B736-FA1982D6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84AD0B97-459A-4183-933E-ED6BA726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AG-004 · AG-004-S06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4366EDB2-4ED7-40C9-9253-24B3665E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55F08D6D-A52C-48ED-A355-E948CA0F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分层测试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4264A951-3150-48DF-B55D-318BDA9D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最小项目也应有三层检查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DB27CEAC-011E-4E10-94C6-058136FE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84F88597-ABB3-4547-9C87-CAF836F0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静态检查： 文件能解析，没有明显语法错误和无效引用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F489D427-2763-486E-AE89-02D70F49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781995EF-2F3D-42B8-AA7D-56202E5B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行为检查： 按验收清单操作正常，包括空输入、重复点击、刷新和窄屏等边界</a:t>
            </a:r>
          </a:p>
        </p:txBody>
      </p:sp>
      <p:sp>
        <p:nvSpPr>
          <p:cNvPr id="13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B8F01640-0226-41F4-B025-2E69204E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4" name="s6-takeaway">
            <a:extLst xmlns:a="http://schemas.openxmlformats.org/drawingml/2006/main">
              <a:ext uri="{FF2B5EF4-FFF2-40B4-BE49-F238E27FC236}">
                <a16:creationId xmlns:a16="http://schemas.microsoft.com/office/drawing/2014/main" id="{DC7DFACB-D63D-4808-A40F-83884131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最小项目也应有三层检查</a:t>
            </a:r>
          </a:p>
        </p:txBody>
      </p:sp>
    </p:spTree>
    <p:extLst>
      <p:ext uri="{BB962C8B-B14F-4D97-AF65-F5344CB8AC3E}">
        <p14:creationId xmlns:p14="http://schemas.microsoft.com/office/powerpoint/2010/main" val="9641976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5144E4E2-1D56-4074-9E50-C455C879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4BA73460-C130-4288-B3DB-58983B55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5 / 6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0D135EC8-2B80-4561-B548-9A8AD0D3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审阅至少覆盖：是否只修改了任务范围内的文件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895B2CC0-FBD8-4A70-B817-41DF1E90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5A58C81D-D57C-4F6E-8821-C84B1957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AG-004 · AG-004-S07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3377F3D3-B214-4C30-B4F0-5B9DFD45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39825A1D-DE87-4DF1-A437-44965647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审阅 AI 生成代码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799D59B6-60DA-4DAF-ABCF-00DF1A5A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审阅至少覆盖：是否只修改了任务范围内的文件；是否把密钥或个人数据写入代码；是否新增未知依赖；输入是否被安全处理；错误是否被静默吞掉；代码命名和结构是否便于维护；引用的素材和代码是否允许使用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CCA92710-B3D1-4F99-A6B2-3DE181CF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AA9E5E1-D7DC-48E2-BE45-D7DC906D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对外发布前还要确认许可证、隐私说明和部署配置。即使页面“看起来能用”，未经审阅的生成代码也不应直接进入生产环境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9C732B8F-B1D1-4353-8463-8AEA08E6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77689C66-C543-43D0-A2FA-197CD672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审阅至少覆盖：是否只修改了任务范围内的文件</a:t>
            </a:r>
          </a:p>
        </p:txBody>
      </p:sp>
    </p:spTree>
    <p:extLst>
      <p:ext uri="{BB962C8B-B14F-4D97-AF65-F5344CB8AC3E}">
        <p14:creationId xmlns:p14="http://schemas.microsoft.com/office/powerpoint/2010/main" val="2048023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AC83D760-25F6-4026-80A5-CB312CAF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9CC0C1C2-B089-432C-8DA0-61E7ACA0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6 / 6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5813C9DC-C7B8-402B-BF2E-7ACE0FEB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完整交付要包含运行证据、限制与回退方法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8DC08FD6-BEF8-4407-9753-B3E6D246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89248F82-1B7F-4F09-9943-277162A6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AG-004 · AG-004-S08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B70ED49C-A26B-4C55-867F-84B83C3B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2CA61665-303E-4024-986E-B497AFE3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提交可复现结果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03896D37-FE04-4118-947C-CFBE69BB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3632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一次完整交付应包含；实现结果、变更摘要、验证命令或操作、已知限制和版本记录；提交信息描述一个完整意图；例如“实现待办新增与本地保存”；不要把多个无关修改混在一起</a:t>
            </a:r>
          </a:p>
        </p:txBody>
      </p:sp>
      <p:sp>
        <p:nvSpPr>
          <p:cNvPr id="9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727B8975-34F6-458E-981A-CE551869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0" name="s8-takeaway">
            <a:extLst xmlns:a="http://schemas.openxmlformats.org/drawingml/2006/main">
              <a:ext uri="{FF2B5EF4-FFF2-40B4-BE49-F238E27FC236}">
                <a16:creationId xmlns:a16="http://schemas.microsoft.com/office/drawing/2014/main" id="{9040916B-12EE-473D-B8F7-9C5F99C4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完整交付要包含运行证据、限制与回退方法</a:t>
            </a:r>
          </a:p>
        </p:txBody>
      </p:sp>
    </p:spTree>
    <p:extLst>
      <p:ext uri="{BB962C8B-B14F-4D97-AF65-F5344CB8AC3E}">
        <p14:creationId xmlns:p14="http://schemas.microsoft.com/office/powerpoint/2010/main" val="11735073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0FFAE208-BC19-4EAD-85C0-960331B5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7ADA3782-E439-4308-93D4-75D7C62C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案例与边界 1 / 1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75559509-26A4-45E6-9776-17B89427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待办清单的最小闭环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539BC7E4-A1C4-47A9-A1C2-096EF302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F00E26BB-718B-4A09-8583-881791C3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AG-004 · AG-004-S09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E67E077B-559C-4980-9CFB-7EC8FA18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0D4D68"/>
          </a:solidFill>
          <a:ln xmlns:a="http://schemas.openxmlformats.org/drawingml/2006/main" w="0">
            <a:solidFill>
              <a:srgbClr val="0D4D6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待办清单的最小闭环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10B91FB3-08CB-4140-9C10-863C6820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28850"/>
            <a:ext cx="6534150" cy="1238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场景｜如果某一步失败，就回到最近一个已验证状态，而不是让 AI 重新生成整个项目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03A96917-C46F-43DE-80F9-B0A19E6C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6534150" cy="1238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9525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启示｜Vibe Coding 的速度来自快速反馈，不来自跳过证据</a:t>
            </a:r>
          </a:p>
        </p:txBody>
      </p:sp>
      <p:sp>
        <p:nvSpPr>
          <p:cNvPr id="9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93207596-06C3-4137-B969-BD2765FD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0" name="s9-takeaway">
            <a:extLst xmlns:a="http://schemas.openxmlformats.org/drawingml/2006/main">
              <a:ext uri="{FF2B5EF4-FFF2-40B4-BE49-F238E27FC236}">
                <a16:creationId xmlns:a16="http://schemas.microsoft.com/office/drawing/2014/main" id="{391BD290-DE2C-4D7B-AB8D-EF44206C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待办清单的最小闭环</a:t>
            </a:r>
          </a:p>
        </p:txBody>
      </p:sp>
    </p:spTree>
    <p:extLst>
      <p:ext uri="{BB962C8B-B14F-4D97-AF65-F5344CB8AC3E}">
        <p14:creationId xmlns:p14="http://schemas.microsoft.com/office/powerpoint/2010/main" val="8676032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4E68AA8C-6A2C-42E4-AB8E-CF079592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5BFE4F7D-4EEC-43F5-BE03-BAFCD434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2385E4FC-1627-4367-99AD-1B4BE4BE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Coding：一次可验收练习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61773C17-BABA-46CB-8E53-F276700E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1690E744-10BD-4718-B7F2-BA2C7C7F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AG-004 · AG-004-S10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76A85357-7F65-4D69-8751-74A930BB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C95FBB6B-C94D-4ED8-B36C-D404B031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53AF3171-F3EC-4D08-95AE-94B0D0C5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3921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完成上述待办清单，或选择功能规模相同的“学习计时器”。全过程保留一份简短开发记录；写出用户故事、范围外事项和至少七条验收标准；启动基线并记录现状，创建第一个可回退版本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42886574-B50A-44D1-9C52-EBF81DB6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E24114E7-35B2-43D7-BE25-65C1ABF2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B93B51DC-72E2-4636-BB5E-1FC1E934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CF86A160-2FD3-4F20-95D6-B71E118D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2359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分三轮实现核心路径、边界处理和视觉适配，每轮都运行验证；人为制造一次错误，记录复现步骤、原始错误、原因、最小修复和回归结果；审阅所有改动，确认没有秘密信息、未经说明的依赖和范围外修改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CCB141F6-B286-4F40-B946-FE70E0B4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FF3A224E-BFBC-42C7-A6E6-69CC56CC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8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8F129927-A070-4A55-BA31-32DD190F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0A40F204-8D34-4A84-8148-7AA35419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让另一位学习者只依据你的运行说明打开项目并完成验收；最终交付不是聊天记录，而是可运行项目、验收结果、已知限制和可追溯版本</a:t>
            </a:r>
          </a:p>
        </p:txBody>
      </p:sp>
    </p:spTree>
    <p:extLst>
      <p:ext uri="{BB962C8B-B14F-4D97-AF65-F5344CB8AC3E}">
        <p14:creationId xmlns:p14="http://schemas.microsoft.com/office/powerpoint/2010/main" val="14656588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E4723A6C-867E-4535-9C69-A880D83D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877901E9-CB6C-4CD6-83EA-5431B3D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7523389A-7DD1-4B8D-897E-7D998CA3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Coding：判断时先抓住三点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FB7CB6A0-0972-420E-A89C-021629DB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228B6269-EA03-4F0F-850F-FA291D06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AG-004 · AG-004-S11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D3914D84-2A0A-4495-99A0-986C1BA9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17086920-5360-4880-B5F3-D047FE21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BF8B0837-7171-468A-8C29-ED3609B6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先锁定需求与基线，再让 AI 改动代码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2B3F88AB-2972-482B-B964-EFA17E4F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0699CBB2-AEB8-448C-916F-D9B28EFC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6EE6A961-C5B9-4E92-BE32-B90DFDB4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588A1C82-2233-416F-94AD-3AABCB6C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遇到“点击没有反应”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D0B4E82C-5039-4366-A0AD-69EC0372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AEA76AE7-248A-417C-9D29-85146E1B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8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97B15FB7-E835-4F83-9345-76F5E808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11D5CB36-8B57-4E4B-B73F-8D27BCF6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完整交付要包含运行证据、限制与回退方法</a:t>
            </a:r>
          </a:p>
        </p:txBody>
      </p:sp>
    </p:spTree>
    <p:extLst>
      <p:ext uri="{BB962C8B-B14F-4D97-AF65-F5344CB8AC3E}">
        <p14:creationId xmlns:p14="http://schemas.microsoft.com/office/powerpoint/2010/main" val="9051300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D94E3A86-9EA5-4766-8948-2ECD6B7C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A4A5900E-1CB1-4481-BAD1-FB865108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0D31218F-A688-4F39-88AE-AA16B10A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Coding：依据、边界与延伸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FE5E3854-8078-4E75-AC21-16C3F496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730E037E-F9A5-4C7A-9FD9-D903F53A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AG-004 · AG-004-S12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002DBE5D-77A3-46D8-9B51-1444117C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9525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7B24F888-A6FB-40A2-BE90-132CAA1F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HTML Living Standard：浏览器端 HTML 行为的现行标准，遇到元素与表单语义问题时可回到规范核对</a:t>
            </a:r>
          </a:p>
        </p:txBody>
      </p:sp>
      <p:sp>
        <p:nvSpPr>
          <p:cNvPr id="8" name="s12-takeaway-rule">
            <a:extLst xmlns:a="http://schemas.openxmlformats.org/drawingml/2006/main">
              <a:ext uri="{FF2B5EF4-FFF2-40B4-BE49-F238E27FC236}">
                <a16:creationId xmlns:a16="http://schemas.microsoft.com/office/drawing/2014/main" id="{A64C461C-BB56-4E6C-8072-FCE2AE42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9" name="s12-takeaway">
            <a:extLst xmlns:a="http://schemas.openxmlformats.org/drawingml/2006/main">
              <a:ext uri="{FF2B5EF4-FFF2-40B4-BE49-F238E27FC236}">
                <a16:creationId xmlns:a16="http://schemas.microsoft.com/office/drawing/2014/main" id="{5D3F6626-B453-407F-829C-A4B5A129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课程正文与幻灯片共享同一知识主线，图片和视频用于帮助理解本节概念与案例。</a:t>
            </a:r>
          </a:p>
        </p:txBody>
      </p:sp>
    </p:spTree>
    <p:extLst>
      <p:ext uri="{BB962C8B-B14F-4D97-AF65-F5344CB8AC3E}">
        <p14:creationId xmlns:p14="http://schemas.microsoft.com/office/powerpoint/2010/main" val="1319430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2026-07-12T08:20:14.3660000Z</dcterms:created>
  <dcterms:modified xsi:type="dcterms:W3CDTF">2026-07-12T08:20:14.3660000Z</dcterms:modified>
</coreProperties>
</file>