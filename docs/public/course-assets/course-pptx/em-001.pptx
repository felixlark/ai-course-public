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eefbcc963345a5" /><Relationship Type="http://schemas.openxmlformats.org/officeDocument/2006/relationships/extended-properties" Target="/docProps/app.xml" Id="R4444e21fe6f8460f" /><Relationship Type="http://schemas.openxmlformats.org/officeDocument/2006/relationships/officeDocument" Target="/ppt/presentation.xml" Id="Rbd0d607360da4f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34c5591e5b40e7"/>
  </p:sldMasterIdLst>
  <p:notesMasterIdLst>
    <p:notesMasterId xmlns:r="http://schemas.openxmlformats.org/officeDocument/2006/relationships" r:id="Rd5768d36860b4ca7"/>
  </p:notesMasterIdLst>
  <p:sldIdLst>
    <p:sldId xmlns:r="http://schemas.openxmlformats.org/officeDocument/2006/relationships" id="256" r:id="Rd65a0f3397044373"/>
    <p:sldId xmlns:r="http://schemas.openxmlformats.org/officeDocument/2006/relationships" id="257" r:id="R0cd7992cf1694669"/>
    <p:sldId xmlns:r="http://schemas.openxmlformats.org/officeDocument/2006/relationships" id="258" r:id="Rf2993127a4474afb"/>
    <p:sldId xmlns:r="http://schemas.openxmlformats.org/officeDocument/2006/relationships" id="259" r:id="R64e18b27bde94df3"/>
    <p:sldId xmlns:r="http://schemas.openxmlformats.org/officeDocument/2006/relationships" id="260" r:id="R5241b802b350412e"/>
    <p:sldId xmlns:r="http://schemas.openxmlformats.org/officeDocument/2006/relationships" id="261" r:id="R56f0bb56e3d94b42"/>
    <p:sldId xmlns:r="http://schemas.openxmlformats.org/officeDocument/2006/relationships" id="262" r:id="R1ec6038b3aa14eb8"/>
    <p:sldId xmlns:r="http://schemas.openxmlformats.org/officeDocument/2006/relationships" id="263" r:id="Rb4dd3cf4ed604d88"/>
    <p:sldId xmlns:r="http://schemas.openxmlformats.org/officeDocument/2006/relationships" id="264" r:id="R3622aee3d90b4d8a"/>
    <p:sldId xmlns:r="http://schemas.openxmlformats.org/officeDocument/2006/relationships" id="265" r:id="Rfa088e278afd46e5"/>
    <p:sldId xmlns:r="http://schemas.openxmlformats.org/officeDocument/2006/relationships" id="266" r:id="R70e937f19ccf4ca4"/>
    <p:sldId xmlns:r="http://schemas.openxmlformats.org/officeDocument/2006/relationships" id="267" r:id="R47e837ac91414f5c"/>
    <p:sldId xmlns:r="http://schemas.openxmlformats.org/officeDocument/2006/relationships" id="268" r:id="R36bdc59cc1234fd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f42ac8774f41ed" /><Relationship Type="http://schemas.openxmlformats.org/officeDocument/2006/relationships/slideMaster" Target="/ppt/slideMasters/slideMaster1.xml" Id="Ra634c5591e5b40e7" /><Relationship Type="http://schemas.openxmlformats.org/officeDocument/2006/relationships/notesMaster" Target="/ppt/notesMasters/notesMaster1.xml" Id="Rd5768d36860b4ca7" /><Relationship Type="http://schemas.openxmlformats.org/officeDocument/2006/relationships/presProps" Target="/ppt/presProps.xml" Id="R755da60f2fa541b4" /><Relationship Type="http://schemas.openxmlformats.org/officeDocument/2006/relationships/tableStyles" Target="/ppt/tableStyles.xml" Id="R87e106eb4cd94b5c" /><Relationship Type="http://schemas.openxmlformats.org/officeDocument/2006/relationships/slide" Target="/ppt/slides/slide1.xml" Id="Rd65a0f3397044373" /><Relationship Type="http://schemas.openxmlformats.org/officeDocument/2006/relationships/slide" Target="/ppt/slides/slide2.xml" Id="R0cd7992cf1694669" /><Relationship Type="http://schemas.openxmlformats.org/officeDocument/2006/relationships/slide" Target="/ppt/slides/slide3.xml" Id="Rf2993127a4474afb" /><Relationship Type="http://schemas.openxmlformats.org/officeDocument/2006/relationships/slide" Target="/ppt/slides/slide4.xml" Id="R64e18b27bde94df3" /><Relationship Type="http://schemas.openxmlformats.org/officeDocument/2006/relationships/slide" Target="/ppt/slides/slide5.xml" Id="R5241b802b350412e" /><Relationship Type="http://schemas.openxmlformats.org/officeDocument/2006/relationships/slide" Target="/ppt/slides/slide6.xml" Id="R56f0bb56e3d94b42" /><Relationship Type="http://schemas.openxmlformats.org/officeDocument/2006/relationships/slide" Target="/ppt/slides/slide7.xml" Id="R1ec6038b3aa14eb8" /><Relationship Type="http://schemas.openxmlformats.org/officeDocument/2006/relationships/slide" Target="/ppt/slides/slide8.xml" Id="Rb4dd3cf4ed604d88" /><Relationship Type="http://schemas.openxmlformats.org/officeDocument/2006/relationships/slide" Target="/ppt/slides/slide9.xml" Id="R3622aee3d90b4d8a" /><Relationship Type="http://schemas.openxmlformats.org/officeDocument/2006/relationships/slide" Target="/ppt/slides/slide10.xml" Id="Rfa088e278afd46e5" /><Relationship Type="http://schemas.openxmlformats.org/officeDocument/2006/relationships/slide" Target="/ppt/slides/slide11.xml" Id="R70e937f19ccf4ca4" /><Relationship Type="http://schemas.openxmlformats.org/officeDocument/2006/relationships/slide" Target="/ppt/slides/slide12.xml" Id="R47e837ac91414f5c" /><Relationship Type="http://schemas.openxmlformats.org/officeDocument/2006/relationships/slide" Target="/ppt/slides/slide13.xml" Id="R36bdc59cc1234f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531563d23445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13f3f8c7254b6e" /><Relationship Type="http://schemas.openxmlformats.org/officeDocument/2006/relationships/notesMaster" Target="/ppt/notesMasters/notesMaster1.xml" Id="R8553d326678d42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b920e9d235428c" /><Relationship Type="http://schemas.openxmlformats.org/officeDocument/2006/relationships/notesMaster" Target="/ppt/notesMasters/notesMaster1.xml" Id="R6618fad55ed04c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69f010e9474401" /><Relationship Type="http://schemas.openxmlformats.org/officeDocument/2006/relationships/notesMaster" Target="/ppt/notesMasters/notesMaster1.xml" Id="R71c4b5d40e2e49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a942341ed84e4e" /><Relationship Type="http://schemas.openxmlformats.org/officeDocument/2006/relationships/notesMaster" Target="/ppt/notesMasters/notesMaster1.xml" Id="Ra394eaa8c4cb44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ab0421f73d4403" /><Relationship Type="http://schemas.openxmlformats.org/officeDocument/2006/relationships/notesMaster" Target="/ppt/notesMasters/notesMaster1.xml" Id="Rfff66441dd374c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86fe43d6c64b12" /><Relationship Type="http://schemas.openxmlformats.org/officeDocument/2006/relationships/notesMaster" Target="/ppt/notesMasters/notesMaster1.xml" Id="R970bb53494ea47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ffae086b954ab2" /><Relationship Type="http://schemas.openxmlformats.org/officeDocument/2006/relationships/notesMaster" Target="/ppt/notesMasters/notesMaster1.xml" Id="Rc003b66223c640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97d2c478f642b6" /><Relationship Type="http://schemas.openxmlformats.org/officeDocument/2006/relationships/notesMaster" Target="/ppt/notesMasters/notesMaster1.xml" Id="R11bea809f1d746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14280768924746" /><Relationship Type="http://schemas.openxmlformats.org/officeDocument/2006/relationships/notesMaster" Target="/ppt/notesMasters/notesMaster1.xml" Id="R9462cc9f71a1431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9c7f42557c4f1a" /><Relationship Type="http://schemas.openxmlformats.org/officeDocument/2006/relationships/notesMaster" Target="/ppt/notesMasters/notesMaster1.xml" Id="R842ff4f145044c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c589368c36469b" /><Relationship Type="http://schemas.openxmlformats.org/officeDocument/2006/relationships/notesMaster" Target="/ppt/notesMasters/notesMaster1.xml" Id="R00f35dd4e72545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c8083912524a37" /><Relationship Type="http://schemas.openxmlformats.org/officeDocument/2006/relationships/notesMaster" Target="/ppt/notesMasters/notesMaster1.xml" Id="R227c07b6e7ce41f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2b908b229fa4bb0" /><Relationship Type="http://schemas.openxmlformats.org/officeDocument/2006/relationships/notesMaster" Target="/ppt/notesMasters/notesMaster1.xml" Id="Re76c194735c54b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4dc2609e5344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47cd7ed3594a90" /><Relationship Type="http://schemas.openxmlformats.org/officeDocument/2006/relationships/slideLayout" Target="/ppt/slideLayouts/slideLayout1.xml" Id="R8ad13c716c0549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d13c716c0549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2ef1ceea24e5e" /><Relationship Type="http://schemas.openxmlformats.org/officeDocument/2006/relationships/notesSlide" Target="/ppt/notesSlides/notesSlide1.xml" Id="Rbfbacc5084f642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e8afdd19a8451a" /><Relationship Type="http://schemas.openxmlformats.org/officeDocument/2006/relationships/notesSlide" Target="/ppt/notesSlides/notesSlide2.xml" Id="R554da7915c854e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507b2d0dc4e74" /><Relationship Type="http://schemas.openxmlformats.org/officeDocument/2006/relationships/notesSlide" Target="/ppt/notesSlides/notesSlide3.xml" Id="Re20d2ca26fb440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0e5e61bc54c09" /><Relationship Type="http://schemas.openxmlformats.org/officeDocument/2006/relationships/notesSlide" Target="/ppt/notesSlides/notesSlide4.xml" Id="R633e18870be74a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446ce1be04138" /><Relationship Type="http://schemas.openxmlformats.org/officeDocument/2006/relationships/notesSlide" Target="/ppt/notesSlides/notesSlide5.xml" Id="R549f4a1eb5a442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debef45914e0c" /><Relationship Type="http://schemas.openxmlformats.org/officeDocument/2006/relationships/notesSlide" Target="/ppt/notesSlides/notesSlide6.xml" Id="R56a12a0e7f2847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c449144e545b5" /><Relationship Type="http://schemas.openxmlformats.org/officeDocument/2006/relationships/notesSlide" Target="/ppt/notesSlides/notesSlide7.xml" Id="R1608606ba0bb45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30a078aaf408e" /><Relationship Type="http://schemas.openxmlformats.org/officeDocument/2006/relationships/notesSlide" Target="/ppt/notesSlides/notesSlide8.xml" Id="Rf9630b29dccc4a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a18c47e2e46f0" /><Relationship Type="http://schemas.openxmlformats.org/officeDocument/2006/relationships/notesSlide" Target="/ppt/notesSlides/notesSlide9.xml" Id="R4cf5029285494a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2133c64484044" /><Relationship Type="http://schemas.openxmlformats.org/officeDocument/2006/relationships/notesSlide" Target="/ppt/notesSlides/notesSlide10.xml" Id="Rf7c7244385f847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48147698a4c09" /><Relationship Type="http://schemas.openxmlformats.org/officeDocument/2006/relationships/notesSlide" Target="/ppt/notesSlides/notesSlide11.xml" Id="R223d6d3e82cf4a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143c72c4d4efe" /><Relationship Type="http://schemas.openxmlformats.org/officeDocument/2006/relationships/notesSlide" Target="/ppt/notesSlides/notesSlide12.xml" Id="Rb7561041fd724d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f6faa3621458b" /><Relationship Type="http://schemas.openxmlformats.org/officeDocument/2006/relationships/notesSlide" Target="/ppt/notesSlides/notesSlide13.xml" Id="R1317597df0d146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92FD6E5D-C843-49F2-BDDE-06B6856E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FBA6DF1-9032-4996-A262-2DCA2316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6A30ABFA-7213-4B81-985D-CC90BFC6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A784DE3D-004D-48FE-8CC3-BD19180E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C3B4E8C8-9D52-4974-B263-8AC4EDC5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73990CF-A98F-4F26-85DB-2B965D50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A4E9CE7-C598-42BD-93F2-4AFB2EEB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4E6027-A59F-42D7-802D-AEB85EBB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具身智能：感知、决策、行动与反馈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84F971B-D453-4F10-9755-4CBA7AF3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建立具身智能的闭环模型，理解物理世界中的不确定性、实时性和安全约束。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458568B7-EA53-4F0D-AE5A-92EDE76C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具身智能关注 AI 如何在物理世界中感知、决策、行动并从反馈中学习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172F6943-05AA-4C98-ACA8-FFF763F5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52BA515-6A55-42E3-BBDF-A635C329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EM-001 · EM-001-S01</a:t>
            </a:r>
          </a:p>
        </p:txBody>
      </p:sp>
    </p:spTree>
    <p:extLst>
      <p:ext uri="{BB962C8B-B14F-4D97-AF65-F5344CB8AC3E}">
        <p14:creationId xmlns:p14="http://schemas.microsoft.com/office/powerpoint/2010/main" val="11270602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9D4DCEC9-2FC1-45E1-9E0F-9969E1B9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3E66E862-84ED-4CD8-93A0-8156D042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44F1ADF7-688F-438F-A7DA-91F87D17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8EC61829-F309-4FCA-A409-119D0CE3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9DBE5F5-BD02-49B1-83A6-217D7126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6A2F23F8-BCAD-4B5A-9562-8A7204BA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解释感知、决策、行动和反馈如何构成具身闭环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215A335-3957-4E91-A7C9-880404C5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说明具身任务相较文本问答增加的实时、安全和环境约束</a:t>
            </a:r>
          </a:p>
        </p:txBody>
      </p:sp>
    </p:spTree>
    <p:extLst>
      <p:ext uri="{BB962C8B-B14F-4D97-AF65-F5344CB8AC3E}">
        <p14:creationId xmlns:p14="http://schemas.microsoft.com/office/powerpoint/2010/main" val="1243671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DC91B7A1-888D-45FA-9A59-8925874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963B5A10-C2EB-442B-A5B0-5019BCF6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063262FD-B7B1-4D58-A63B-30529B2E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824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具身智能强调智能体拥有身体或执行载体，并与真实或仿真环境持续交互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2788A97F-F8ED-46F1-87D7-4D8161FE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63004A31-7454-48DE-B4E2-93BD1C22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A0E0DFD-9EA7-4D25-A38C-60B10386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FF2D184-1DBA-4775-B650-D6559EF1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什么是具身智能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C8E7341-C19A-4483-8B91-9BA7DE8A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具身智能强调智能体拥有身体或执行载体，并与真实或仿真环境持续交互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64113F3-CA62-49E9-86FD-5DEAF355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28D16439-8A4F-4BFF-AD6F-0CA85D4D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感知：理解环境状态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3D92E71-77A2-4B62-B1A1-39109534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具身系统需要通过摄像头、深度相机、雷达、IMU 或触觉传感器感知环境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143A428E-1FC5-4067-A9F7-A10A9694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D4C2FF94-9861-4631-BE8E-93373719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具身智能强调智能体拥有身体或执行载体，并与真实或仿真环境持续交互</a:t>
            </a:r>
          </a:p>
        </p:txBody>
      </p:sp>
    </p:spTree>
    <p:extLst>
      <p:ext uri="{BB962C8B-B14F-4D97-AF65-F5344CB8AC3E}">
        <p14:creationId xmlns:p14="http://schemas.microsoft.com/office/powerpoint/2010/main" val="8350669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81095D31-186D-4815-BAE6-CAC4E86D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31CEB4B3-C0A1-4DB3-AB8A-D0C41DC6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86A824BE-C304-4F11-A816-4885F508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4E99BC2A-5F16-4967-9227-E4B02807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1B01C16-F9A0-4F87-8BB6-1E1746EB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78B0A16-209E-41FE-BD21-F5521DE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413CDE5-F688-430A-8CBF-B5477E31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推理：从目标到计划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8265AD1-823F-4123-B866-EDB8FB1E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FC7101D-F8FB-4D4E-A485-890F954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273D7C9-F783-4619-AB66-1688EB04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大模型可以参与任务理解，但底层运动和安全约束仍需要专门控制系统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928DCDBB-89AA-4BE3-8322-68210180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547304D7-FC60-4BF7-8AF4-7BE7C04C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</p:spTree>
    <p:extLst>
      <p:ext uri="{BB962C8B-B14F-4D97-AF65-F5344CB8AC3E}">
        <p14:creationId xmlns:p14="http://schemas.microsoft.com/office/powerpoint/2010/main" val="9005430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2039DA26-2D85-40BC-85DD-B664816A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6C8AABF4-B1F3-4023-9ED3-C9938950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3113DBF-811C-4E04-A44B-D5B099E1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C90D3A16-0C01-4D91-86BD-3DA94DED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8F9FC7CB-F16C-4B3B-AEFA-2B42AAD8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F558C73-BA87-4B6A-8CBB-6546412C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630EB66-74DD-4CF3-9E71-A49F1623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执行：动作与反馈闭环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1499A44-A1E9-4998-8A2D-7739EB8D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4A304C6-5FDB-43E6-B028-D2E13776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421D286-4974-478D-BA6A-A14B53F7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真实世界会变化，具身智能必须处理滑倒、碰撞、定位漂移和任务中断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A180BCD-0FAC-45D8-A1BE-AFD2AB96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9175C96-7B0C-4FE0-9765-8F390F24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闭环中每个环节都有频率要求。任务规划可以按秒更新，运动控制往往需要更高频率；如果把慢速大模型直接放进底层控制回路，网络或推理抖动就可能变成不稳定动作…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6375AFE6-A856-4BE8-A574-E39DC076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244AD58F-1B9B-4EA2-95B5-A5797BF1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</p:spTree>
    <p:extLst>
      <p:ext uri="{BB962C8B-B14F-4D97-AF65-F5344CB8AC3E}">
        <p14:creationId xmlns:p14="http://schemas.microsoft.com/office/powerpoint/2010/main" val="17726876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700CC7D4-6C9E-4C0D-87CB-F3C9B93E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7CFDFDE1-6067-478C-B802-33FB89B4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D32B517-7818-46DC-A944-279165A6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4AE9D73-B5F6-4F59-83D1-3432CBDD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28F72E87-B6EC-42E7-81E5-F8E77D3E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A1007DD-795B-4AAE-B0DF-294AF992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687CB8E-DD15-4EDC-9258-667AE741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世界状态：机器人知道什么，也要知道自己不知道什么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3290D5B-6B1A-4D78-8AAC-D4C58DE4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传感器只提供带噪声、延迟和遮挡的观测，系统需要把多帧信息、机器人自身状态和任务上下文融合成可用于决策的状态估计。状态不是现实本身；相机看不到杯子背面、定位会漂移…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3EF0D1A-5207-493B-AC5E-49BFFE8C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863325C-767D-4CF7-AF95-7F737EB5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靠决策要显式保留不确定性。目标位置不确定时可以换视角重新观察，路径被遮挡时可以减速，抓取失败时可以松开重试；当无法把风险降到允许范围时，应停止并请求人工处理。把“继续猜一个动作”设为默认…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1D9F33E-E26D-4D2B-A3CD-B2629A03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B7CB1A5-08AA-435B-B0B0-F23D812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</p:spTree>
    <p:extLst>
      <p:ext uri="{BB962C8B-B14F-4D97-AF65-F5344CB8AC3E}">
        <p14:creationId xmlns:p14="http://schemas.microsoft.com/office/powerpoint/2010/main" val="19728285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1E28A38A-B500-4CE0-93E5-A6C3932E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FCCD66A6-1849-4ED7-A042-320250E8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6780A41A-76DC-4984-8A76-2FDECB4F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一个常见架构把控制分为三层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13EA0CBD-B7C6-45EC-B65D-FA9ABCA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8736C4B-FD21-4D91-9EEC-804C2FE4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AFF2E76-1A97-402D-B3B6-57774381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39500BE-BB04-4DA6-A9F9-20F6D933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分层控制：任务、技能与安全互相约束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DC70234-7BE4-40A7-9803-E31F8E0B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常见架构把控制分为三层：任务层把“把水送到桌边”拆成导航、定位杯子、抓取和放置；技能层调用经过训练和测试的动作能力；实时层控制关节、轮子和接触力。安全监控独立检查速度、关节范围、碰撞距离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B52A074-5C36-44A0-B728-C4A03D9D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7ADC1B1-B9F0-4EAD-BFF1-A21DF768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这种分层也让失败更容易定位：是目标理解错了、技能前置条件不满足，还是底层执行偏离？每层都应给出成功、失败、超时和可恢复状态，而不是只返回一条模糊的“任务失败”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B2B89DAA-ED34-43AF-9BDD-0715A26F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1DFBD2AB-D72F-4B34-8883-C44750AE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一个常见架构把控制分为三层</a:t>
            </a:r>
          </a:p>
        </p:txBody>
      </p:sp>
    </p:spTree>
    <p:extLst>
      <p:ext uri="{BB962C8B-B14F-4D97-AF65-F5344CB8AC3E}">
        <p14:creationId xmlns:p14="http://schemas.microsoft.com/office/powerpoint/2010/main" val="14043326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3481F4C4-FDE5-427B-89DB-8EC2CA55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4893CF8A-502A-4C24-9FE0-D0E47E8A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B078E878-AD50-4C95-985E-B64F9B53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9A0BF8E-D888-496B-BE4A-2DBAB896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2FE9575-8D4E-4045-958B-93743B9E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55D4498-DC63-4826-BD00-AE282C35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741B15B-3684-4A8D-BC5F-0FDB68B3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E7A2B45-3988-46B6-B845-7EAC17CE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具身任务要提前列出危险源、可接受动作范围、人员隔离、急停、失联策略和恢复步骤。仿真可以覆盖大量变化，却无法完整复制材料摩擦、柔性物体、传感器故障和人类不可预测行为；真机测试必须从低速度…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B8169CB-31E0-4C36-BDFC-2EBB60AF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7343891-D9EC-4006-A905-CC296A4B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评价系统时不仅看一次任务是否成功，还要看干预次数、近失事件、失败后果、恢复时间和重复运行的一致性。能完成任务但偶尔产生不可接受动作的系统，不能因为平均成功率很高就进入真实服务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15B45986-F3D9-46D1-9B9B-F7CEEBA3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6604D7A-3917-43FA-8F08-A1AD7785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</p:spTree>
    <p:extLst>
      <p:ext uri="{BB962C8B-B14F-4D97-AF65-F5344CB8AC3E}">
        <p14:creationId xmlns:p14="http://schemas.microsoft.com/office/powerpoint/2010/main" val="20837127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883B5AB-4DD0-469D-8F8F-04B55B08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7CB9F929-A327-49D1-804E-9DB94FD2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CCF93F4-A6C7-4813-B6FE-E8704698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822B3080-E4C5-4C6F-85B2-C0615525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5E08EC5F-D8AB-4547-A3FE-F820E507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7BDC641-7AAD-4F81-AFDE-29955F30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400E695-B896-4CF8-823B-55D5C683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6F0D4E9-F1B5-4755-BDD1-7D7DB14E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学习具身智能可以从仿真环境、机器人平台、传感器数据和强化学习任务逐步进入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93CE790-6F84-469D-BA81-72477D7F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2646796-384F-4357-A039-83621A00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先在可控环境中验证，再迁移到实机，是降低成本和风险的基本路径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EA64A9FA-43F0-492E-BCA8-5ACCC928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6748BD6-5EAB-4E74-9E61-63CBAFD2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</p:spTree>
    <p:extLst>
      <p:ext uri="{BB962C8B-B14F-4D97-AF65-F5344CB8AC3E}">
        <p14:creationId xmlns:p14="http://schemas.microsoft.com/office/powerpoint/2010/main" val="13670859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22F07B00-765F-4B27-9EEF-A560318C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5EAE6C6-A32B-4970-930E-3D6B6681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C03603D3-1089-4579-9BFE-72AF6FCE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真实环境中必须有安全停止和人工接管机制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1CBE7450-E7E1-4B83-927E-1753ABEB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5A168441-025E-41D4-A94C-E3181AC3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E9935801-B7A2-4B99-85F2-1DD7955F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机器人倒咖啡为什么难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76D75C0-75AB-4894-9857-AACF1D9D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场景｜机械臂需要识别杯子、规划轨迹并控制倒水动作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68539C77-A8B8-42B6-B93A-72F102F7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问题｜位置误差、液体流动和碰撞风险都会影响结果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96D3EFE5-8E64-4B23-8207-42AB8FB9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方法｜系统结合视觉感知、任务规划和运动控制完成动作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80350A33-C85C-4D5C-A812-764FFA1F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结果｜机器人可以执行简单服务任务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EA7DE67B-071E-424E-B1B2-A27BED43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边界｜真实环境中必须有安全停止和人工接管机制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853C3D88-6DC1-42F8-B5C4-85A721B0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6B59F40B-2809-45DE-8BA1-EA357A83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真实环境中必须有安全停止和人工接管机制</a:t>
            </a:r>
          </a:p>
        </p:txBody>
      </p:sp>
    </p:spTree>
    <p:extLst>
      <p:ext uri="{BB962C8B-B14F-4D97-AF65-F5344CB8AC3E}">
        <p14:creationId xmlns:p14="http://schemas.microsoft.com/office/powerpoint/2010/main" val="8867473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F2E2326-8BD3-4038-B03B-A51FC597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5E565605-E463-4DEE-BB3A-39DC6BBC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90BC7929-A0F9-4FAA-947E-8F1194EB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A7FFE048-85CC-4A74-83A1-9FB5F20A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73F3E3D3-8DFE-4CBE-B3B6-2AE7F4A2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D0A28CA4-BFCC-4E68-A19D-77D26E11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7F073CF2-01FC-4D1F-9E79-BE99F618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E5607543-B68D-4D20-9424-2AF0E8B1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选择一个具身任务，写出感知、推理、执行三个环节。；列出这个任务可能失败的三个物理原因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1DC000CB-9E25-40F9-A732-85F3F4B6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9C6B888E-AA57-4464-A5C1-158CB861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1FDA761E-B57D-4022-9C62-741BF337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3B3A349F-D5C8-45C8-8FBD-93A74A26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把任务拆成任务层、技能层、实时控制层，并为每层定义失败状态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50A490E-BF1C-43C5-87ED-22873263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5B988FB7-3BEE-4691-92FE-8C393C4B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0B439B73-54AF-4A30-904C-083439D8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B2B28C16-270B-4A3D-9A16-F0B156FD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说明哪些部分适合先在仿真中验证，哪些风险必须在受控真机环境检查</a:t>
            </a:r>
          </a:p>
        </p:txBody>
      </p:sp>
    </p:spTree>
    <p:extLst>
      <p:ext uri="{BB962C8B-B14F-4D97-AF65-F5344CB8AC3E}">
        <p14:creationId xmlns:p14="http://schemas.microsoft.com/office/powerpoint/2010/main" val="14003163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0ACFB15E-35A7-41A3-8D73-6E73342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84BBAA96-4EEE-4C89-9AA6-BF53BA35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879E7F1-0BF6-4D0A-83C0-F0BF6709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D9E7B5BD-BF51-4688-90C5-066848A8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AE09BD50-3740-4B25-A530-377E192D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84237491-9F03-4670-997B-096C0D7F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93DD59C-62F8-451F-AED4-5BBA207C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D572FA94-871D-4FDD-8CC8-D89D65AE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具身智能强调智能体拥有身体或执行载体，并与真实或仿真环境持续交互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8DF7744F-4464-4C33-AD43-B3C68BB4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B32BDB2B-4DCB-4883-8533-B8C27D3B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31379020-9F20-45D9-BABB-0FF444E6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A5FDBF35-6202-40B3-9233-137C91B5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17EAD487-1F4B-42E4-BAD1-1FC87DFD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5B500593-D12F-48B5-B374-5B757E13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879EF67-559C-4321-93D6-E8EBAA41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6B566C2-B116-48D8-ADA0-994A19B8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</p:spTree>
    <p:extLst>
      <p:ext uri="{BB962C8B-B14F-4D97-AF65-F5344CB8AC3E}">
        <p14:creationId xmlns:p14="http://schemas.microsoft.com/office/powerpoint/2010/main" val="9843709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7B4079D5-1937-440D-9DC2-5C748600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22CF32EF-C8BE-494D-9781-E02ACD44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1866E356-6AC6-4180-931E-6F1A2500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9E1F7242-273A-447B-8D44-AB4C1228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77BDC08D-FC05-4DE4-BABC-87EB4ADD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5A7AB9D8-81E4-4028-A948-078F3573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080C129C-5D4B-4DED-8FC7-B3297085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46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建议把一个文本智能体和一个移动机器人放在同一张“输入—状态—动作—反馈—失败后果”表中比较，观察身体与环境怎样改变智能问题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E51A37BA-2876-4BC3-B6EA-ED676C6B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98986D73-AEBF-4ACD-8583-D2A50AD4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7027061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2026-07-11T12:05:26.7860000Z</dcterms:created>
  <dcterms:modified xsi:type="dcterms:W3CDTF">2026-07-11T12:05:26.7860000Z</dcterms:modified>
</coreProperties>
</file>