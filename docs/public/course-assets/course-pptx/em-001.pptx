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d173d0dc544c2f" /><Relationship Type="http://schemas.openxmlformats.org/officeDocument/2006/relationships/extended-properties" Target="/docProps/app.xml" Id="R3d44d73b99004053" /><Relationship Type="http://schemas.openxmlformats.org/officeDocument/2006/relationships/officeDocument" Target="/ppt/presentation.xml" Id="Re4951a6e0f884e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717325321a4547"/>
  </p:sldMasterIdLst>
  <p:notesMasterIdLst>
    <p:notesMasterId xmlns:r="http://schemas.openxmlformats.org/officeDocument/2006/relationships" r:id="R28d38fa20a214d6c"/>
  </p:notesMasterIdLst>
  <p:sldIdLst>
    <p:sldId xmlns:r="http://schemas.openxmlformats.org/officeDocument/2006/relationships" id="256" r:id="Re579a8f4ebdb4bb1"/>
    <p:sldId xmlns:r="http://schemas.openxmlformats.org/officeDocument/2006/relationships" id="257" r:id="R32a05ef81d464e69"/>
    <p:sldId xmlns:r="http://schemas.openxmlformats.org/officeDocument/2006/relationships" id="258" r:id="R55984be1d7a34a5c"/>
    <p:sldId xmlns:r="http://schemas.openxmlformats.org/officeDocument/2006/relationships" id="259" r:id="Rd968aefbe6c340fb"/>
    <p:sldId xmlns:r="http://schemas.openxmlformats.org/officeDocument/2006/relationships" id="260" r:id="Rcd6ae239f8b7491c"/>
    <p:sldId xmlns:r="http://schemas.openxmlformats.org/officeDocument/2006/relationships" id="261" r:id="Rb5f6369895e54025"/>
    <p:sldId xmlns:r="http://schemas.openxmlformats.org/officeDocument/2006/relationships" id="262" r:id="R6f5927aa86ea4f43"/>
    <p:sldId xmlns:r="http://schemas.openxmlformats.org/officeDocument/2006/relationships" id="263" r:id="R52edf414ec4b4b89"/>
    <p:sldId xmlns:r="http://schemas.openxmlformats.org/officeDocument/2006/relationships" id="264" r:id="Ra8eb91ad6cd048d8"/>
    <p:sldId xmlns:r="http://schemas.openxmlformats.org/officeDocument/2006/relationships" id="265" r:id="Rd1a35deee06a4a21"/>
    <p:sldId xmlns:r="http://schemas.openxmlformats.org/officeDocument/2006/relationships" id="266" r:id="Rc731030142f54838"/>
    <p:sldId xmlns:r="http://schemas.openxmlformats.org/officeDocument/2006/relationships" id="267" r:id="Rf94a78eb4eb14a18"/>
    <p:sldId xmlns:r="http://schemas.openxmlformats.org/officeDocument/2006/relationships" id="268" r:id="R7ab06d7723ac47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2f482f7dec4f14" /><Relationship Type="http://schemas.openxmlformats.org/officeDocument/2006/relationships/slideMaster" Target="/ppt/slideMasters/slideMaster1.xml" Id="R62717325321a4547" /><Relationship Type="http://schemas.openxmlformats.org/officeDocument/2006/relationships/notesMaster" Target="/ppt/notesMasters/notesMaster1.xml" Id="R28d38fa20a214d6c" /><Relationship Type="http://schemas.openxmlformats.org/officeDocument/2006/relationships/presProps" Target="/ppt/presProps.xml" Id="Rfe83e7a43328458f" /><Relationship Type="http://schemas.openxmlformats.org/officeDocument/2006/relationships/tableStyles" Target="/ppt/tableStyles.xml" Id="R11ce48d9b1cf4033" /><Relationship Type="http://schemas.openxmlformats.org/officeDocument/2006/relationships/slide" Target="/ppt/slides/slide1.xml" Id="Re579a8f4ebdb4bb1" /><Relationship Type="http://schemas.openxmlformats.org/officeDocument/2006/relationships/slide" Target="/ppt/slides/slide2.xml" Id="R32a05ef81d464e69" /><Relationship Type="http://schemas.openxmlformats.org/officeDocument/2006/relationships/slide" Target="/ppt/slides/slide3.xml" Id="R55984be1d7a34a5c" /><Relationship Type="http://schemas.openxmlformats.org/officeDocument/2006/relationships/slide" Target="/ppt/slides/slide4.xml" Id="Rd968aefbe6c340fb" /><Relationship Type="http://schemas.openxmlformats.org/officeDocument/2006/relationships/slide" Target="/ppt/slides/slide5.xml" Id="Rcd6ae239f8b7491c" /><Relationship Type="http://schemas.openxmlformats.org/officeDocument/2006/relationships/slide" Target="/ppt/slides/slide6.xml" Id="Rb5f6369895e54025" /><Relationship Type="http://schemas.openxmlformats.org/officeDocument/2006/relationships/slide" Target="/ppt/slides/slide7.xml" Id="R6f5927aa86ea4f43" /><Relationship Type="http://schemas.openxmlformats.org/officeDocument/2006/relationships/slide" Target="/ppt/slides/slide8.xml" Id="R52edf414ec4b4b89" /><Relationship Type="http://schemas.openxmlformats.org/officeDocument/2006/relationships/slide" Target="/ppt/slides/slide9.xml" Id="Ra8eb91ad6cd048d8" /><Relationship Type="http://schemas.openxmlformats.org/officeDocument/2006/relationships/slide" Target="/ppt/slides/slide10.xml" Id="Rd1a35deee06a4a21" /><Relationship Type="http://schemas.openxmlformats.org/officeDocument/2006/relationships/slide" Target="/ppt/slides/slide11.xml" Id="Rc731030142f54838" /><Relationship Type="http://schemas.openxmlformats.org/officeDocument/2006/relationships/slide" Target="/ppt/slides/slide12.xml" Id="Rf94a78eb4eb14a18" /><Relationship Type="http://schemas.openxmlformats.org/officeDocument/2006/relationships/slide" Target="/ppt/slides/slide13.xml" Id="R7ab06d7723ac47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188ac8e95b4d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d3171e2b134a75" /><Relationship Type="http://schemas.openxmlformats.org/officeDocument/2006/relationships/notesMaster" Target="/ppt/notesMasters/notesMaster1.xml" Id="Rf2ffd7cce8294d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c73bcd46964a94" /><Relationship Type="http://schemas.openxmlformats.org/officeDocument/2006/relationships/notesMaster" Target="/ppt/notesMasters/notesMaster1.xml" Id="R6cb831128f0142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201d7b152c43b7" /><Relationship Type="http://schemas.openxmlformats.org/officeDocument/2006/relationships/notesMaster" Target="/ppt/notesMasters/notesMaster1.xml" Id="Rbcc973f253e944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61d2b6f831493c" /><Relationship Type="http://schemas.openxmlformats.org/officeDocument/2006/relationships/notesMaster" Target="/ppt/notesMasters/notesMaster1.xml" Id="R49cd8f0fe1ad48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cccd0423ef4d3c" /><Relationship Type="http://schemas.openxmlformats.org/officeDocument/2006/relationships/notesMaster" Target="/ppt/notesMasters/notesMaster1.xml" Id="Rbb11d6e52bf44a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4986788db54907" /><Relationship Type="http://schemas.openxmlformats.org/officeDocument/2006/relationships/notesMaster" Target="/ppt/notesMasters/notesMaster1.xml" Id="Rb7137fec5d4547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e48a8e64344de3" /><Relationship Type="http://schemas.openxmlformats.org/officeDocument/2006/relationships/notesMaster" Target="/ppt/notesMasters/notesMaster1.xml" Id="Rc0de708b20da41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42eec844464d54" /><Relationship Type="http://schemas.openxmlformats.org/officeDocument/2006/relationships/notesMaster" Target="/ppt/notesMasters/notesMaster1.xml" Id="Rfafd1fd60dac42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24b55767fa4c40" /><Relationship Type="http://schemas.openxmlformats.org/officeDocument/2006/relationships/notesMaster" Target="/ppt/notesMasters/notesMaster1.xml" Id="Rea57e29eca2848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c9271978e94151" /><Relationship Type="http://schemas.openxmlformats.org/officeDocument/2006/relationships/notesMaster" Target="/ppt/notesMasters/notesMaster1.xml" Id="Rd79a3b820d5544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18e105f8de434e" /><Relationship Type="http://schemas.openxmlformats.org/officeDocument/2006/relationships/notesMaster" Target="/ppt/notesMasters/notesMaster1.xml" Id="R8c40d4d122be4d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c6db2cf8124be3" /><Relationship Type="http://schemas.openxmlformats.org/officeDocument/2006/relationships/notesMaster" Target="/ppt/notesMasters/notesMaster1.xml" Id="Rbe810c9b3d8b40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8b3ddecff54548" /><Relationship Type="http://schemas.openxmlformats.org/officeDocument/2006/relationships/notesMaster" Target="/ppt/notesMasters/notesMaster1.xml" Id="Rd11956c4dc824e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0259025bc645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000a7d4f994e75" /><Relationship Type="http://schemas.openxmlformats.org/officeDocument/2006/relationships/slideLayout" Target="/ppt/slideLayouts/slideLayout1.xml" Id="Rd769fc8e379948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69fc8e379948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3bfe491e44ca5" /><Relationship Type="http://schemas.openxmlformats.org/officeDocument/2006/relationships/notesSlide" Target="/ppt/notesSlides/notesSlide1.xml" Id="R4f78608b35d742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6b3e88c314017" /><Relationship Type="http://schemas.openxmlformats.org/officeDocument/2006/relationships/notesSlide" Target="/ppt/notesSlides/notesSlide2.xml" Id="R3434e9f8e83848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2795f570f4b03" /><Relationship Type="http://schemas.openxmlformats.org/officeDocument/2006/relationships/notesSlide" Target="/ppt/notesSlides/notesSlide3.xml" Id="Reb6acc35bf4f4a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1c3db5a004a5b" /><Relationship Type="http://schemas.openxmlformats.org/officeDocument/2006/relationships/notesSlide" Target="/ppt/notesSlides/notesSlide4.xml" Id="R91ef612f165447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bcbaf33df4306" /><Relationship Type="http://schemas.openxmlformats.org/officeDocument/2006/relationships/notesSlide" Target="/ppt/notesSlides/notesSlide5.xml" Id="Rf360b46e7b8049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f40a5c5644c37" /><Relationship Type="http://schemas.openxmlformats.org/officeDocument/2006/relationships/notesSlide" Target="/ppt/notesSlides/notesSlide6.xml" Id="Rf28a8316197f44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5566023a34ef4" /><Relationship Type="http://schemas.openxmlformats.org/officeDocument/2006/relationships/notesSlide" Target="/ppt/notesSlides/notesSlide7.xml" Id="Rcff1bee958684c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8ddd05e9c4045" /><Relationship Type="http://schemas.openxmlformats.org/officeDocument/2006/relationships/notesSlide" Target="/ppt/notesSlides/notesSlide8.xml" Id="Ra931e1ea4f134c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4b70cb2ba4fb9" /><Relationship Type="http://schemas.openxmlformats.org/officeDocument/2006/relationships/notesSlide" Target="/ppt/notesSlides/notesSlide9.xml" Id="Re30eeabb4ded44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0c3fc054b4472" /><Relationship Type="http://schemas.openxmlformats.org/officeDocument/2006/relationships/notesSlide" Target="/ppt/notesSlides/notesSlide10.xml" Id="Rbb48d8d8f250443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0aa153e3c454f" /><Relationship Type="http://schemas.openxmlformats.org/officeDocument/2006/relationships/notesSlide" Target="/ppt/notesSlides/notesSlide11.xml" Id="R4adb1e55ee5f4e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e1e9ce14b4c2b" /><Relationship Type="http://schemas.openxmlformats.org/officeDocument/2006/relationships/notesSlide" Target="/ppt/notesSlides/notesSlide12.xml" Id="R1ffe300ac6e84d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d9857977e4e08" /><Relationship Type="http://schemas.openxmlformats.org/officeDocument/2006/relationships/notesSlide" Target="/ppt/notesSlides/notesSlide13.xml" Id="R77a095b1274641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89C48793-DE16-4B03-8B46-C9542C5B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61F4C6D5-29B2-4FDD-831B-428B42F7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83FEBD9F-02DB-4B0A-B277-B9A8F162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2720F22-5CD7-4781-9118-064B6BE8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5DDE696-A103-49FC-B16A-FCB7A66C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B772366-5B02-4598-A0DD-1DFD0E0A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BDC9554-6C35-4998-B599-526B2D3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6344E8-3DEE-489C-85A9-B72666EE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具身智能：感知、决策、行动与反馈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224EE11-34B4-4C59-B039-4EE90296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建立具身智能的闭环模型，理解物理世界中的不确定性、实时性和安全约束。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556987D-3C55-487D-8778-04EA3DEC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具身智能关注 AI 如何在物理世界中感知、决策、行动并从反馈中学习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7BA5A9A-9804-43C4-9031-9D25DBEC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AB7EF76-8A10-4163-A584-A8E8097D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EM-001 · EM-001-S01</a:t>
            </a:r>
          </a:p>
        </p:txBody>
      </p:sp>
    </p:spTree>
    <p:extLst>
      <p:ext uri="{BB962C8B-B14F-4D97-AF65-F5344CB8AC3E}">
        <p14:creationId xmlns:p14="http://schemas.microsoft.com/office/powerpoint/2010/main" val="17923703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C71620F7-D116-40E7-BF07-D5C9E8F1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1E768F0-C5BB-4E51-A75B-AB53E68E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B9FD29F-44C1-4462-95AD-C848FE0B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EF8D4A5-D376-4C3F-910F-D174245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F6F02735-2132-47DA-9298-906F9120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C6D7142A-1273-49E0-A5E2-E8BC418B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解释感知、决策、行动和反馈如何构成具身闭环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8BD1076-8D3B-468C-823A-FBF6787E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说明具身任务相较文本问答增加的实时、安全和环境约束</a:t>
            </a:r>
          </a:p>
        </p:txBody>
      </p:sp>
    </p:spTree>
    <p:extLst>
      <p:ext uri="{BB962C8B-B14F-4D97-AF65-F5344CB8AC3E}">
        <p14:creationId xmlns:p14="http://schemas.microsoft.com/office/powerpoint/2010/main" val="1692032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6D132C59-2AF4-4CFB-99AB-F4AEC399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F2DC51A6-54E3-4ABA-B951-0C1554B6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F8747FBB-FFED-47C3-B289-874D1D81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9C8891E-5294-43D8-B9A1-F1C1C127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08DAEC1A-DD2A-4243-8B2A-199DF187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E14DB1B-A080-4C03-8AA7-8AB14A0D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BFE4ADE-C9A0-427C-B4B3-9C302123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什么是具身智能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B84DCBE-DEDA-4174-8265-15F769F4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29DB66D-412E-42F8-A6F9-CB70B313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BDAF42B-DD4F-4EA8-868F-B383604C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感知：理解环境状态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BEA9D1B-D3A4-4CA2-81FC-F2065BA6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具身系统需要通过摄像头、深度相机、雷达、IMU 或触觉传感器感知环境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81499DC-2AD0-4D29-8C73-8C03584E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111E30AF-A111-4379-AB2E-ADF0377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</p:spTree>
    <p:extLst>
      <p:ext uri="{BB962C8B-B14F-4D97-AF65-F5344CB8AC3E}">
        <p14:creationId xmlns:p14="http://schemas.microsoft.com/office/powerpoint/2010/main" val="19979750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831BF8D9-C097-4DAF-AF40-9AFB881D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4B0E3106-6956-4FFD-95B7-A16AD886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0A75675-DAB6-45DA-8D0F-D1C26938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0DD5D0D-9C38-4838-8975-74094DA1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B89BB7F8-3DDA-4B88-999F-0EBEE882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879A25F-8C79-4111-9ECC-42F9A3C6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6EE789C-0353-4AC8-B619-8C669AB7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推理：从目标到计划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76B8256-0BFB-4406-91B0-07290C8C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2DCAB49-4F16-429F-AF62-9EA4DF02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7857B11-0F49-4EBA-A0B4-4E3D4E61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大模型可以参与任务理解，但底层运动和安全约束仍需要专门控制系统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91F46F2D-28AE-4604-90C9-5138AB2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26A32DD3-F7C0-433F-8C34-8215C5C6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</p:spTree>
    <p:extLst>
      <p:ext uri="{BB962C8B-B14F-4D97-AF65-F5344CB8AC3E}">
        <p14:creationId xmlns:p14="http://schemas.microsoft.com/office/powerpoint/2010/main" val="1610243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7CC0B38-CB38-47A4-A1CA-538FD011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AB052226-B13B-447D-9C1A-24F46A51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1FAC138-531C-444E-9690-6AFB5BA6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756B65B-77CD-4A34-8E2E-FE9D8DF4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B542973-640A-4820-BF4C-6B8D889C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BC8D6A1-A737-46A5-89BC-60C3A0AF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C1781B2-67F2-4A25-9277-3DD57F58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执行：动作与反馈闭环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7A799DF-6307-41C8-A8B3-269F3893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26E3611-984D-4303-AE3D-6C670098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153E2F0-7AB5-463B-849C-85F51BFB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真实世界会变化，具身智能必须处理滑倒、碰撞、定位漂移和任务中断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DD41996-8A0B-46B5-970F-CA892256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8C510C75-7645-4496-BDF6-B44C3ED8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闭环中每个环节都有频率要求；任务规划可以按秒更新；运动控制往往需要更高频率；如果把慢速大模型直接放进底层控制回路；网络或推理抖动就可能变成不稳定动作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2B23D94-C50A-4FFC-820F-1EBCD9C0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3C6C005-A461-4AC2-838C-F590BDE1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</p:spTree>
    <p:extLst>
      <p:ext uri="{BB962C8B-B14F-4D97-AF65-F5344CB8AC3E}">
        <p14:creationId xmlns:p14="http://schemas.microsoft.com/office/powerpoint/2010/main" val="12463274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60C7EE28-5152-4E59-9992-F7ED4752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851DCDE-2D77-4A05-B70A-D943E9E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B2EC865C-BC50-47D7-A4B2-0779ED59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68542D8-91F1-4CB9-875D-EE720571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B12A9C7-93E3-4FD4-B4DA-00FED781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6A8C68D-5887-4657-833E-6F2F753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771BE5-99B1-46D9-A5B0-D6AAFCA3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世界状态：机器人知道什么，也要知道自己不知道什么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4339BAD-E2BF-4581-8967-D305CB41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传感器只提供带噪声、延迟和遮挡的观测；系统需要把多帧信息、机器人自身状态和任务上下文融合成可用于决策的状态估计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B7D1947-7E4F-4B97-B0F8-5A3F0BAE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342C474-64F6-4776-985A-1D50E699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靠决策要显式保留不确定性；目标位置不确定时可以换视角重新观察；路径被遮挡时可以减速；抓取失败时可以松开重试；当无法把风险降到允许范围时；应停止并请求人工处理；把“继续猜一个动作”设为默认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75CC19B-0092-4ADF-9AFB-85542B3B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A2848709-7F7F-4601-B85E-23D9BBB8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</p:spTree>
    <p:extLst>
      <p:ext uri="{BB962C8B-B14F-4D97-AF65-F5344CB8AC3E}">
        <p14:creationId xmlns:p14="http://schemas.microsoft.com/office/powerpoint/2010/main" val="11035439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B0F0CEB7-58F3-477D-BE02-3406C57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4C7CC01-8F1B-4095-B3A1-F3BD4B79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B65B409E-A44C-470B-9657-E78C5101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BE9AADA-568B-4399-8A2C-A47D04A9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F3744EFB-4089-4747-BD95-07C272C9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D285DEE-600C-476E-9EF1-C9749B42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235984-8BCB-49DB-B289-16D51B8E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分层控制：任务、技能与安全互相约束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E1129BB-8F7E-4219-B540-76AD776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一个常见架构把控制分为三层；任务层把“把水送到桌边”拆成导航、定位杯子、抓取和放置；技能层调用经过训练和测试的动作能力；实时层控制关节、轮子和接触力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A87CE4F-B76A-4831-A5E6-03D9AC3E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DBAB7FD-1319-44AC-9B08-34C7005E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这种分层也让失败更容易定位：是目标理解错了、技能前置条件不满足，还是底层执行偏离？每层都应给出成功、失败、超时和可恢复状态，而不是只返回一条模糊的“任务失败”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580788F-8973-4183-8E0C-461508D0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25976F4E-B5C3-4447-86B8-DF275615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</p:spTree>
    <p:extLst>
      <p:ext uri="{BB962C8B-B14F-4D97-AF65-F5344CB8AC3E}">
        <p14:creationId xmlns:p14="http://schemas.microsoft.com/office/powerpoint/2010/main" val="8705345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6A5204F-9870-43D1-BC3E-8C2538FA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A2A1517-B233-44D5-A85C-55074C96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8E3C5414-7B17-4170-A8F2-4C3B77AE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B67B1AC-8E43-4F9B-8380-60AB091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9345498-6590-4B8E-8715-EC1DB3CC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51C74A4-DBBB-4535-8475-FC2BC65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D279A9F-BABC-485F-A1E5-A160E4E7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72BCB89-F6EE-4262-A5F2-6523FE44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具身任务要提前列出危险源、可接受动作范围、人员隔离、急停、失联策略和恢复步骤；仿真可以覆盖大量变化；却无法完整复制材料摩擦、柔性物体、传感器故障和人类不可预测行为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325B60E-5205-4B84-B843-4CA78E4D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0D113CB-94D0-4CA9-B6FC-851E94D6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评价系统时不仅看一次任务是否成功，还要看干预次数、近失事件、失败后果、恢复时间和重复运行的一致性。能完成任务但偶尔产生不可接受动作的系统，不能因为平均成功率很高就进入真实服务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DFBF8B9-CD65-4606-B840-1643E74C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4CF65C1-B84C-4B30-838D-83AA17FD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</p:spTree>
    <p:extLst>
      <p:ext uri="{BB962C8B-B14F-4D97-AF65-F5344CB8AC3E}">
        <p14:creationId xmlns:p14="http://schemas.microsoft.com/office/powerpoint/2010/main" val="15744739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72772B4-8574-4C9A-AD25-74EB5DE5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B224CB4-03A3-4917-A446-BA12CD2A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2FA9DB4-D94B-4F88-9C6F-554C7EB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4D5ABC59-5F31-42ED-A754-56FF165D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0D988CCD-ACDF-477B-9D9B-EF9E9BCE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31DA79B-D97A-4B7E-B8A4-06F5EB52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7205F32-D1F9-40EA-B662-59064CB0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6CD46DC-0993-467D-9947-F6CAB47A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学习具身智能可以从仿真环境、机器人平台、传感器数据和强化学习任务逐步进入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1C34413-4AA3-4D1A-9D17-2DACF086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185168-17B1-43EF-9967-9325A98F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先在可控环境中验证，再迁移到实机，是降低成本和风险的基本路径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61BDC207-F8A1-4CA3-A79A-362985F2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9F9E146-02EE-41B1-8529-E1B07757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376566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9DCF356-F76F-4DA3-805E-6E5726BB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0C2A01A1-8676-4DD8-B009-34E1654F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392F8E35-9334-43E8-8766-A92505E4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1792857-3B3A-4F32-B077-B663DD37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203056DD-EDE6-465E-A614-06A69040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DCC15F8-A2B8-42D9-BFBF-F8651E7E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机器人倒咖啡为什么难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BA05522-7081-461C-B38F-C825890B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场景｜机械臂需要识别杯子、规划轨迹并控制倒水动作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0211F48-BDC9-4225-8E91-C466A523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问题｜位置误差、液体流动和碰撞风险都会影响结果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503D962-3317-46DD-B8B5-C8A78256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方法｜系统结合视觉感知、任务规划和运动控制完成动作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AFD9D33D-8675-4742-AA80-188D252C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结果｜机器人可以执行简单服务任务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722483C1-DFFA-4597-8905-F0C0E684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边界｜真实环境中必须有安全停止和人工接管机制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458A9C15-594C-4920-A94C-E204EEEC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265A5271-A9D4-4CFD-91FD-CD8B9A05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</p:spTree>
    <p:extLst>
      <p:ext uri="{BB962C8B-B14F-4D97-AF65-F5344CB8AC3E}">
        <p14:creationId xmlns:p14="http://schemas.microsoft.com/office/powerpoint/2010/main" val="16331321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FD9FB55-8A3C-4710-B684-468EF463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C53DFECF-37C2-4C0A-9286-6FC0DF15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3D71593-22EA-4457-AE50-FD235036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7E495FA-C266-4E7E-8D67-A771F509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1F833112-E23E-4485-A1D0-EBA9633B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AD280822-B0FC-49A4-8A83-4E7345A2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DEF7ACE-BF09-4D08-B750-E3FEAADF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AB92BD7-1410-4AB5-AA5C-4102582B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选择一个具身任务，写出感知、推理、执行三个环节；列出这个任务可能失败的三个物理原因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538F981-BF5D-4E6E-8FAD-785422F3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310888B0-3348-481B-A26E-6BC48A1E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71A73CB-45AA-40A2-A1B9-8EB6889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F0A411A7-7C27-40BE-8AFD-568C9B10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把任务拆成任务层、技能层、实时控制层，并为每层定义失败状态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1448FB1-BA31-4641-B02E-2C0F97D6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7BF82B67-8DD3-4393-BD4C-875C08BE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F33CDCFC-5B88-40AE-A26B-C5D1886D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336FB8D-61D4-43E3-ADE6-7D666785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说明哪些部分适合先在仿真中验证，哪些风险必须在受控真机环境检查</a:t>
            </a:r>
          </a:p>
        </p:txBody>
      </p:sp>
    </p:spTree>
    <p:extLst>
      <p:ext uri="{BB962C8B-B14F-4D97-AF65-F5344CB8AC3E}">
        <p14:creationId xmlns:p14="http://schemas.microsoft.com/office/powerpoint/2010/main" val="11364743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4239F58-B9E5-400B-AF59-6B037164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1C0597A-34E4-4D87-927D-FE6CD86D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637A67BB-C552-455D-B0DE-2AE74556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0E707DF9-0A22-4500-8F58-4AB2945A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30E02B3C-AA86-40FD-B061-B2D69F13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3FF9117-6EEE-4E0F-B041-8E3E6FC7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E109179-F562-4230-A164-70E6501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A9ADA34F-1DBC-4874-A9CE-4ED2B796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A169B6D-BBDD-40C7-BFBD-47C14B1A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0ADC57FA-4079-4321-910C-BD1F444E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AB5D1B9D-0070-4E3C-94E3-C3988B9E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480CDA1-E036-4F0E-9379-9B05BFEF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EE2A51F-BF17-4FB0-8A4A-550FD17E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3B6024CF-1404-4035-B4FB-63D58D24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E4E6579-CB07-4FCA-AAF4-9BD53595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A0E9650-C7E0-4522-81EE-8938822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5449276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FBC2E11-6E5F-4BB6-AA9F-6689B0B2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07B86FFD-8EA1-4AA9-A4E9-8022D137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FB917F01-3E1A-4A29-B1FD-4EE87F7E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C0D3FF81-416D-4C2F-BA40-73D14758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EAB2B532-DA54-4924-BF92-6676A8BF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CF74470E-B9A1-41B2-A4C9-76481445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0D7ACE4B-51A5-4DDD-A729-ABFDD166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6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Rodney Brooks；Intelligence without Representation；具身与情境化智能的重要早期路线；它不是具身智能的唯一公认定义；也不意味着所有系统都应放弃内部表示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1611E5F9-957F-433B-A00E-DEFB435F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612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Embodied Question Answering：说明行动会改变后续可获得的信息；证据来自三维仿真任务，不能直接等同于真机能力。（核对日期：2026-07-12）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E66DC610-5FB2-45C5-B93A-5A7896D8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0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Google Research：PaLM-E：观察图像、机器人状态与高层语言计划如何组合；低层实时控制仍由专门策略承担。（核对日期：2026-07-12）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51CD898E-0B53-4A35-B637-0ACF9575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3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Google DeepMind：RT-2：视觉—语言—动作研究系统；展示能力不能外推为开放环境中的通用性或安全保证。（核对日期：2026-07-12）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583C81FB-B491-4B6C-8F0D-C11A283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2A733BE8-9AF7-476B-9A61-6CF1D6F1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503399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2026-07-11T16:55:41.9040000Z</dcterms:created>
  <dcterms:modified xsi:type="dcterms:W3CDTF">2026-07-11T16:55:41.9040000Z</dcterms:modified>
</coreProperties>
</file>