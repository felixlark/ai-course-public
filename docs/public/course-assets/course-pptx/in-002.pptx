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967093a140495f" /><Relationship Type="http://schemas.openxmlformats.org/officeDocument/2006/relationships/extended-properties" Target="/docProps/app.xml" Id="Re9ff12fb650e480a" /><Relationship Type="http://schemas.openxmlformats.org/officeDocument/2006/relationships/officeDocument" Target="/ppt/presentation.xml" Id="Rf3c0d9c455f54c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463eb4bc3a4d7d"/>
  </p:sldMasterIdLst>
  <p:notesMasterIdLst>
    <p:notesMasterId xmlns:r="http://schemas.openxmlformats.org/officeDocument/2006/relationships" r:id="R83f6cefe65374c38"/>
  </p:notesMasterIdLst>
  <p:sldIdLst>
    <p:sldId xmlns:r="http://schemas.openxmlformats.org/officeDocument/2006/relationships" id="256" r:id="R1788716f44174b2e"/>
    <p:sldId xmlns:r="http://schemas.openxmlformats.org/officeDocument/2006/relationships" id="257" r:id="Rc0cb49aa2de04b2b"/>
    <p:sldId xmlns:r="http://schemas.openxmlformats.org/officeDocument/2006/relationships" id="258" r:id="R227714c9b41a4594"/>
    <p:sldId xmlns:r="http://schemas.openxmlformats.org/officeDocument/2006/relationships" id="259" r:id="R151195894c494fd5"/>
    <p:sldId xmlns:r="http://schemas.openxmlformats.org/officeDocument/2006/relationships" id="260" r:id="Rccdc80fb6b0e4526"/>
    <p:sldId xmlns:r="http://schemas.openxmlformats.org/officeDocument/2006/relationships" id="261" r:id="R010832e3fecb4ab9"/>
    <p:sldId xmlns:r="http://schemas.openxmlformats.org/officeDocument/2006/relationships" id="262" r:id="Rda8cdf61c928475c"/>
    <p:sldId xmlns:r="http://schemas.openxmlformats.org/officeDocument/2006/relationships" id="263" r:id="Rf8480badd90a44b7"/>
    <p:sldId xmlns:r="http://schemas.openxmlformats.org/officeDocument/2006/relationships" id="264" r:id="R22efebf7a7c94265"/>
    <p:sldId xmlns:r="http://schemas.openxmlformats.org/officeDocument/2006/relationships" id="265" r:id="Ra64757cbac3d4f4a"/>
    <p:sldId xmlns:r="http://schemas.openxmlformats.org/officeDocument/2006/relationships" id="266" r:id="R08b768c6e1d64c35"/>
    <p:sldId xmlns:r="http://schemas.openxmlformats.org/officeDocument/2006/relationships" id="267" r:id="R1592355488e746c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f04f107abd403c" /><Relationship Type="http://schemas.openxmlformats.org/officeDocument/2006/relationships/slideMaster" Target="/ppt/slideMasters/slideMaster1.xml" Id="Rd6463eb4bc3a4d7d" /><Relationship Type="http://schemas.openxmlformats.org/officeDocument/2006/relationships/notesMaster" Target="/ppt/notesMasters/notesMaster1.xml" Id="R83f6cefe65374c38" /><Relationship Type="http://schemas.openxmlformats.org/officeDocument/2006/relationships/presProps" Target="/ppt/presProps.xml" Id="R84c45802fb5241e0" /><Relationship Type="http://schemas.openxmlformats.org/officeDocument/2006/relationships/tableStyles" Target="/ppt/tableStyles.xml" Id="Rf290570dfb0f40ae" /><Relationship Type="http://schemas.openxmlformats.org/officeDocument/2006/relationships/slide" Target="/ppt/slides/slide1.xml" Id="R1788716f44174b2e" /><Relationship Type="http://schemas.openxmlformats.org/officeDocument/2006/relationships/slide" Target="/ppt/slides/slide2.xml" Id="Rc0cb49aa2de04b2b" /><Relationship Type="http://schemas.openxmlformats.org/officeDocument/2006/relationships/slide" Target="/ppt/slides/slide3.xml" Id="R227714c9b41a4594" /><Relationship Type="http://schemas.openxmlformats.org/officeDocument/2006/relationships/slide" Target="/ppt/slides/slide4.xml" Id="R151195894c494fd5" /><Relationship Type="http://schemas.openxmlformats.org/officeDocument/2006/relationships/slide" Target="/ppt/slides/slide5.xml" Id="Rccdc80fb6b0e4526" /><Relationship Type="http://schemas.openxmlformats.org/officeDocument/2006/relationships/slide" Target="/ppt/slides/slide6.xml" Id="R010832e3fecb4ab9" /><Relationship Type="http://schemas.openxmlformats.org/officeDocument/2006/relationships/slide" Target="/ppt/slides/slide7.xml" Id="Rda8cdf61c928475c" /><Relationship Type="http://schemas.openxmlformats.org/officeDocument/2006/relationships/slide" Target="/ppt/slides/slide8.xml" Id="Rf8480badd90a44b7" /><Relationship Type="http://schemas.openxmlformats.org/officeDocument/2006/relationships/slide" Target="/ppt/slides/slide9.xml" Id="R22efebf7a7c94265" /><Relationship Type="http://schemas.openxmlformats.org/officeDocument/2006/relationships/slide" Target="/ppt/slides/slide10.xml" Id="Ra64757cbac3d4f4a" /><Relationship Type="http://schemas.openxmlformats.org/officeDocument/2006/relationships/slide" Target="/ppt/slides/slide11.xml" Id="R08b768c6e1d64c35" /><Relationship Type="http://schemas.openxmlformats.org/officeDocument/2006/relationships/slide" Target="/ppt/slides/slide12.xml" Id="R1592355488e746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bacb18e95c44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913983031e4384" /><Relationship Type="http://schemas.openxmlformats.org/officeDocument/2006/relationships/notesMaster" Target="/ppt/notesMasters/notesMaster1.xml" Id="Rd39c4a6bcfd544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bf7b666acf4785" /><Relationship Type="http://schemas.openxmlformats.org/officeDocument/2006/relationships/notesMaster" Target="/ppt/notesMasters/notesMaster1.xml" Id="R23e97ffd963f45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8283275ea44588" /><Relationship Type="http://schemas.openxmlformats.org/officeDocument/2006/relationships/notesMaster" Target="/ppt/notesMasters/notesMaster1.xml" Id="R81c8e049037047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fc723dac494956" /><Relationship Type="http://schemas.openxmlformats.org/officeDocument/2006/relationships/notesMaster" Target="/ppt/notesMasters/notesMaster1.xml" Id="R01b67af5d64a40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cba73b5fef4aa0" /><Relationship Type="http://schemas.openxmlformats.org/officeDocument/2006/relationships/notesMaster" Target="/ppt/notesMasters/notesMaster1.xml" Id="R38196022a4e24c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9b4bcc6cc24814" /><Relationship Type="http://schemas.openxmlformats.org/officeDocument/2006/relationships/notesMaster" Target="/ppt/notesMasters/notesMaster1.xml" Id="R8d3756b25a3e45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ca31ddba2140c8" /><Relationship Type="http://schemas.openxmlformats.org/officeDocument/2006/relationships/notesMaster" Target="/ppt/notesMasters/notesMaster1.xml" Id="R642946c973e94f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acaa97db514538" /><Relationship Type="http://schemas.openxmlformats.org/officeDocument/2006/relationships/notesMaster" Target="/ppt/notesMasters/notesMaster1.xml" Id="R5d0df94f32be4c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e968b392cb457f" /><Relationship Type="http://schemas.openxmlformats.org/officeDocument/2006/relationships/notesMaster" Target="/ppt/notesMasters/notesMaster1.xml" Id="R968404f3c1ca4e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4aa11373ed4efd" /><Relationship Type="http://schemas.openxmlformats.org/officeDocument/2006/relationships/notesMaster" Target="/ppt/notesMasters/notesMaster1.xml" Id="R3069cca35cb04c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f858c9a8d5403f" /><Relationship Type="http://schemas.openxmlformats.org/officeDocument/2006/relationships/notesMaster" Target="/ppt/notesMasters/notesMaster1.xml" Id="R67a30b90fe9c41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12ebf2c713419f" /><Relationship Type="http://schemas.openxmlformats.org/officeDocument/2006/relationships/notesMaster" Target="/ppt/notesMasters/notesMaster1.xml" Id="R1a520cb4f33946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ef05166cd541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59d1a6bda54c9e" /><Relationship Type="http://schemas.openxmlformats.org/officeDocument/2006/relationships/slideLayout" Target="/ppt/slideLayouts/slideLayout1.xml" Id="R6d393227482846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393227482846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403b2bd814205" /><Relationship Type="http://schemas.openxmlformats.org/officeDocument/2006/relationships/notesSlide" Target="/ppt/notesSlides/notesSlide1.xml" Id="R1633cf9ef7da42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8fdb55d3145b9" /><Relationship Type="http://schemas.openxmlformats.org/officeDocument/2006/relationships/notesSlide" Target="/ppt/notesSlides/notesSlide2.xml" Id="R8fa3dc21e80f48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c97adb2f64192" /><Relationship Type="http://schemas.openxmlformats.org/officeDocument/2006/relationships/notesSlide" Target="/ppt/notesSlides/notesSlide3.xml" Id="R11bd25c611a044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b86e30ee74454" /><Relationship Type="http://schemas.openxmlformats.org/officeDocument/2006/relationships/notesSlide" Target="/ppt/notesSlides/notesSlide4.xml" Id="R55b4721922234b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9fa9d336f4fca" /><Relationship Type="http://schemas.openxmlformats.org/officeDocument/2006/relationships/notesSlide" Target="/ppt/notesSlides/notesSlide5.xml" Id="Rfd2663ae05a74a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eb0f4b0b0412d" /><Relationship Type="http://schemas.openxmlformats.org/officeDocument/2006/relationships/notesSlide" Target="/ppt/notesSlides/notesSlide6.xml" Id="R26da4abc3ef746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ac205e2134508" /><Relationship Type="http://schemas.openxmlformats.org/officeDocument/2006/relationships/notesSlide" Target="/ppt/notesSlides/notesSlide7.xml" Id="Red9065c53aa94e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7e5007d724f99" /><Relationship Type="http://schemas.openxmlformats.org/officeDocument/2006/relationships/notesSlide" Target="/ppt/notesSlides/notesSlide8.xml" Id="R27adbabb6ad34c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e1a966fa84251" /><Relationship Type="http://schemas.openxmlformats.org/officeDocument/2006/relationships/notesSlide" Target="/ppt/notesSlides/notesSlide9.xml" Id="Rd8def0fc296740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d0329f09d42ba" /><Relationship Type="http://schemas.openxmlformats.org/officeDocument/2006/relationships/notesSlide" Target="/ppt/notesSlides/notesSlide10.xml" Id="R42fea7ee4a3447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6d16c76b849a8" /><Relationship Type="http://schemas.openxmlformats.org/officeDocument/2006/relationships/notesSlide" Target="/ppt/notesSlides/notesSlide11.xml" Id="Ra781449f6fd34b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d17e01ba84df8" /><Relationship Type="http://schemas.openxmlformats.org/officeDocument/2006/relationships/notesSlide" Target="/ppt/notesSlides/notesSlide12.xml" Id="Rc930d80fd4aa43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13296896-0934-4A05-9B6C-990B928E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7476D73-9FC4-402D-A508-CA9F03B1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BB78EDD-D37D-42AB-8B22-315CB4B7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84FCEE38-8BAB-4267-B5F4-B46FF1C8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0AD750D4-B66A-47D5-A07F-33054645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D5F7595D-A212-4F3A-8583-0DB98FF5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988CA2D-4DEE-4231-9372-09D9F1FF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842616-3CDE-4512-BCC4-964F9601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高校教学与科研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74D9345-0344-44DD-A7DC-0CA19AFC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分析 AI 在备课、学习反馈、文献检索、科研写作和知识管理中的价值与边界。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D20C6605-2FD5-4E7A-9B69-1115A728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036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在高校中，AI 最有价值的角色不是“代写者”；而是受约束的助理，它能帮助教师整理材料、设计活动、形成反馈草稿；也能帮助研究者扩展检索式、提取文献信息、检查代码和组织写作结构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C654A98-BB9C-406A-918D-AC685AB7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C86F6B90-73DD-4AE0-9D3C-0C1C6CEB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IN-002 · IN-002-S01</a:t>
            </a:r>
          </a:p>
        </p:txBody>
      </p:sp>
    </p:spTree>
    <p:extLst>
      <p:ext uri="{BB962C8B-B14F-4D97-AF65-F5344CB8AC3E}">
        <p14:creationId xmlns:p14="http://schemas.microsoft.com/office/powerpoint/2010/main" val="7119388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C337753B-8E9A-454C-9C76-E45F7A42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9F11DEFA-3644-42BE-AEB0-BF1AF51D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2861969B-19C0-4C09-B47D-94D35ADB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83B98C5-349B-4C1A-B481-135FC6EB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60B53611-E350-442F-B6BE-F66AB1AD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0F89B82-006D-44F7-B37E-62EDCC1A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设计“目标—资料—生成—核验—实施—反馈”的教学辅助工作流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48ACE8E-15FC-4B5F-9AAC-02D07DD0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建立从文献检索、原文核验到实验复现和论文写作的科研辅助工作流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6997FC8-57C2-49E6-8C29-FCC5B1A8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正确处理学生数据、未公开研究数据、版权材料与敏感信息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6D9CBE1E-903E-4A6A-89E9-60F1BE1E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解释学术诚信、使用披露和作者责任为什么不能交给模型承担</a:t>
            </a:r>
          </a:p>
        </p:txBody>
      </p:sp>
    </p:spTree>
    <p:extLst>
      <p:ext uri="{BB962C8B-B14F-4D97-AF65-F5344CB8AC3E}">
        <p14:creationId xmlns:p14="http://schemas.microsoft.com/office/powerpoint/2010/main" val="15795064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E7D892CF-A700-4E19-8214-D9D67470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B9EC954-AA54-406D-92A5-A89DE142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0019BC6-9E59-457A-9694-31FA2306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24DE53C-A8E2-4670-A37E-1487FF9D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FCC7A28-3210-426B-9C22-4CC779AD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44C45E8-298A-4E4A-8B49-8F3CDDD9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CE661F6-F304-4028-959A-B55E597E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教学工作流：从学习目标到反馈闭环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F8C26C0-F019-4AE5-9C68-7FAA782C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第一步是确定学习目标与评价证据；再让 AI 提供辅助；教师可以输入课程主题、学生基础、课时和可使用资料；请 AI 生成案例、问题梯度或活动草案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0CD1391-4030-42D7-B3B6-403195DB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F7D9DAA-DEE4-4C90-9992-97E7912B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课堂实施前，应保留教师批准的版本并准备无 AI 的替代方案；实施中可以用 AI 汇总匿名问题或生成练习反馈；但不能把模型评分直接当作最终成绩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8E8836A-E2EA-4974-9477-EC39D2BF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E1F4F93-BEBB-4FDE-B2CA-20DF15E9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课后把学生表现、常见误解和教师观察合并分析，再调整下一轮活动。不能只依据模型摘要改变课程，因为摘要可能遗漏少数学生、误读反讽表达，或把相关性当成原因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BB9A1425-2B41-49AC-A52D-E826F7D4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36642C9-7AB4-4FEB-9DCC-22D900B9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</p:spTree>
    <p:extLst>
      <p:ext uri="{BB962C8B-B14F-4D97-AF65-F5344CB8AC3E}">
        <p14:creationId xmlns:p14="http://schemas.microsoft.com/office/powerpoint/2010/main" val="211724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B784264-92AD-43F7-87FE-FF18C5E8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8B13D1A-35F9-4511-A459-10D37F0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23AF130-0BBD-4332-9919-1CE12AF4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0AA4D58-25DC-494F-9C03-C6E024F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E9E35DC-D47E-464E-A3CF-A86E760E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192BE95-4A97-4883-9E07-60BB4256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5854B6D-4E7A-428E-B04D-F95CD7DE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科研工作流：从问题到可追溯结论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32EF529-6C90-4CFD-A8C0-87C44188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研究者应先提出问题、边界和纳入排除标准；再选择适合的学术数据库、机构知识库或专业索引；AI 可以帮助扩展同义词、构造检索式和初步分类；但不应成为唯一检索入口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7AEA20A-9682-41BB-9ECC-CA78E8BF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917DBD5-D1A5-4E11-A2EB-DDDEFD54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对每条候选文献，必须回到可识别的原始记录或全文；核对题名、作者、年份、载体、页码或 DOI；并阅读支持相关主张的上下文；模型给出的书目条目只能视为待核线索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F0FD7E9-F758-4ECD-A426-AC482013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8337CE9-B818-4EA7-A695-5F853CC1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文献提取后，可建立“主张—证据—限制”表：每个结论对应哪项研究、什么方法和样本、适用边界是什么。这样写作时不会把不同论文的结果拼成一个并不存在的共识，也能区分论文作者的发现与自己的推断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1200D8F0-A4D9-4820-884B-5AAD9E22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67B6AB0-6D6D-45D8-A5F3-3EE7F0BB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</p:spTree>
    <p:extLst>
      <p:ext uri="{BB962C8B-B14F-4D97-AF65-F5344CB8AC3E}">
        <p14:creationId xmlns:p14="http://schemas.microsoft.com/office/powerpoint/2010/main" val="18753665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554BE471-04F3-4988-998B-F6180495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CA6143AA-4DCD-47AC-82E4-A8695301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3FF254A-EB9C-4D7B-88DD-5DA7F8C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0819B9AC-6291-43B9-918A-F789B24D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2C74401-A175-4A93-9311-2924E2D8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C95AD8D-C9E7-43C3-97ED-86ADB823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1120788-5F4B-45F9-B832-4B8CB59A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实验复现：让结果能够被重新运行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466D0B4-3B33-4255-97CB-B48C7DFF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可以解释报错、补充测试或提出代码修改；但研究者需要记录软件与依赖版本、硬件环境、数据版本、预处理、参数、随机种子和评价脚本；自动生成的代码必须经过代码审查、单元测试和独立运行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165C9C3-49DE-4DB2-BFC9-084F36A6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2959DC0-09EA-456B-AF12-69846350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复现至少回答三个问题；使用相同资料能否得到相同结果；改变合理参数后结论是否稳定；失败结果和偏离原研究的部分是否如实记录；若原数据受限，应说明取得条件并提供可公开的替代验证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5DB9384-590D-41C7-AAD1-D2BB2199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7EC0C5F-FF0A-402A-9C35-54D92773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</p:spTree>
    <p:extLst>
      <p:ext uri="{BB962C8B-B14F-4D97-AF65-F5344CB8AC3E}">
        <p14:creationId xmlns:p14="http://schemas.microsoft.com/office/powerpoint/2010/main" val="11277539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1E8B9F71-487D-4C64-B339-706CFBC3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E633F5C-3F70-46DA-9331-DA378716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C4176E0E-A2A3-422C-B755-FF45EEA0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8B3A03FC-8DE1-4CE3-9B30-3932EDBD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BAF0D19-F8DA-4645-BD0B-50F2CA9E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7D2C204-86B8-4BF0-87EB-C13A1846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6C6C8CE-3F9C-42EA-A76F-CE70E27E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数据隐私与最小必要原则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1284FFD-3BB5-44D2-8C91-3E69D3DB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学生作业、成绩、课堂录音、访谈、医疗或生物信息；以及尚未公开的研究数据；都可能具有敏感性，使用前应确认法律、伦理审批、知情同意、学校制度和服务商条款允许什么；只提供完成任务所需的最少字段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FC7F6D9-F582-4E18-9D9D-2761C269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0BB28A-595B-4AB1-9D4D-D92CEA6F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还要关注“能否被重新识别”：删掉姓名并不一定安全，学号片段、专业、时间和少见经历组合后仍可能指向个人。数据应设置访问角色、保存期限和删除机制，研究团队成员也只能看到职责所需的范围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4DA2FEC5-E528-4A68-8B2A-C716630E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7A6DB180-C9BE-4386-B548-06499A8B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</p:spTree>
    <p:extLst>
      <p:ext uri="{BB962C8B-B14F-4D97-AF65-F5344CB8AC3E}">
        <p14:creationId xmlns:p14="http://schemas.microsoft.com/office/powerpoint/2010/main" val="2640943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4ECAE5EC-F59F-4A4B-A819-6BBF7570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D87F81C1-83C6-4670-83E4-AB2DFA6B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D254BB62-E6EE-4289-9742-BADA9C07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178B40F-8AE3-4E4F-819E-AB4744D9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379838F-F50D-4721-BE4F-4A1545F0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2EDA366-EA48-4C93-A20B-E7BDDAFB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64A49F1-0BF7-4C68-A892-E9203734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学术诚信与作者责任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9C9901A-0B87-4C64-A228-B7633FD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不同学校、课程、期刊和资助机构对 AI 使用的规则可能不同；提交前必须查阅适用要求；并按要求披露使用目的与范围；不得把 AI 生成的文字、图像、代码或分析冒充为未经辅助的原创成果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604C7AE-87EE-4B50-AB9A-AFDB0832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6622EFB-ECF1-4859-81D7-2CB16DDA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模型不能核准最终文本、回应质疑、披露利益冲突或对研究诚信承担责任；因此不能替代作者，署名者必须能够解释方法、核验所有引用、确认数据和图表、审查版权与隐私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526D154-B3A6-4265-AE3A-42BB1083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79A7782-7369-4AB5-876C-0FFC73C9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11136224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830F053A-BE71-4B4E-8C5E-85CFAC82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17E7BE08-FDB6-4CDD-9729-73EA320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75D15AC-CB00-47BC-B2E2-4CB27A9D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F368981A-9F8B-46D8-AA49-261BD3D6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D608C86-0CF4-4AA4-9207-4CE70AEE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A3B4E00-84C0-4379-A8CE-E90545C2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教学活动的双重核验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6F3BB4E-4C7D-450C-982F-4E38A3FC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任务｜教师为不同基础的学生设计一组关于机器学习偏差的讨论题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1DCAF5D-5214-402A-B9D7-ADB8F1EB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22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流程｜先写出学习目标与评分标准，再让 AI 生成候选案例；教师回到可靠资料核验事实，检查语言与难度，并为没有设备的学生提供等价活动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EFE3D67-606C-4956-A71A-C987C180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实施｜AI 只汇总匿名反馈，最终评价由教师依据公开量规完成；学生可以对反馈提出复核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C2D3B187-E522-408E-8916-E7A432BA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责任｜教师决定采用哪些材料，并对课程公平性与评价结果负责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B9AA6A2-0CE4-4884-9C93-732377E1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C64EEDB-6B58-4AE3-8191-04BD37D8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</p:spTree>
    <p:extLst>
      <p:ext uri="{BB962C8B-B14F-4D97-AF65-F5344CB8AC3E}">
        <p14:creationId xmlns:p14="http://schemas.microsoft.com/office/powerpoint/2010/main" val="13867777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19ABECD9-8057-4D5A-B330-573D223C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6FDABDF-1A9A-4762-B067-2DBC9A00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3A685470-DF74-4968-AEC2-D0932D6E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22F5A9B-AC5A-4738-84ED-54ADA76F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23E81006-D251-4B1A-95B2-702527DD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1BEC13A-20BD-4DD1-B986-63ACF9D1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文献检索与实验复现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00D2DAE-0BD5-4626-BA8F-29EC6F4E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任务｜研究小组要验证一种公开算法在新数据上的表现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D9E68B3-87D7-4A55-9D85-E0F55EE6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7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流程｜AI 协助扩展关键词和解释代码，但成员逐条核对论文记录与原文，保存检索式；随后锁定依赖、数据版本、参数和评价脚本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7F7F6683-169D-457D-88FF-7BCDACAE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核验｜一名成员运行实验，另一名成员根据记录独立复现；不一致之处进入问题清单，不让模型自行补齐缺失结果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1A316CB5-1F54-479D-AFAF-04695A60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交付｜论文说明 AI 的使用范围、复现差异和数据限制，作者共同确认全部引用与结论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98EFEDFE-4157-4515-8EC0-D476EF6C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13A5439-7F77-4732-BCAA-6C06807D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</p:spTree>
    <p:extLst>
      <p:ext uri="{BB962C8B-B14F-4D97-AF65-F5344CB8AC3E}">
        <p14:creationId xmlns:p14="http://schemas.microsoft.com/office/powerpoint/2010/main" val="14057424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4DDDB685-8DE0-459A-9652-78B08551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922A31A-C4EB-4070-9D6E-FF3D4BBF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69822663-AF89-4A45-AD20-565C01FA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CF79426-9892-4061-B97B-8B50DC71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54FA813-2C7D-4B84-BD31-C1A5C920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E3A680F8-97BF-4917-B0BD-CFA52A86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2DE7F65-41B7-439C-B436-70BB2556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596F53C-8045-4009-BB0F-DAC59E6C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教学方向：写出一个学习目标、一个可观察的评价证据和一项课堂活动，让 AI 生成三个候选方案，再逐条记录事实、难度、公平性和隐私检查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10AA0421-44C9-4966-85B5-FDC26EBA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A485E76-939B-4541-8D1B-47A74B69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3A5675C-2301-4DBC-AF86-8B37B931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243866E2-426D-48B0-925A-DE757CD5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科研方向：围绕一个问题建立五条候选文献的“主张—原文证据—限制”表，并逐条核对完整书目信息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C4A27BB-5CCF-4E0A-AA4D-BCBC7786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AE94340-7255-421B-8261-4F8DACD7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958E6D0-F45D-42B1-84B1-ECEEA9B5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F8598CFC-E314-4131-87AF-49E14797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为其中一个公开实验写出环境、数据、参数、随机性和评价复现清单，请另一位学习者按清单尝试复现</a:t>
            </a:r>
          </a:p>
        </p:txBody>
      </p:sp>
    </p:spTree>
    <p:extLst>
      <p:ext uri="{BB962C8B-B14F-4D97-AF65-F5344CB8AC3E}">
        <p14:creationId xmlns:p14="http://schemas.microsoft.com/office/powerpoint/2010/main" val="1361503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E011149-C35E-4A15-8877-CE4D47FD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134F30DA-2EE4-488D-B484-312A56D5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1EC7FF3B-EEDA-442D-BF5C-92175983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4FCC21E-67EC-40CF-B9A7-948B9CDC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8EF61906-9CC5-4853-B462-2D6E1C87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91786B5-B8DB-41ED-A5FB-9E59B119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B2680C4-B412-4506-BF11-DC0EA670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9D679F5-7E53-4CCB-B7B4-43AE4B8D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1DC2CE84-ED33-47D6-99AA-D60AB485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F8C2AE2-9439-4027-A405-051ACE22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7A95FDA-AC7B-41FC-85D1-65B8E409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2A256F81-5723-4AB0-960F-EF7E415F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B6A69BD4-04FB-4A85-97D0-6BE50311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EA1B24A-9D01-464B-939C-D953B39E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F236DBA3-35DB-43F9-A7C8-D8618538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3C6BEA0D-F25A-4BF4-B160-1CECE4AB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10225585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FA4C3C1-48C1-4B58-8767-B6CD945B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C005329-D075-4AF2-A429-9DE857C8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347CBEF0-5C7B-4BF5-AB86-0D08D5BD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445F01F-0552-4927-B1DE-65FAFBD9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C24F0373-7A6F-4998-97C0-3B219FAB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8C290C0-78E4-4F49-832B-15763FFF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4CB6817-C840-4F53-8D56-8701CC77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UNESCO：Guidance for generative AI in education and research：生成式 AI 在教育与科研中的以人为本指导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9E1B5850-4C80-469C-956D-55153321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Committee on Publication Ethics（COPE）：Authorship and AI tools：AI 工具不能承担作者责任的出版伦理立场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F5CBBB5C-F6C5-4B7E-AF8D-9BE18A3F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进行具体教学或投稿前，应查阅所在学校、课程、伦理委员会、期刊与资助机构的现行规则</a:t>
            </a:r>
          </a:p>
        </p:txBody>
      </p:sp>
      <p:sp>
        <p:nvSpPr>
          <p:cNvPr id="10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C7BEFCD4-E6D2-411F-9D67-3C26EF61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B5C3E6CB-4F5D-48E0-8710-B24D505C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12131298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2026-07-12T08:20:26.4920000Z</dcterms:created>
  <dcterms:modified xsi:type="dcterms:W3CDTF">2026-07-12T08:20:26.4920000Z</dcterms:modified>
</coreProperties>
</file>