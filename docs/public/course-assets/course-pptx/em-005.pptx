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1a2fd1f7a14ac0" /><Relationship Type="http://schemas.openxmlformats.org/officeDocument/2006/relationships/extended-properties" Target="/docProps/app.xml" Id="Rd0760021cf114de0" /><Relationship Type="http://schemas.openxmlformats.org/officeDocument/2006/relationships/officeDocument" Target="/ppt/presentation.xml" Id="R25f7ed8269ab4c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6917a2041a4a70"/>
  </p:sldMasterIdLst>
  <p:notesMasterIdLst>
    <p:notesMasterId xmlns:r="http://schemas.openxmlformats.org/officeDocument/2006/relationships" r:id="Rc952e97b89ee45bf"/>
  </p:notesMasterIdLst>
  <p:sldIdLst>
    <p:sldId xmlns:r="http://schemas.openxmlformats.org/officeDocument/2006/relationships" id="256" r:id="Rd99bfcaaccfb4a4a"/>
    <p:sldId xmlns:r="http://schemas.openxmlformats.org/officeDocument/2006/relationships" id="257" r:id="Rc90a3cc611454209"/>
    <p:sldId xmlns:r="http://schemas.openxmlformats.org/officeDocument/2006/relationships" id="258" r:id="Rafafef610a434db9"/>
    <p:sldId xmlns:r="http://schemas.openxmlformats.org/officeDocument/2006/relationships" id="259" r:id="R44231197ae7940cc"/>
    <p:sldId xmlns:r="http://schemas.openxmlformats.org/officeDocument/2006/relationships" id="260" r:id="R6352f44eb1a14cb5"/>
    <p:sldId xmlns:r="http://schemas.openxmlformats.org/officeDocument/2006/relationships" id="261" r:id="Re39e22b33c444209"/>
    <p:sldId xmlns:r="http://schemas.openxmlformats.org/officeDocument/2006/relationships" id="262" r:id="R8ab30ad63afe48c3"/>
    <p:sldId xmlns:r="http://schemas.openxmlformats.org/officeDocument/2006/relationships" id="263" r:id="R21d0b38038234093"/>
    <p:sldId xmlns:r="http://schemas.openxmlformats.org/officeDocument/2006/relationships" id="264" r:id="R7a78a61b39434de1"/>
    <p:sldId xmlns:r="http://schemas.openxmlformats.org/officeDocument/2006/relationships" id="265" r:id="Re5a925f3311045f9"/>
    <p:sldId xmlns:r="http://schemas.openxmlformats.org/officeDocument/2006/relationships" id="266" r:id="Ref44daaa8e874888"/>
    <p:sldId xmlns:r="http://schemas.openxmlformats.org/officeDocument/2006/relationships" id="267" r:id="Rf21938bd0b084ad7"/>
    <p:sldId xmlns:r="http://schemas.openxmlformats.org/officeDocument/2006/relationships" id="268" r:id="R86450a6445da44c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c64ba986314966" /><Relationship Type="http://schemas.openxmlformats.org/officeDocument/2006/relationships/slideMaster" Target="/ppt/slideMasters/slideMaster1.xml" Id="Rf46917a2041a4a70" /><Relationship Type="http://schemas.openxmlformats.org/officeDocument/2006/relationships/notesMaster" Target="/ppt/notesMasters/notesMaster1.xml" Id="Rc952e97b89ee45bf" /><Relationship Type="http://schemas.openxmlformats.org/officeDocument/2006/relationships/presProps" Target="/ppt/presProps.xml" Id="R13d2017369b34eab" /><Relationship Type="http://schemas.openxmlformats.org/officeDocument/2006/relationships/tableStyles" Target="/ppt/tableStyles.xml" Id="R65635b3164fa4aca" /><Relationship Type="http://schemas.openxmlformats.org/officeDocument/2006/relationships/slide" Target="/ppt/slides/slide1.xml" Id="Rd99bfcaaccfb4a4a" /><Relationship Type="http://schemas.openxmlformats.org/officeDocument/2006/relationships/slide" Target="/ppt/slides/slide2.xml" Id="Rc90a3cc611454209" /><Relationship Type="http://schemas.openxmlformats.org/officeDocument/2006/relationships/slide" Target="/ppt/slides/slide3.xml" Id="Rafafef610a434db9" /><Relationship Type="http://schemas.openxmlformats.org/officeDocument/2006/relationships/slide" Target="/ppt/slides/slide4.xml" Id="R44231197ae7940cc" /><Relationship Type="http://schemas.openxmlformats.org/officeDocument/2006/relationships/slide" Target="/ppt/slides/slide5.xml" Id="R6352f44eb1a14cb5" /><Relationship Type="http://schemas.openxmlformats.org/officeDocument/2006/relationships/slide" Target="/ppt/slides/slide6.xml" Id="Re39e22b33c444209" /><Relationship Type="http://schemas.openxmlformats.org/officeDocument/2006/relationships/slide" Target="/ppt/slides/slide7.xml" Id="R8ab30ad63afe48c3" /><Relationship Type="http://schemas.openxmlformats.org/officeDocument/2006/relationships/slide" Target="/ppt/slides/slide8.xml" Id="R21d0b38038234093" /><Relationship Type="http://schemas.openxmlformats.org/officeDocument/2006/relationships/slide" Target="/ppt/slides/slide9.xml" Id="R7a78a61b39434de1" /><Relationship Type="http://schemas.openxmlformats.org/officeDocument/2006/relationships/slide" Target="/ppt/slides/slide10.xml" Id="Re5a925f3311045f9" /><Relationship Type="http://schemas.openxmlformats.org/officeDocument/2006/relationships/slide" Target="/ppt/slides/slide11.xml" Id="Ref44daaa8e874888" /><Relationship Type="http://schemas.openxmlformats.org/officeDocument/2006/relationships/slide" Target="/ppt/slides/slide12.xml" Id="Rf21938bd0b084ad7" /><Relationship Type="http://schemas.openxmlformats.org/officeDocument/2006/relationships/slide" Target="/ppt/slides/slide13.xml" Id="R86450a6445da44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6fe04cb65549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b55124d04e49a1" /><Relationship Type="http://schemas.openxmlformats.org/officeDocument/2006/relationships/notesMaster" Target="/ppt/notesMasters/notesMaster1.xml" Id="Rc13d8fd9793b41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9e231866974122" /><Relationship Type="http://schemas.openxmlformats.org/officeDocument/2006/relationships/notesMaster" Target="/ppt/notesMasters/notesMaster1.xml" Id="Rcd36d1438fc149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f95ea024594f84" /><Relationship Type="http://schemas.openxmlformats.org/officeDocument/2006/relationships/notesMaster" Target="/ppt/notesMasters/notesMaster1.xml" Id="Rf9c0d465378f45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fe10b4d84d4c35" /><Relationship Type="http://schemas.openxmlformats.org/officeDocument/2006/relationships/notesMaster" Target="/ppt/notesMasters/notesMaster1.xml" Id="Rb70811919dbe40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c12eb291df4403" /><Relationship Type="http://schemas.openxmlformats.org/officeDocument/2006/relationships/notesMaster" Target="/ppt/notesMasters/notesMaster1.xml" Id="Rd49df457d02142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6bacb56802435d" /><Relationship Type="http://schemas.openxmlformats.org/officeDocument/2006/relationships/notesMaster" Target="/ppt/notesMasters/notesMaster1.xml" Id="R4c85490a2e624b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df228ec54e4ab8" /><Relationship Type="http://schemas.openxmlformats.org/officeDocument/2006/relationships/notesMaster" Target="/ppt/notesMasters/notesMaster1.xml" Id="Radb19258dc7c48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64fedff9d84831" /><Relationship Type="http://schemas.openxmlformats.org/officeDocument/2006/relationships/notesMaster" Target="/ppt/notesMasters/notesMaster1.xml" Id="Rb7ba1b54969343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d4865fc8184098" /><Relationship Type="http://schemas.openxmlformats.org/officeDocument/2006/relationships/notesMaster" Target="/ppt/notesMasters/notesMaster1.xml" Id="R293db14a62d44c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8dcd4d462d44f0" /><Relationship Type="http://schemas.openxmlformats.org/officeDocument/2006/relationships/notesMaster" Target="/ppt/notesMasters/notesMaster1.xml" Id="R01b3ad8e57684c2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b7ef9c9cb34708" /><Relationship Type="http://schemas.openxmlformats.org/officeDocument/2006/relationships/notesMaster" Target="/ppt/notesMasters/notesMaster1.xml" Id="Rb1affa7e160447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dd6c2a292f4007" /><Relationship Type="http://schemas.openxmlformats.org/officeDocument/2006/relationships/notesMaster" Target="/ppt/notesMasters/notesMaster1.xml" Id="R6b053109e67f48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b7055ebac564c68" /><Relationship Type="http://schemas.openxmlformats.org/officeDocument/2006/relationships/notesMaster" Target="/ppt/notesMasters/notesMaster1.xml" Id="R1221e3757bc644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a2a99dded54b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7a3e77eba24b17" /><Relationship Type="http://schemas.openxmlformats.org/officeDocument/2006/relationships/slideLayout" Target="/ppt/slideLayouts/slideLayout1.xml" Id="Rbd886af26c0843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886af26c0843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e0892e05948f5" /><Relationship Type="http://schemas.openxmlformats.org/officeDocument/2006/relationships/notesSlide" Target="/ppt/notesSlides/notesSlide1.xml" Id="R824d2a053fe944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3b8eda1b04f3e" /><Relationship Type="http://schemas.openxmlformats.org/officeDocument/2006/relationships/notesSlide" Target="/ppt/notesSlides/notesSlide2.xml" Id="Rd4296e00508c43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3514fa0e540e5" /><Relationship Type="http://schemas.openxmlformats.org/officeDocument/2006/relationships/notesSlide" Target="/ppt/notesSlides/notesSlide3.xml" Id="R04de7cbf540845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605ea9b464cee" /><Relationship Type="http://schemas.openxmlformats.org/officeDocument/2006/relationships/notesSlide" Target="/ppt/notesSlides/notesSlide4.xml" Id="R5ae9c654fa5045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88e284ffa4a52" /><Relationship Type="http://schemas.openxmlformats.org/officeDocument/2006/relationships/notesSlide" Target="/ppt/notesSlides/notesSlide5.xml" Id="Ra344adeb2b3040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7d37bbecb444a" /><Relationship Type="http://schemas.openxmlformats.org/officeDocument/2006/relationships/notesSlide" Target="/ppt/notesSlides/notesSlide6.xml" Id="Rd7ba24a9182d46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7109bbd8ef4161" /><Relationship Type="http://schemas.openxmlformats.org/officeDocument/2006/relationships/notesSlide" Target="/ppt/notesSlides/notesSlide7.xml" Id="Rcbdfcb9d905a4d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e30e74e444864" /><Relationship Type="http://schemas.openxmlformats.org/officeDocument/2006/relationships/notesSlide" Target="/ppt/notesSlides/notesSlide8.xml" Id="R233bc602e28d42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7c36703c640af" /><Relationship Type="http://schemas.openxmlformats.org/officeDocument/2006/relationships/notesSlide" Target="/ppt/notesSlides/notesSlide9.xml" Id="Ra469106e86f243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87c6d710947a5" /><Relationship Type="http://schemas.openxmlformats.org/officeDocument/2006/relationships/notesSlide" Target="/ppt/notesSlides/notesSlide10.xml" Id="R9e15ee257b2041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51b72aff4458b" /><Relationship Type="http://schemas.openxmlformats.org/officeDocument/2006/relationships/notesSlide" Target="/ppt/notesSlides/notesSlide11.xml" Id="R7289a312ef1d45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17809b48bc4564" /><Relationship Type="http://schemas.openxmlformats.org/officeDocument/2006/relationships/notesSlide" Target="/ppt/notesSlides/notesSlide12.xml" Id="R94cf1eaab0a143a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34c627e5144d3" /><Relationship Type="http://schemas.openxmlformats.org/officeDocument/2006/relationships/notesSlide" Target="/ppt/notesSlides/notesSlide13.xml" Id="R11fdbff8e88349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9E1BBCF4-DD19-4FA4-B9CF-58203B46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8EEFF8A4-1D67-43AB-8396-06EA72AC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0A6CC1A6-5C4B-426E-B3FB-A80A9D2A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181AC954-0F5C-484D-B1A1-166BD9EF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229D2B00-25D0-48EC-B937-AE240545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011E38CA-CC35-4C7D-9768-A7ED42E0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6C205FDC-43C0-4A6A-B000-0E3C063B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957A068-7CB7-4D7D-BC89-4182E138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G1、Go2 与 ROS2 实训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C766CE0-5115-49AF-834B-B3B7DDD7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从安全检查、ROS2 节点和话题进入基础动作、状态读取与异常排查。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9CA3E149-6E5B-407D-9418-86749C69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917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ROS2 让传感器、控制器、可视化和应用程序通过明确接口协作，但“节点都启动了”并不代表机器人适合动作。真实设备还受到电量、网络时延、地面摩擦、关节温度…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D368684A-9B25-46CA-9047-846107C9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06D9CA73-C119-4117-A12A-104F9B14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EM-005 · EM-005-S01</a:t>
            </a:r>
          </a:p>
        </p:txBody>
      </p:sp>
    </p:spTree>
    <p:extLst>
      <p:ext uri="{BB962C8B-B14F-4D97-AF65-F5344CB8AC3E}">
        <p14:creationId xmlns:p14="http://schemas.microsoft.com/office/powerpoint/2010/main" val="11840754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143611CA-AE12-4AB3-8451-5A696A51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B0F519A6-D593-47AC-B801-663CF39B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813B2830-16D2-4168-8279-F482AC2F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5A88E3DA-49BA-4236-BEB7-32532F1F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3A370FA9-6E5F-4359-AFB4-5ABED56C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34CC2B22-9814-4A97-9909-13286C95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 G1 人形机器人与 Go2 四足机器人在自由度、平衡、跌倒风险和控制接口上的差异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ED49C6F2-D9E0-401D-8DA3-6D386EDF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用节点、话题、服务、参数和 launch 文件画出 ROS2 控制链路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31617302-72FA-40D9-A9A7-CC20A3CC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用无需真机的固定消息与 trace 演练，验证“环境确认—只读检查—受限动作—超时停止—记录”的实验闭环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BFFC4CF6-5E1B-4503-8DC5-8D036A95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根据电源、网络、节点、话题、坐标和硬件状态逐层定位异常</a:t>
            </a:r>
          </a:p>
        </p:txBody>
      </p:sp>
    </p:spTree>
    <p:extLst>
      <p:ext uri="{BB962C8B-B14F-4D97-AF65-F5344CB8AC3E}">
        <p14:creationId xmlns:p14="http://schemas.microsoft.com/office/powerpoint/2010/main" val="18893858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9BD4A7DA-82C8-4D25-82D9-17B44C61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A10A4C42-25E3-40E7-9A7F-66F6B99F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4A9B305B-0367-4B6E-9D12-50C82443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上电前清空活动区域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3304465A-8A90-46E7-81AE-5295EEB1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3E0EE8D2-B06E-48C8-8399-C7B029FB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38D0090-C8CA-4970-810A-0F227619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8D61F21-5BDC-4AE1-BB2F-9399FA34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实训前置：先确认“谁能让它停下”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63BF5F4-8680-4AEA-94C0-0D93DC63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上电前清空活动区域，检查地面、关节外观、电池锁定、遥控器或急停、无线与有线网络。指定一名操作员负责命令，一名安全观察员负责急停；两人都要知道失联、异常姿态、异响、过热和人员进入安全区时如何停止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C8B3F1D-9C3C-4F92-B628-FBF2923A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F566371-FDCF-4457-8C9E-1C1BC7B2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软件环境记录操作系统、ROS2 发行版、工作区版本、机器人型号、固件和网络配置。不同版本的包名、话题名和参数可能变化；任何真机课程都应在开始前发布可访问的版本清单、接口表和急停说明…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4FBD4F2E-05DA-4AF4-9AF7-07431C2F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62A606CF-4B86-4412-9CB6-F8A19D5A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上电前清空活动区域</a:t>
            </a:r>
          </a:p>
        </p:txBody>
      </p:sp>
    </p:spTree>
    <p:extLst>
      <p:ext uri="{BB962C8B-B14F-4D97-AF65-F5344CB8AC3E}">
        <p14:creationId xmlns:p14="http://schemas.microsoft.com/office/powerpoint/2010/main" val="1861646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154FAF02-9B45-4AC0-91F1-7E2545CD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BAA6DA11-516B-46DA-860D-E0FEFA1C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FDB3E4CB-EC45-4BF2-8752-1F99ADCE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ROS2 节点 承担功能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922D6225-6E64-4136-85B2-4810FB4F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EED1A9FA-D279-486A-B8B4-8E7DD008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9AD1D68-714C-44ED-A5A1-A803D8FB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5493E24-D7E9-4D13-A421-07A6548F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ROS2 图谱：用固定离线演练理解接口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D1EE296-D278-4E89-B893-2981EE27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ROS2 节点 承担功能， 话题 传递连续消息， 服务 处理一次请求与响应， 参数 配置节点行为， launch 文件把多个节点按依赖启动。为了让没有设备和 ROS2 环境的学习者也能完成练习…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7F1B019-7653-45DA-B24A-A6E610C7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A0CF551-FFE5-4289-897E-A3EC67A0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这不是某一型号机器人的真实接口表，而是一份用于学习安全契约的固定演练。进入真机前，再把演练名称逐项映射为对应 SDK 和固件的真实接口，并重新核对消息类型、单位、频率、权限和停止语义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63A4D102-0578-4743-8D76-7DC4217E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D844136B-0557-47F3-8089-398A254A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ROS2 节点 承担功能</a:t>
            </a:r>
          </a:p>
        </p:txBody>
      </p:sp>
    </p:spTree>
    <p:extLst>
      <p:ext uri="{BB962C8B-B14F-4D97-AF65-F5344CB8AC3E}">
        <p14:creationId xmlns:p14="http://schemas.microsoft.com/office/powerpoint/2010/main" val="19916019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0249F3C4-2850-4012-9C8D-DCFC8FDE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85842D29-AE5B-4FC0-AA81-B99BB633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105B3D86-8C8E-40D2-AE1C-8C2CB563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1381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键盘控制节点读取按键，把前进、后退、转向和停止映射为机器人命令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0B6389E9-3C4D-4157-AF51-6A4F61E2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CE7BDFE8-4F92-4151-A577-AC25797B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DDFB95F-33C8-4948-8E46-C046F905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6F29A14-AAA1-405F-BC00-7A4F5E77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键盘控制：先定义可验证的消息契约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C1BEFF0-CE08-434D-BF31-206EFE16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键盘控制节点读取按键，把前进、后退、转向和停止映射为机器人命令。可靠实现应限制最大线速度和角速度，按键松开或输入超时后自动发送零速度，并把退出键与急停行为写在界面上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3388C42-86B6-4752-B078-15B5E669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F5F77E2-5DF2-4011-99FB-E4884498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本节离线演练采用固定契约：前进命令为 linear.x = 0.05 ，左右转向只使用 angular.z 且绝对值不超过 0.10 ，其余分量始终为零；连续 0.50 秒没有新命令时…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034175D8-4813-45D6-BDF4-0E359EFC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7589EDFB-29D4-4263-8EDA-3580BA4C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真正实现时，消息定义、构建方式和可执行入口应来自公开且固定版本的工作区说明；在这些信息缺失时，不应凭课件截图猜包名或接入真机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23E0F7A5-BA68-444D-9675-E8A0D90E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8BC2E38F-A14E-4C32-BE36-9502A231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键盘控制节点读取按键，把前进、后退、转向和停止映射为机器人命令</a:t>
            </a:r>
          </a:p>
        </p:txBody>
      </p:sp>
    </p:spTree>
    <p:extLst>
      <p:ext uri="{BB962C8B-B14F-4D97-AF65-F5344CB8AC3E}">
        <p14:creationId xmlns:p14="http://schemas.microsoft.com/office/powerpoint/2010/main" val="10972124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E93BDE9B-A4CA-48EF-8171-962F5662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34FC4E45-C1B9-4CDC-98F8-A071C2F5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E0EE36BA-7959-4BEA-9FD6-CC5D401B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导航与键盘工具常发布 geometry msgs/msg/Twist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FC55A04-F507-4AF9-BB8C-05E50B36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BC9DF053-D4FA-4D6B-AA19-C2BA251D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463080C-C0CE-4F9C-A69A-581CD0409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43FD3E6-DEA9-4407-9767-7EBCDBB8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Twist 桥接：在通用接口与设备接口之间转换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A288E65-5985-42CC-AC00-64B6C31E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导航与键盘工具常发布 geometry msgs/msg/Twist ，其中线速度和角速度使用通用字段；设备驱动可能使用厂商消息或专用 API。桥接节点订阅 Twist ，做限幅…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078F488-56D0-4CD2-B874-7F2983F4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6E35E97-0D2F-40B4-BB2B-AE33ACCB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桥接不是简单“字段复制”。必须确认前进轴、旋转方向、单位、更新频率、停止语义和失联策略。测试顺序是零命令、极低速度短脉冲、停止、单轴移动，再进入组合动作；每一步都观察状态回读和安全区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C1402973-6B50-4AD5-8A61-C3A18A4F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56E24C2B-589A-4502-937E-C4D96CC0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导航与键盘工具常发布 geometry msgs/msg/Twist</a:t>
            </a:r>
          </a:p>
        </p:txBody>
      </p:sp>
    </p:spTree>
    <p:extLst>
      <p:ext uri="{BB962C8B-B14F-4D97-AF65-F5344CB8AC3E}">
        <p14:creationId xmlns:p14="http://schemas.microsoft.com/office/powerpoint/2010/main" val="14404221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113ECA55-CB7D-4E72-9C1A-6430CC69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1F6F8AF2-6BF6-4B9F-89AA-6253C77D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EEC510F2-21B5-4037-9ABD-300B00E6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URDF 描述连杆、关节、惯性和视觉模型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13BD4C2A-2A1F-45F9-9509-5C6B98E4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F5457C8A-E81F-4FA9-9D77-4AC1E895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9741771-2F67-4D24-A8EC-3137BC45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F0AE32A-5142-467A-BE10-FFCB32DA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模型可视化：URDF、TF 与实机要一致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16E82D5-B676-4E4E-95EA-685DC535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URDF 描述连杆、关节、惯性和视觉模型， robot state publisher 根据关节状态发布 TF，RViz 用来检查模型姿态与坐标关系。模型可视化通过不等于真机状态正确…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A712B63-6149-4A99-8E18-9AFD2D9F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7938360-C691-4EDB-9354-FC7FEC6C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检查固定姿态时各关节是否方向一致，移动后模型是否跟随， base 、里程计与世界坐标是否形成连通 TF 树。不要为了“画面看起来对”而在 RViz 中临时补错坐标，应回到 URDF…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2A0F36D6-8C03-4FAC-BD74-B08419F0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2D004E3C-D6BA-4055-80FC-F366F141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URDF 描述连杆、关节、惯性和视觉模型</a:t>
            </a:r>
          </a:p>
        </p:txBody>
      </p:sp>
    </p:spTree>
    <p:extLst>
      <p:ext uri="{BB962C8B-B14F-4D97-AF65-F5344CB8AC3E}">
        <p14:creationId xmlns:p14="http://schemas.microsoft.com/office/powerpoint/2010/main" val="11216405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F4B073CC-9502-4301-8634-414AEFDB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BEBACF1B-2613-4C65-8F1C-7916873C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704377A7-9A48-4203-872A-A8CD1141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Go2 四足结构支撑面较稳定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C037C6C-CE84-46BD-8BCA-10CD442A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690F629F-DE78-44BB-971A-62680E79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8310F0A-C022-4A0A-A6B9-887CAC2B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24C6BDB-5945-4A20-B8EE-7980DF1E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G1 与 Go2：同一协议，不同风险包络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8B99B37-4DFB-45FA-86A9-D6811C17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Go2 四足结构支撑面较稳定，适合教学中从速度命令、状态读取和导航接口入门；G1 人形平台的关节数、质心高度和接触切换更复杂，跌倒可能伤及设备和周围人员。两者可共享 ROS2 的观测…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6F200BBD-F801-414C-A50A-7F25181F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A4F5E5BE-1587-4404-A34D-56C708BB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Go2 四足结构支撑面较稳定</a:t>
            </a:r>
          </a:p>
        </p:txBody>
      </p:sp>
    </p:spTree>
    <p:extLst>
      <p:ext uri="{BB962C8B-B14F-4D97-AF65-F5344CB8AC3E}">
        <p14:creationId xmlns:p14="http://schemas.microsoft.com/office/powerpoint/2010/main" val="15034993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B6E6E390-77BC-49FA-B6D9-B45B7E9E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39109778-7264-452F-B3B1-806A3A92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915B125B-1FBF-4EDD-8DF4-F688AE2C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出现异常时先停止动作并保持现场安全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A753404E-68B6-4782-B67B-7EF9B298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346E2A43-B61E-40E3-9219-DE7A2A48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CEBA172-89E2-441A-A720-A101F754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FAE8BC6-B724-477E-B668-4E65DE35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诊断顺序：不要一上来改代码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147231D-7766-4855-8803-AA1D6BBD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出现异常时先停止动作并保持现场安全，然后按“电源与急停—物理网络—设备可达—驱动进程—节点—话题类型与频率—TF 与参数—应用逻辑—硬件故障”逐层排查。每层都留下可观察证据，避免同时改网络…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D4ACFE34-271D-4393-8661-838B879A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F549387E-31CE-4467-A391-DA771ADB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出现异常时先停止动作并保持现场安全</a:t>
            </a:r>
          </a:p>
        </p:txBody>
      </p:sp>
    </p:spTree>
    <p:extLst>
      <p:ext uri="{BB962C8B-B14F-4D97-AF65-F5344CB8AC3E}">
        <p14:creationId xmlns:p14="http://schemas.microsoft.com/office/powerpoint/2010/main" val="5387968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B9FBF629-550D-40F4-8425-DC75CC27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24003627-F80A-462C-BB6E-D1E58708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EBDA760-DFDB-4E89-8D57-709E3789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无需真机的固定 trace 验收必须经过边界验证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329C9B07-9BFD-4DDE-A885-74A3036B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40581EE3-996E-42ED-9B0E-E2FCDE50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263B734A-E206-4966-9E78-A0954816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无需真机的固定 trace 验收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18BA073-44D8-455D-A811-F4288003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场景｜按上面的契约判断以下记录，预期结果是唯一的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9874DB6-D8FA-46A9-B936-624BE023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机制｜如果学习者在 0.81 秒或 1.10 秒仍输出非零命令，说明安全桥接不合格。这个演练验证的是控制契约和停止逻辑，不表示任何真实机器人已通过安全测试</a:t>
            </a:r>
          </a:p>
        </p:txBody>
      </p:sp>
      <p:sp>
        <p:nvSpPr>
          <p:cNvPr id="9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777F023E-0C0E-49F6-8210-5E0D0D42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0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3110BF89-575E-4F92-87C4-577123F6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无需真机的固定 trace 验收必须经过边界验证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8661757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31313CF4-4677-4750-864F-DEDE04FB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EEB4896C-FB4E-4944-B2F1-D5DD2F3A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23F8C8C4-7335-4168-8775-6B298B03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2B947862-F55F-4821-9E51-97D5DE62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923A3335-9398-4A77-87CF-10D81087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A8ABB7C0-142D-4FEB-8CA9-746B9E2F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694F77BD-DB3A-4349-9209-FF12BA5F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D335541E-DCB6-42B9-8994-B620DE4D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根据固定图谱，画出四个节点与三个话题的方向，并标出哪一处拥有最终放行权。；独立计算固定 trace 的六行预期输出，再与表格答案比较；任何一行不一致都要写出错误原因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74985B17-A44A-4CB6-941B-DCCFF1BF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242CE42E-4655-439D-B9C6-0553A953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270DE1FD-B2F0-48BA-95AD-0B0A4DE2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01E41D96-F1EE-4B55-A850-325C2548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新增两个测试：一个越过线速度限幅，一个在 stopped 状态发出转向命令，写出桥接应输出什么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054FDC4A-FD71-467A-9E3A-AE3660AF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068BC325-50F7-46A2-BFD0-D445D843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56A7F4D9-674A-456D-871F-C9613D43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5EAB8ED2-1D64-497D-AF90-E4B9ADA6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设计一份未来真机实验记录模板：设备与软件版本、人员分工、接口映射、启动顺序、动作、回读、异常、停止和结论。没有完成接口映射与现场批准时，模板保持“禁止真机动作”</a:t>
            </a:r>
          </a:p>
        </p:txBody>
      </p:sp>
    </p:spTree>
    <p:extLst>
      <p:ext uri="{BB962C8B-B14F-4D97-AF65-F5344CB8AC3E}">
        <p14:creationId xmlns:p14="http://schemas.microsoft.com/office/powerpoint/2010/main" val="17084498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07E809E1-CF4F-42AB-8C8F-6C8F715B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31AACD41-AEAD-4B84-A655-6437592D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37434E2C-8249-4031-A309-F37A590C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FDFAB2CD-B8BE-40C0-B37E-C3FFE02F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64AA99AF-C30A-4036-9399-2144E577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1DB7B15-70F1-4EBB-A9A7-4D509747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8876E00-25AD-4ECE-A6FE-5DFE9FBB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8FD96E8C-6197-4864-B3FD-C8DC4AF8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上电前清空活动区域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0B2A3637-7456-453C-AA1B-FC36D551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867ED8A8-4ACC-4E66-B57B-2B239953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5719C8DD-BDDE-4B9C-9451-5FB96DAB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894B6E92-79A2-44F3-9EAC-B7139992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导航与键盘工具常发布 geometry msgs/msg/Twist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A7B87C23-19BA-4B35-9E3F-3D5B2EB7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D9BBE442-C21C-4618-8C67-59AE4DCB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49BE79D1-2439-44FC-8A85-052FA024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64B14F8F-E282-48CC-9B1D-34249DE9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出现异常时先停止动作并保持现场安全</a:t>
            </a:r>
          </a:p>
        </p:txBody>
      </p:sp>
    </p:spTree>
    <p:extLst>
      <p:ext uri="{BB962C8B-B14F-4D97-AF65-F5344CB8AC3E}">
        <p14:creationId xmlns:p14="http://schemas.microsoft.com/office/powerpoint/2010/main" val="202519874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53D1FE9A-89E3-4250-AD5C-3C50868B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63A77B4E-F396-4A47-B6D0-99CD1A03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5400F37F-8338-46B4-A436-72998EFA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A1FF1B7D-DA4A-41CA-A244-82C3A59D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378280A7-B5E0-467A-902D-967C40E3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743F62F5-694B-4DCF-A0C4-C68F4F91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AD7C72BF-2173-4E69-A27D-3A4E3D7F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ROS 2 Jazzy：基本概念：节点、话题、服务、参数和动作的官方概念入口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82367557-7DBC-4187-8AE6-C25F438B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ROS 2 geometry msgs/msg/Twist ：本节离线消息契约所用类型的官方定义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5C957FBA-7BFB-462D-9108-010799F9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756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真机动作必须使用对应型号、固件与 SDK 的官方接口，并在具备安全分工、保护空间和急停条件的现场完成；本页离线 trace 不能替代真机安全验证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BCC92AED-F3A9-4F7C-B2C2-D5784F6F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E4368F8D-0556-4E35-A347-E8471DDF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630817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2026-07-11T12:05:33.2250000Z</dcterms:created>
  <dcterms:modified xsi:type="dcterms:W3CDTF">2026-07-11T12:05:33.2250000Z</dcterms:modified>
</coreProperties>
</file>