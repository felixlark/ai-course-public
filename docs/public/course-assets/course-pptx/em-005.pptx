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0af20010d742f9" /><Relationship Type="http://schemas.openxmlformats.org/officeDocument/2006/relationships/extended-properties" Target="/docProps/app.xml" Id="R99e677df45db4fd6" /><Relationship Type="http://schemas.openxmlformats.org/officeDocument/2006/relationships/officeDocument" Target="/ppt/presentation.xml" Id="Raf52e4ac750b48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4eb99ec3354943"/>
  </p:sldMasterIdLst>
  <p:notesMasterIdLst>
    <p:notesMasterId xmlns:r="http://schemas.openxmlformats.org/officeDocument/2006/relationships" r:id="R2d12a45e45364188"/>
  </p:notesMasterIdLst>
  <p:sldIdLst>
    <p:sldId xmlns:r="http://schemas.openxmlformats.org/officeDocument/2006/relationships" id="256" r:id="R96e1192eb695434d"/>
    <p:sldId xmlns:r="http://schemas.openxmlformats.org/officeDocument/2006/relationships" id="257" r:id="R18e1d39c9e3e4e85"/>
    <p:sldId xmlns:r="http://schemas.openxmlformats.org/officeDocument/2006/relationships" id="258" r:id="R1976f723c1d0421d"/>
    <p:sldId xmlns:r="http://schemas.openxmlformats.org/officeDocument/2006/relationships" id="259" r:id="Rf9b089b30aca4e76"/>
    <p:sldId xmlns:r="http://schemas.openxmlformats.org/officeDocument/2006/relationships" id="260" r:id="R5579700cdd394729"/>
    <p:sldId xmlns:r="http://schemas.openxmlformats.org/officeDocument/2006/relationships" id="261" r:id="Rfe474b3c1dc14e2d"/>
    <p:sldId xmlns:r="http://schemas.openxmlformats.org/officeDocument/2006/relationships" id="262" r:id="Rf170b4f7fbf04250"/>
    <p:sldId xmlns:r="http://schemas.openxmlformats.org/officeDocument/2006/relationships" id="263" r:id="Re4a1fae39d724251"/>
    <p:sldId xmlns:r="http://schemas.openxmlformats.org/officeDocument/2006/relationships" id="264" r:id="Rc7f6ff94015c49c9"/>
    <p:sldId xmlns:r="http://schemas.openxmlformats.org/officeDocument/2006/relationships" id="265" r:id="R3e8da4488fc64711"/>
    <p:sldId xmlns:r="http://schemas.openxmlformats.org/officeDocument/2006/relationships" id="266" r:id="R182ed07fdc324129"/>
    <p:sldId xmlns:r="http://schemas.openxmlformats.org/officeDocument/2006/relationships" id="267" r:id="R34eb72756d844468"/>
    <p:sldId xmlns:r="http://schemas.openxmlformats.org/officeDocument/2006/relationships" id="268" r:id="R8aaba6773d2446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47e482796a4208" /><Relationship Type="http://schemas.openxmlformats.org/officeDocument/2006/relationships/slideMaster" Target="/ppt/slideMasters/slideMaster1.xml" Id="Reb4eb99ec3354943" /><Relationship Type="http://schemas.openxmlformats.org/officeDocument/2006/relationships/notesMaster" Target="/ppt/notesMasters/notesMaster1.xml" Id="R2d12a45e45364188" /><Relationship Type="http://schemas.openxmlformats.org/officeDocument/2006/relationships/presProps" Target="/ppt/presProps.xml" Id="R6378916d2c7045ee" /><Relationship Type="http://schemas.openxmlformats.org/officeDocument/2006/relationships/tableStyles" Target="/ppt/tableStyles.xml" Id="R93e18c027d6548fc" /><Relationship Type="http://schemas.openxmlformats.org/officeDocument/2006/relationships/slide" Target="/ppt/slides/slide1.xml" Id="R96e1192eb695434d" /><Relationship Type="http://schemas.openxmlformats.org/officeDocument/2006/relationships/slide" Target="/ppt/slides/slide2.xml" Id="R18e1d39c9e3e4e85" /><Relationship Type="http://schemas.openxmlformats.org/officeDocument/2006/relationships/slide" Target="/ppt/slides/slide3.xml" Id="R1976f723c1d0421d" /><Relationship Type="http://schemas.openxmlformats.org/officeDocument/2006/relationships/slide" Target="/ppt/slides/slide4.xml" Id="Rf9b089b30aca4e76" /><Relationship Type="http://schemas.openxmlformats.org/officeDocument/2006/relationships/slide" Target="/ppt/slides/slide5.xml" Id="R5579700cdd394729" /><Relationship Type="http://schemas.openxmlformats.org/officeDocument/2006/relationships/slide" Target="/ppt/slides/slide6.xml" Id="Rfe474b3c1dc14e2d" /><Relationship Type="http://schemas.openxmlformats.org/officeDocument/2006/relationships/slide" Target="/ppt/slides/slide7.xml" Id="Rf170b4f7fbf04250" /><Relationship Type="http://schemas.openxmlformats.org/officeDocument/2006/relationships/slide" Target="/ppt/slides/slide8.xml" Id="Re4a1fae39d724251" /><Relationship Type="http://schemas.openxmlformats.org/officeDocument/2006/relationships/slide" Target="/ppt/slides/slide9.xml" Id="Rc7f6ff94015c49c9" /><Relationship Type="http://schemas.openxmlformats.org/officeDocument/2006/relationships/slide" Target="/ppt/slides/slide10.xml" Id="R3e8da4488fc64711" /><Relationship Type="http://schemas.openxmlformats.org/officeDocument/2006/relationships/slide" Target="/ppt/slides/slide11.xml" Id="R182ed07fdc324129" /><Relationship Type="http://schemas.openxmlformats.org/officeDocument/2006/relationships/slide" Target="/ppt/slides/slide12.xml" Id="R34eb72756d844468" /><Relationship Type="http://schemas.openxmlformats.org/officeDocument/2006/relationships/slide" Target="/ppt/slides/slide13.xml" Id="R8aaba6773d2446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c5ffd3335d4c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f84c84d4db43c5" /><Relationship Type="http://schemas.openxmlformats.org/officeDocument/2006/relationships/notesMaster" Target="/ppt/notesMasters/notesMaster1.xml" Id="R3fbc26139bef41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9f655fcb674d28" /><Relationship Type="http://schemas.openxmlformats.org/officeDocument/2006/relationships/notesMaster" Target="/ppt/notesMasters/notesMaster1.xml" Id="R4d681533bd9f45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b11802be1343b1" /><Relationship Type="http://schemas.openxmlformats.org/officeDocument/2006/relationships/notesMaster" Target="/ppt/notesMasters/notesMaster1.xml" Id="R8c886831db5942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b35d8ffdee44d7" /><Relationship Type="http://schemas.openxmlformats.org/officeDocument/2006/relationships/notesMaster" Target="/ppt/notesMasters/notesMaster1.xml" Id="Rdf0a13909d2544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8427ad5bac45a5" /><Relationship Type="http://schemas.openxmlformats.org/officeDocument/2006/relationships/notesMaster" Target="/ppt/notesMasters/notesMaster1.xml" Id="Rc377811a018f49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58de74efab4db4" /><Relationship Type="http://schemas.openxmlformats.org/officeDocument/2006/relationships/notesMaster" Target="/ppt/notesMasters/notesMaster1.xml" Id="R4598b2cfd9314e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51582c88e046d9" /><Relationship Type="http://schemas.openxmlformats.org/officeDocument/2006/relationships/notesMaster" Target="/ppt/notesMasters/notesMaster1.xml" Id="Re305a22ce39c4f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25d61b524d4318" /><Relationship Type="http://schemas.openxmlformats.org/officeDocument/2006/relationships/notesMaster" Target="/ppt/notesMasters/notesMaster1.xml" Id="Redb6a68380654a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efe92b532c4392" /><Relationship Type="http://schemas.openxmlformats.org/officeDocument/2006/relationships/notesMaster" Target="/ppt/notesMasters/notesMaster1.xml" Id="R5b7a10b26dd34a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12db9570ba475e" /><Relationship Type="http://schemas.openxmlformats.org/officeDocument/2006/relationships/notesMaster" Target="/ppt/notesMasters/notesMaster1.xml" Id="R6075aaf16acd49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8a8473f28e4c91" /><Relationship Type="http://schemas.openxmlformats.org/officeDocument/2006/relationships/notesMaster" Target="/ppt/notesMasters/notesMaster1.xml" Id="R00d768954b1849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6ee0ba47ff4f5d" /><Relationship Type="http://schemas.openxmlformats.org/officeDocument/2006/relationships/notesMaster" Target="/ppt/notesMasters/notesMaster1.xml" Id="R40ef7c66f04a4f6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440c329e4a4f6a" /><Relationship Type="http://schemas.openxmlformats.org/officeDocument/2006/relationships/notesMaster" Target="/ppt/notesMasters/notesMaster1.xml" Id="Rb7d7b5d7a42647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d7232128442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c01bd3cc52479c" /><Relationship Type="http://schemas.openxmlformats.org/officeDocument/2006/relationships/slideLayout" Target="/ppt/slideLayouts/slideLayout1.xml" Id="R56c5b1e450e54c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c5b1e450e54c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623fbcd2a448e" /><Relationship Type="http://schemas.openxmlformats.org/officeDocument/2006/relationships/notesSlide" Target="/ppt/notesSlides/notesSlide1.xml" Id="Rd585d9244f8e47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d7890eb4943fd" /><Relationship Type="http://schemas.openxmlformats.org/officeDocument/2006/relationships/notesSlide" Target="/ppt/notesSlides/notesSlide2.xml" Id="R22ca8110251a4b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d2642988249c2" /><Relationship Type="http://schemas.openxmlformats.org/officeDocument/2006/relationships/notesSlide" Target="/ppt/notesSlides/notesSlide3.xml" Id="R0a76b7e7e6a64d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b8bb3ba584075" /><Relationship Type="http://schemas.openxmlformats.org/officeDocument/2006/relationships/notesSlide" Target="/ppt/notesSlides/notesSlide4.xml" Id="Rfd11f3ffafdc43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63d00854f4ef7" /><Relationship Type="http://schemas.openxmlformats.org/officeDocument/2006/relationships/notesSlide" Target="/ppt/notesSlides/notesSlide5.xml" Id="R42b2306e009b45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3854b63934f87" /><Relationship Type="http://schemas.openxmlformats.org/officeDocument/2006/relationships/notesSlide" Target="/ppt/notesSlides/notesSlide6.xml" Id="R8458a56d987349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51c97606e4dfd" /><Relationship Type="http://schemas.openxmlformats.org/officeDocument/2006/relationships/notesSlide" Target="/ppt/notesSlides/notesSlide7.xml" Id="R93a1d45410e546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2f87aa0114d2e" /><Relationship Type="http://schemas.openxmlformats.org/officeDocument/2006/relationships/notesSlide" Target="/ppt/notesSlides/notesSlide8.xml" Id="R859b137236ce4e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db8c5831043cc" /><Relationship Type="http://schemas.openxmlformats.org/officeDocument/2006/relationships/notesSlide" Target="/ppt/notesSlides/notesSlide9.xml" Id="R713d17b89d8f41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f8e5554d2495b" /><Relationship Type="http://schemas.openxmlformats.org/officeDocument/2006/relationships/notesSlide" Target="/ppt/notesSlides/notesSlide10.xml" Id="R2c9b74e4fdc046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90f3c5a734d15" /><Relationship Type="http://schemas.openxmlformats.org/officeDocument/2006/relationships/notesSlide" Target="/ppt/notesSlides/notesSlide11.xml" Id="Rd4218e306b4742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4d78d607b42b5" /><Relationship Type="http://schemas.openxmlformats.org/officeDocument/2006/relationships/notesSlide" Target="/ppt/notesSlides/notesSlide12.xml" Id="Reac69c628ec843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0e89923ad4b93" /><Relationship Type="http://schemas.openxmlformats.org/officeDocument/2006/relationships/notesSlide" Target="/ppt/notesSlides/notesSlide13.xml" Id="R6582757449a545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E118CF3-9B2C-4DC5-AA4F-4D4DA2E4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E1C584C5-8DF2-4FD1-BB9A-72773A54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C2A6AB45-0535-48BA-8749-A4AE90E2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C65BD32-E66D-42EC-81B5-995B2064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028EF61-F180-4649-95A6-46264F20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BAEA58A-6427-4152-8088-C13CC025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007827BC-5580-4888-A9BC-A41AEFF1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A2BA079-1081-4098-B138-3972DCA8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G1、Go2 与 ROS2 实训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57040BF-B95C-4A50-BB8B-053DE650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从安全检查、ROS2 节点和话题进入基础动作、状态读取与异常排查。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4220F1E-17F6-4FAB-AB1D-9ED72F20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ROS2 让传感器、控制器、可视化和应用程序通过明确接口协作；但“节点都启动了”并不代表机器人适合动作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829237A-069F-4C0A-B9DB-DCDA7B72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CE33854-FC2A-4E5D-A4B3-94780B6C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EM-005 · EM-005-S01</a:t>
            </a:r>
          </a:p>
        </p:txBody>
      </p:sp>
    </p:spTree>
    <p:extLst>
      <p:ext uri="{BB962C8B-B14F-4D97-AF65-F5344CB8AC3E}">
        <p14:creationId xmlns:p14="http://schemas.microsoft.com/office/powerpoint/2010/main" val="21220145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B23E424-9411-460B-9C14-1CC9753C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94E2F918-E3D9-4E2E-8EA0-53F6A7EB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6134F328-72AC-4944-BCAE-A62DF811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804E7AC-65FD-47BA-809E-5FDA39C5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87B81E16-6E72-4143-858C-14D42AF5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268E47A-C499-4404-9B69-5BAF8F00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 G1 人形机器人与 Go2 四足机器人在自由度、平衡、跌倒风险和控制接口上的差异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36162EE-E69B-4D1A-82CE-837392AB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用节点、话题、服务、参数和 launch 文件画出 ROS2 控制链路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158204CB-2D6D-4CC3-8D04-A4B9661E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用无需真机的固定消息与 trace 演练，验证“环境确认—只读检查—受限动作—超时停止—记录”的实验闭环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D94F769-D0AC-4E97-B21A-7BA28198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根据电源、网络、节点、话题、坐标和硬件状态逐层定位异常</a:t>
            </a:r>
          </a:p>
        </p:txBody>
      </p:sp>
    </p:spTree>
    <p:extLst>
      <p:ext uri="{BB962C8B-B14F-4D97-AF65-F5344CB8AC3E}">
        <p14:creationId xmlns:p14="http://schemas.microsoft.com/office/powerpoint/2010/main" val="9648700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70661F96-58DD-4AEF-8990-10FE4C13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C708981-3CB9-459A-BB8D-943E7A1B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DE997B2-11FD-47AA-BF98-7B50CE75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168554AA-2B4B-4EB8-91EE-ABF495D2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AED7CA84-7E49-40BF-907D-5B7F2C57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5775E45-B5D7-4373-A10D-9A1C1C03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109CF9-16A8-4713-A3AB-BD67F437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实训前置：先确认“谁能让它停下”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CB3365A-38D0-4B19-871E-3A86B38A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电前清空活动区域；检查地面、关节外观、电池锁定、遥控器或急停、无线与有线网络；指定一名操作员负责命令；一名安全观察员负责急停；两人都要知道失联、异常姿态、异响、过热和人员进入安全区时如何停止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3347DE5-20B5-4A33-965A-477CEE7A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D30F9B1-A492-4C02-BF63-1618CA70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软件环境记录操作系统、ROS2 发行版、工作区版本、机器人型号、固件和网络配置；不同版本的包名、话题名和参数可能变化；任何真机课程都应在开始前发布可访问的版本清单、接口表和急停说明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08837E53-1C3A-4970-B32B-043E412B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A3042C9E-C51F-4BEA-8B9D-D81B16BB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</p:spTree>
    <p:extLst>
      <p:ext uri="{BB962C8B-B14F-4D97-AF65-F5344CB8AC3E}">
        <p14:creationId xmlns:p14="http://schemas.microsoft.com/office/powerpoint/2010/main" val="921424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39BBF01C-07C7-444D-805D-C14BCED4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6F7C48C8-733F-4514-8F3B-2019AA08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5E1E0596-AEB5-4229-A29F-912F8931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44513F3-A37F-40D7-8565-91D2D091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016E300-886F-4477-9F89-0F4669E0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E3E887C-E144-4854-AC6E-C4AEABD4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54365D6-E060-48CB-9EB3-6F4A0299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图谱：用固定离线演练理解接口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2B5BA8A-BC32-42BC-85B1-8FAA4217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0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ROS2 节点 承担功能；话题 传递连续消息；服务 处理一次请求与响应；参数 配置节点行为；launch 文件把多个节点按依赖启动；为了让没有设备和 ROS2 环境的学习者也能完成练习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CD694BE-4EA7-45BC-92CB-EC0FF50C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C1135FE-C297-4CED-A39C-E039DCF5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这不是某一型号机器人的真实接口表，而是一份用于学习安全契约的固定演练。进入真机前，再把演练名称逐项映射为对应 SDK 和固件的真实接口，并重新核对消息类型、单位、频率、权限和停止语义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999D2F9-ADDE-498D-A04B-ADE6B224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DFDDAF0-4BF3-4226-99D9-11B0E40A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</p:spTree>
    <p:extLst>
      <p:ext uri="{BB962C8B-B14F-4D97-AF65-F5344CB8AC3E}">
        <p14:creationId xmlns:p14="http://schemas.microsoft.com/office/powerpoint/2010/main" val="1574832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BFF56E9A-12D5-4B24-9815-3A52FBE5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B32D541-6F47-47BE-AF93-88176CA8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72025C0-0C60-44A9-B1B1-AAEC759C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键盘控制先把动作意图写成可验证消息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F8D98AE1-2140-46FE-A1DD-B470B9B0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646A5885-05AA-4C65-8433-CD59D082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94437DF-E3A6-40D2-939F-0241B386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D4DF689-9F92-46E2-9FF3-6D9715D2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键盘控制：先定义可验证的消息契约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BC453A1-1E5D-4472-9A06-679D1ECA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键盘控制节点读取按键，把前进、后退、转向和停止映射为机器人命令。可靠实现应限制最大线速度和角速度，按键松开或输入超时后自动发送零速度，并把退出键与急停行为写在界面上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49CAA6D-E476-422D-B671-00821BEE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5A4FBF9-5B06-480A-9E24-72E249BB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本节离线演练采用固定契约；前进命令为 linear.x = 0.05；左右转向只使用 angular.z 且绝对值不超过 0.10；其余分量始终为零，连续 0.50 秒没有新命令时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FF32285-9856-4CB6-BCC2-15129695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975B65D-6F91-48BC-85EE-924FB7AC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真正实现时，消息定义、构建方式和可执行入口应来自公开且固定版本的工作区说明；在这些信息缺失时，不应凭课件截图猜包名或接入真机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CA28838-8D9D-4AD9-801A-C4C1F56D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7B109492-D3B8-4A71-962B-E9BF6045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键盘控制先把动作意图写成可验证消息</a:t>
            </a:r>
          </a:p>
        </p:txBody>
      </p:sp>
    </p:spTree>
    <p:extLst>
      <p:ext uri="{BB962C8B-B14F-4D97-AF65-F5344CB8AC3E}">
        <p14:creationId xmlns:p14="http://schemas.microsoft.com/office/powerpoint/2010/main" val="14551803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0087599-CFD0-4615-8F41-F602C0AD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E732733-5499-46A9-A253-7CA5ECFE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566D55D-73E2-47B2-8484-1A808B6A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A1D2170D-11FD-4A8A-9BFA-7A4C2D41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F331934-37BB-4D1F-96A8-3830641C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C772D87-84CC-4007-A6D0-296C5C83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B512D6A-F0F6-42E7-8390-341E4ABA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Twist 桥接：在通用接口与设备接口之间转换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E64B8DA-E04F-465E-8BD9-96B67C64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导航与键盘工具常发布 geometry_msgs/msg/Twist；其中线速度和角速度使用通用字段；设备驱动可能使用厂商消息或专用 API；桥接节点订阅 Twist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FA9EAE0-3C69-4DF1-8CA4-96E6F2C0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FA7692F-A8D4-406A-9B85-CCE8DF8E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桥接不是简单“字段复制”。必须确认前进轴、旋转方向、单位、更新频率、停止语义和失联策略。测试顺序是零命令、极低速度短脉冲、停止、单轴移动，再进入组合动作；每一步都观察状态回读和安全区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EDCB515-7318-47DC-95F4-13B40D0D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7BDB4A7C-91DF-45A7-A028-4172EA33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</p:spTree>
    <p:extLst>
      <p:ext uri="{BB962C8B-B14F-4D97-AF65-F5344CB8AC3E}">
        <p14:creationId xmlns:p14="http://schemas.microsoft.com/office/powerpoint/2010/main" val="4724004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B7C16597-BB29-4781-9032-26F1591D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47DB5F6-9CBC-45B6-9DF4-46152E7A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703571EF-7144-46E7-894B-5BEC7739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3E1B01E-F3E5-4B31-865C-AE03559F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31D180C1-0DEF-4C89-94DA-C6534642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086909F-E8ED-467A-861B-94F26790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48B8C53-DD0C-4C0D-B399-96E5808F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模型可视化：URDF、TF 与实机要一致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C09F8BC-8528-47FE-A841-4AD822B6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URDF 描述连杆、关节、惯性和视觉模型；robot_state_publisher 根据关节状态发布 TF；RViz 用来检查模型姿态与坐标关系；模型可视化通过不等于真机状态正确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CEE3082-D9C4-43CE-8125-319DE162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A24D6E2-779B-461E-921F-21821309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检查固定姿态时各关节是否方向一致；移动后模型是否跟随；base 、里程计与世界坐标是否形成连通 TF 树；不要为了“画面看起来对”而在 RViz 中临时补错坐标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B3284F5-3AE7-4867-B36D-4915FEBD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DDC210B-A0FB-40D7-AE7F-6FFC8F9A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</p:spTree>
    <p:extLst>
      <p:ext uri="{BB962C8B-B14F-4D97-AF65-F5344CB8AC3E}">
        <p14:creationId xmlns:p14="http://schemas.microsoft.com/office/powerpoint/2010/main" val="1150590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D6C621D2-8523-4995-8056-C515CD9A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DBEC0D8-6CEE-4556-B59E-F7501AE6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405DF7DB-C253-490B-9C1E-AE2DAA5B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1045879-D374-4A85-99A0-2EB34532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128266F5-3220-43D1-85A5-E738E07F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A387CEB-74FC-4BC0-B676-4C16967F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179C624-7273-41EC-B691-36BDC1D2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G1 与 Go2：同一协议，不同风险包络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F16F5A3-9529-44AB-889E-C2B35969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四足结构支撑面较稳定；适合教学中从速度命令、状态读取和导航接口入门；G1 人形平台的关节数、质心高度和接触切换更复杂；跌倒可能伤及设备和周围人员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76D4C3C8-4908-41C7-A09E-3AD51928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B4625EDA-3A98-4837-8C4D-8C33A509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</p:spTree>
    <p:extLst>
      <p:ext uri="{BB962C8B-B14F-4D97-AF65-F5344CB8AC3E}">
        <p14:creationId xmlns:p14="http://schemas.microsoft.com/office/powerpoint/2010/main" val="19467149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64F3A94-481D-494E-B64F-813288D4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B11D5DD-60CC-4EF1-828D-9DF2E0FB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65CDFB7-1536-4D6E-97D5-11E528F1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2424879E-CF6E-4675-9D73-0E74BD9B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FAEAFB5-181B-4D8A-A8B9-380E3A3F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3FEE11B-5C02-40F9-9693-61BD76EF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CF0B365-8702-4E7D-92DF-AF4162CD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诊断顺序：不要一上来改代码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C8F74C1-ADC8-4F24-95DC-102955E6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出现异常时先停止动作并保持现场安全；然后按“电源与急停—物理网络—设备可达—驱动进程—节点—话题类型与频率—TF 与参数—应用逻辑—硬件故障”逐层排查；每层都留下可观察证据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8FC686A8-28B9-449E-A671-B9576BE5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65B0944-E6A5-48EA-9C0C-343CFD67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15579475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DC5BAC7-3099-4C43-AE63-ED591F46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3B9A877A-AC02-4FED-8C67-253DB3EF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5EFFD97D-D220-4BD8-8854-786168BC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固定 trace 先验证控制契约，再谈真机能力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D141B5C-1A9E-4557-944E-00455D4A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06DF7D4-258A-493D-9B81-0B4ED357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126914C-B3CB-4D63-89C3-B643FA71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无需真机的固定 trace 验收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8EF6F69-7A7A-4F05-93E3-E8443319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结果｜按上面的契约判断以下记录，预期结果是唯一的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09F506A-A288-4B56-B5AA-96E70737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边界｜如果学习者在 0.81 秒或 1.10 秒仍输出非零命令，说明安全桥接不合格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0AF65BD3-1BA4-4136-A2C7-964EC5C9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边界｜这个演练验证的是控制契约和停止逻辑，不表示任何真实机器人已通过安全测试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9BC24072-61EC-4C25-8BD3-00583A8D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B0D70AF0-7452-4CEB-B025-639D2004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固定 trace 先验证控制契约，再谈真机能力</a:t>
            </a:r>
          </a:p>
        </p:txBody>
      </p:sp>
    </p:spTree>
    <p:extLst>
      <p:ext uri="{BB962C8B-B14F-4D97-AF65-F5344CB8AC3E}">
        <p14:creationId xmlns:p14="http://schemas.microsoft.com/office/powerpoint/2010/main" val="10869748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10D21411-A053-485E-985D-424A52C1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A3F55A7-4AD6-4B4A-BBFD-B947834B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A8A49A6-D076-4F1C-A408-328F8EA0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71FDC9A-4C5D-497F-A676-79691882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BB012438-578B-4375-973F-AC42ADEF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5DE884F-39DD-4D99-B54A-97524994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70B2ADC-6543-4001-8CF8-E7E0A5E8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32A97F81-02E8-4442-9634-8C1F4CC9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根据固定图谱，画出四个节点与三个话题的方向，并标出哪一处拥有最终放行权；独立计算固定 trace 的六行预期输出，再与表格答案比较；任何一行不一致都要写出错误原因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A3984CD-DB54-4074-A169-AB59892A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C5841F5-7DF3-4179-B529-29A190CE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1CB70E9-0466-4E3D-9C03-FBFC66B2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6FA8EA4-5B88-4E17-B332-5A4E27A6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新增两个测试：一个越过线速度限幅，一个在 stopped 状态发出转向命令，写出桥接应输出什么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9D31253-53C2-4603-81C9-0C33C5BE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1804C37F-F0A7-4877-916C-6F0F627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9B88C4F3-56C2-404C-8576-CDE9C65C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4747917A-AC6A-450C-8251-C727AFCB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设计一份未来真机实验记录模板：设备与软件版本、人员分工、接口映射、启动顺序、动作、回读、异常、停止和结论。没有完成接口映射与现场批准时，模板保持“禁止真机动作”</a:t>
            </a:r>
          </a:p>
        </p:txBody>
      </p:sp>
    </p:spTree>
    <p:extLst>
      <p:ext uri="{BB962C8B-B14F-4D97-AF65-F5344CB8AC3E}">
        <p14:creationId xmlns:p14="http://schemas.microsoft.com/office/powerpoint/2010/main" val="10986783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A884AD20-15B7-41BC-A382-A7DB990E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1022B4D6-302B-4F99-AFA8-46CC4B4C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DDD5CAE-05B4-46C3-B4FC-A8B6A92E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BC5C106F-BD25-42D3-805A-49EFF45A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38448B4C-B8B7-49B7-AC58-DFE4EA38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A0A86159-6EF0-4D3F-B760-CC515E74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E0400183-BEC8-4E0E-B0A9-32577146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2A1E5CCA-6AF8-46A0-87C0-60AEB266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D68DE0F-DADB-4311-8C42-9C9B3AFD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8D72DBD-3D1C-4369-9770-BB34D739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18FBCCF3-E26B-4B07-9B9C-5ED0ED5C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48841A86-A03B-4EBF-95B5-BE9216C8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EE2EC1D-3972-418D-95C6-94B3A3F8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03E4DB05-44A7-4103-8E53-73D92E6C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9A671AB-4072-4BA3-B932-99E00FCB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4A8A5BB-07E5-403A-9080-C13D4054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14045835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2C5E8C2D-3080-4CEF-8458-3911FC83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7EFFC6FE-1C58-49C6-AE35-AD2B1899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258B0712-AB10-4887-9A10-92A39B57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F898828F-FC7E-4E59-A3EF-422E2915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A85C5D70-5D45-43AA-943D-DAB145CB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3EE816A9-DD36-47E2-83DE-DF99DB6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F4636DB-5B83-41D3-A152-BBAC3708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ROS 2 Jazzy：基本概念：节点、话题、服务、参数和动作的官方概念入口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2A758021-57D5-413C-9552-58897E86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ROS 2 geometry_msgs/msg/Twist ：本节离线消息契约所用类型的官方定义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38843761-566A-4B99-8296-A0C81713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5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真机动作必须使用对应型号、固件与 SDK 的官方接口，并在具备安全分工、保护空间和急停条件的现场完成；本页离线 trace 不能替代真机安全验证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647B9EA0-6E37-4132-8313-75640163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9786DC6-4BD7-4662-A741-57760A01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3134356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2026-07-11T16:55:49.3150000Z</dcterms:created>
  <dcterms:modified xsi:type="dcterms:W3CDTF">2026-07-11T16:55:49.3150000Z</dcterms:modified>
</coreProperties>
</file>