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85b62dea5c4d7f" /><Relationship Type="http://schemas.openxmlformats.org/officeDocument/2006/relationships/extended-properties" Target="/docProps/app.xml" Id="R34b7e6c0ef5d4d16" /><Relationship Type="http://schemas.openxmlformats.org/officeDocument/2006/relationships/officeDocument" Target="/ppt/presentation.xml" Id="Rf6138b7339144f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0f19059e3f48ba"/>
  </p:sldMasterIdLst>
  <p:notesMasterIdLst>
    <p:notesMasterId xmlns:r="http://schemas.openxmlformats.org/officeDocument/2006/relationships" r:id="Re0a7b7c65fd347e8"/>
  </p:notesMasterIdLst>
  <p:sldIdLst>
    <p:sldId xmlns:r="http://schemas.openxmlformats.org/officeDocument/2006/relationships" id="256" r:id="Racb8a8d08e074cb9"/>
    <p:sldId xmlns:r="http://schemas.openxmlformats.org/officeDocument/2006/relationships" id="257" r:id="Ra51ed03864f74b53"/>
    <p:sldId xmlns:r="http://schemas.openxmlformats.org/officeDocument/2006/relationships" id="258" r:id="R876b9ca8736a49ad"/>
    <p:sldId xmlns:r="http://schemas.openxmlformats.org/officeDocument/2006/relationships" id="259" r:id="Rda773331b5df4236"/>
    <p:sldId xmlns:r="http://schemas.openxmlformats.org/officeDocument/2006/relationships" id="260" r:id="R7a2d60ec87324f7e"/>
    <p:sldId xmlns:r="http://schemas.openxmlformats.org/officeDocument/2006/relationships" id="261" r:id="R0d6fc57798744def"/>
    <p:sldId xmlns:r="http://schemas.openxmlformats.org/officeDocument/2006/relationships" id="262" r:id="R5365d0beadf441be"/>
    <p:sldId xmlns:r="http://schemas.openxmlformats.org/officeDocument/2006/relationships" id="263" r:id="R4fdeb70eb54d4087"/>
    <p:sldId xmlns:r="http://schemas.openxmlformats.org/officeDocument/2006/relationships" id="264" r:id="R45abac8f70dc4693"/>
    <p:sldId xmlns:r="http://schemas.openxmlformats.org/officeDocument/2006/relationships" id="265" r:id="R202f09b0ed214bfd"/>
    <p:sldId xmlns:r="http://schemas.openxmlformats.org/officeDocument/2006/relationships" id="266" r:id="Rbfd380c6acd34420"/>
    <p:sldId xmlns:r="http://schemas.openxmlformats.org/officeDocument/2006/relationships" id="267" r:id="Rd94a1ba8eec74d46"/>
    <p:sldId xmlns:r="http://schemas.openxmlformats.org/officeDocument/2006/relationships" id="268" r:id="Rb9dea61111d0430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6208c5055a4bef" /><Relationship Type="http://schemas.openxmlformats.org/officeDocument/2006/relationships/slideMaster" Target="/ppt/slideMasters/slideMaster1.xml" Id="Rd60f19059e3f48ba" /><Relationship Type="http://schemas.openxmlformats.org/officeDocument/2006/relationships/notesMaster" Target="/ppt/notesMasters/notesMaster1.xml" Id="Re0a7b7c65fd347e8" /><Relationship Type="http://schemas.openxmlformats.org/officeDocument/2006/relationships/presProps" Target="/ppt/presProps.xml" Id="Rd71e242b2f204fb3" /><Relationship Type="http://schemas.openxmlformats.org/officeDocument/2006/relationships/tableStyles" Target="/ppt/tableStyles.xml" Id="R20ec9b8b7c61420d" /><Relationship Type="http://schemas.openxmlformats.org/officeDocument/2006/relationships/slide" Target="/ppt/slides/slide1.xml" Id="Racb8a8d08e074cb9" /><Relationship Type="http://schemas.openxmlformats.org/officeDocument/2006/relationships/slide" Target="/ppt/slides/slide2.xml" Id="Ra51ed03864f74b53" /><Relationship Type="http://schemas.openxmlformats.org/officeDocument/2006/relationships/slide" Target="/ppt/slides/slide3.xml" Id="R876b9ca8736a49ad" /><Relationship Type="http://schemas.openxmlformats.org/officeDocument/2006/relationships/slide" Target="/ppt/slides/slide4.xml" Id="Rda773331b5df4236" /><Relationship Type="http://schemas.openxmlformats.org/officeDocument/2006/relationships/slide" Target="/ppt/slides/slide5.xml" Id="R7a2d60ec87324f7e" /><Relationship Type="http://schemas.openxmlformats.org/officeDocument/2006/relationships/slide" Target="/ppt/slides/slide6.xml" Id="R0d6fc57798744def" /><Relationship Type="http://schemas.openxmlformats.org/officeDocument/2006/relationships/slide" Target="/ppt/slides/slide7.xml" Id="R5365d0beadf441be" /><Relationship Type="http://schemas.openxmlformats.org/officeDocument/2006/relationships/slide" Target="/ppt/slides/slide8.xml" Id="R4fdeb70eb54d4087" /><Relationship Type="http://schemas.openxmlformats.org/officeDocument/2006/relationships/slide" Target="/ppt/slides/slide9.xml" Id="R45abac8f70dc4693" /><Relationship Type="http://schemas.openxmlformats.org/officeDocument/2006/relationships/slide" Target="/ppt/slides/slide10.xml" Id="R202f09b0ed214bfd" /><Relationship Type="http://schemas.openxmlformats.org/officeDocument/2006/relationships/slide" Target="/ppt/slides/slide11.xml" Id="Rbfd380c6acd34420" /><Relationship Type="http://schemas.openxmlformats.org/officeDocument/2006/relationships/slide" Target="/ppt/slides/slide12.xml" Id="Rd94a1ba8eec74d46" /><Relationship Type="http://schemas.openxmlformats.org/officeDocument/2006/relationships/slide" Target="/ppt/slides/slide13.xml" Id="Rb9dea61111d043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2a698cec8e4f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0a105b4a314aac" /><Relationship Type="http://schemas.openxmlformats.org/officeDocument/2006/relationships/notesMaster" Target="/ppt/notesMasters/notesMaster1.xml" Id="R61c7410237d946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b53affc5994d90" /><Relationship Type="http://schemas.openxmlformats.org/officeDocument/2006/relationships/notesMaster" Target="/ppt/notesMasters/notesMaster1.xml" Id="R1c080c0361cc4f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a98e8453de4785" /><Relationship Type="http://schemas.openxmlformats.org/officeDocument/2006/relationships/notesMaster" Target="/ppt/notesMasters/notesMaster1.xml" Id="Rffcf87f5ecce40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c49bc67f0ec4ed2" /><Relationship Type="http://schemas.openxmlformats.org/officeDocument/2006/relationships/notesMaster" Target="/ppt/notesMasters/notesMaster1.xml" Id="R26d29fed5afa49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627bf77b174ba7" /><Relationship Type="http://schemas.openxmlformats.org/officeDocument/2006/relationships/notesMaster" Target="/ppt/notesMasters/notesMaster1.xml" Id="R7a3e3c547e484a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6002924c1d4c11" /><Relationship Type="http://schemas.openxmlformats.org/officeDocument/2006/relationships/notesMaster" Target="/ppt/notesMasters/notesMaster1.xml" Id="R237d7a96a2494a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f74d78893242e4" /><Relationship Type="http://schemas.openxmlformats.org/officeDocument/2006/relationships/notesMaster" Target="/ppt/notesMasters/notesMaster1.xml" Id="R7daa235fbfba495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be8fde23e84532" /><Relationship Type="http://schemas.openxmlformats.org/officeDocument/2006/relationships/notesMaster" Target="/ppt/notesMasters/notesMaster1.xml" Id="R8a817522e84d4e4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1063ab17ad47fa" /><Relationship Type="http://schemas.openxmlformats.org/officeDocument/2006/relationships/notesMaster" Target="/ppt/notesMasters/notesMaster1.xml" Id="R0ee9b49f28dc49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b1a7f95b9f34468" /><Relationship Type="http://schemas.openxmlformats.org/officeDocument/2006/relationships/notesMaster" Target="/ppt/notesMasters/notesMaster1.xml" Id="R738d0388cc72439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c87afa7739a4ded" /><Relationship Type="http://schemas.openxmlformats.org/officeDocument/2006/relationships/notesMaster" Target="/ppt/notesMasters/notesMaster1.xml" Id="R68579496cd76486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f40dc4572594aaa" /><Relationship Type="http://schemas.openxmlformats.org/officeDocument/2006/relationships/notesMaster" Target="/ppt/notesMasters/notesMaster1.xml" Id="R467391bfdb754b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8bba5953954430e" /><Relationship Type="http://schemas.openxmlformats.org/officeDocument/2006/relationships/notesMaster" Target="/ppt/notesMasters/notesMaster1.xml" Id="Rce028316bd2c4c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c9d671b46046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ec9ad88df745ba" /><Relationship Type="http://schemas.openxmlformats.org/officeDocument/2006/relationships/slideLayout" Target="/ppt/slideLayouts/slideLayout1.xml" Id="Rf6153530981541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153530981541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cd23d278d49e8" /><Relationship Type="http://schemas.openxmlformats.org/officeDocument/2006/relationships/notesSlide" Target="/ppt/notesSlides/notesSlide1.xml" Id="Rfdca22dd33284a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5f810701c4d87" /><Relationship Type="http://schemas.openxmlformats.org/officeDocument/2006/relationships/notesSlide" Target="/ppt/notesSlides/notesSlide2.xml" Id="Rbb17e9972a5342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d5057fce1a419c" /><Relationship Type="http://schemas.openxmlformats.org/officeDocument/2006/relationships/notesSlide" Target="/ppt/notesSlides/notesSlide3.xml" Id="Ra6fcf9b264df4f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e0fc703344126" /><Relationship Type="http://schemas.openxmlformats.org/officeDocument/2006/relationships/notesSlide" Target="/ppt/notesSlides/notesSlide4.xml" Id="Ra82ea59faf904c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bd5a101824215" /><Relationship Type="http://schemas.openxmlformats.org/officeDocument/2006/relationships/notesSlide" Target="/ppt/notesSlides/notesSlide5.xml" Id="R360f2b8aea6640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5f4c11a1b94a41" /><Relationship Type="http://schemas.openxmlformats.org/officeDocument/2006/relationships/notesSlide" Target="/ppt/notesSlides/notesSlide6.xml" Id="R7d4c9c6326834d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fa9ce731146f6" /><Relationship Type="http://schemas.openxmlformats.org/officeDocument/2006/relationships/notesSlide" Target="/ppt/notesSlides/notesSlide7.xml" Id="Ra372c09a75ea45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8a4b4eeca6441b" /><Relationship Type="http://schemas.openxmlformats.org/officeDocument/2006/relationships/notesSlide" Target="/ppt/notesSlides/notesSlide8.xml" Id="R04beca9e11c24d3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84bc961e9c468a" /><Relationship Type="http://schemas.openxmlformats.org/officeDocument/2006/relationships/notesSlide" Target="/ppt/notesSlides/notesSlide9.xml" Id="Ra46e1aac991940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8ab89040a44635" /><Relationship Type="http://schemas.openxmlformats.org/officeDocument/2006/relationships/notesSlide" Target="/ppt/notesSlides/notesSlide10.xml" Id="R5e6abf912dd04a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9a8a8781a4e9e" /><Relationship Type="http://schemas.openxmlformats.org/officeDocument/2006/relationships/notesSlide" Target="/ppt/notesSlides/notesSlide11.xml" Id="Rb4dd9fda74124e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afec38341487a" /><Relationship Type="http://schemas.openxmlformats.org/officeDocument/2006/relationships/notesSlide" Target="/ppt/notesSlides/notesSlide12.xml" Id="R2d570bcc4dfb4f0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82bc262514204" /><Relationship Type="http://schemas.openxmlformats.org/officeDocument/2006/relationships/notesSlide" Target="/ppt/notesSlides/notesSlide13.xml" Id="Rd8436d86216e43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E7D45344-D016-41C6-B206-F6A9B5CA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DF1D1B24-1A93-49C6-B618-26FD1DF8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5D00D101-4825-4044-B9BD-90FCA3A2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F3580173-AAFC-4243-948A-338DF29E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A0845057-4F24-400E-A846-83EF4B96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89094B11-CE68-42AE-BD75-8DBB4D90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A234FC3-88EF-4FA2-AF2D-72E1AB71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D980BFA-C163-4C96-9A8F-5C83A463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764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人形机器人与 Unitree 生态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76C3EEC-AF60-4FC5-8F94-47CFFF62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从四足与人形机器人产品理解硬件、运动能力、应用形态和产业边界。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57E5602D-D034-4A2A-82DC-EBCC7C3C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人形机器人和四足机器人让具身智能从概念走向可见产品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39196C4C-6B2A-4498-AB34-5EF0359E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93282DC4-DBA8-49C8-BA80-821463BA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EM-002 · EM-002-S01</a:t>
            </a:r>
          </a:p>
        </p:txBody>
      </p:sp>
    </p:spTree>
    <p:extLst>
      <p:ext uri="{BB962C8B-B14F-4D97-AF65-F5344CB8AC3E}">
        <p14:creationId xmlns:p14="http://schemas.microsoft.com/office/powerpoint/2010/main" val="12977708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9036FDA4-360B-4C78-961D-3D7FEBE7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5500D814-4090-45EC-BCE6-AF2A6670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828595AA-FF9A-4CE9-A7DD-5D29646A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A1544397-49E9-4F94-9092-73C15B27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12F71F57-52AA-4781-9657-60072AF5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325B4585-B894-4465-9280-AE88D856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比较四足机器人和人形机器人的形态、任务与成本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361058E5-6D23-41D0-BDF6-C5D3FD0F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区分产品演示能力、工程能力和真实规模化应用</a:t>
            </a:r>
          </a:p>
        </p:txBody>
      </p:sp>
    </p:spTree>
    <p:extLst>
      <p:ext uri="{BB962C8B-B14F-4D97-AF65-F5344CB8AC3E}">
        <p14:creationId xmlns:p14="http://schemas.microsoft.com/office/powerpoint/2010/main" val="20528848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A5593566-F042-40CB-9C2F-E5A81820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ED83D092-0E66-40A4-B6AD-24E63567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42F00164-F123-4F25-933A-4832292D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Go2 硬件：机器人由哪些部分组成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34F33E19-19FC-4139-A9C5-713B1BC1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DA3998E9-B2B0-40F2-AC37-C03ADA49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9521A82-752D-4167-9955-0739BB35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211E94B-116E-493B-9973-D78C1B92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Go2 硬件：机器人由哪些部分组成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EA8DF13-24BC-4148-907A-BD8E8B15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Go2 这类四足机器人通常包括机身结构、关节电机、传感器、计算单元、电池和通信模块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874884F-45B8-4F4E-807A-C3B23C46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1D0FCF1-8E0A-4410-8F88-8D8A956D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硬件能力决定了机器人能走多快、能负载多少、能在什么环境下运行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D6B9FEF3-62C5-4BE5-89CF-C913FDAC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C5711291-7D53-4B3B-A27E-993074FC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Go2 硬件：机器人由哪些部分组成</a:t>
            </a:r>
          </a:p>
        </p:txBody>
      </p:sp>
    </p:spTree>
    <p:extLst>
      <p:ext uri="{BB962C8B-B14F-4D97-AF65-F5344CB8AC3E}">
        <p14:creationId xmlns:p14="http://schemas.microsoft.com/office/powerpoint/2010/main" val="11158110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AECE06B1-3D5F-4C42-B880-7383B137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C953D4C2-AD1B-402D-B30C-6329235F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91CA1679-9E3C-4874-A076-A1E0B9FA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983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机器人运动不仅是让关节转动，而是让身体在动态环境中保持平衡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ACD39FD3-01EC-4EF4-BDC2-F55BDCA9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14D75884-125A-4D43-9756-F51D9C81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885788A-0BFB-4C02-B670-25C8EC55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EF9CA4F-ECA9-4A6F-A3FC-77F4C2DE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运动能力：稳定行走是基础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17FE67E-0EA8-4B98-BA63-A567D6CF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机器人运动不仅是让关节转动，而是让身体在动态环境中保持平衡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9E934B8-2148-484A-9547-DC162064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997F40D-F445-468A-86FF-73FBB55F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步态控制、地形适应和跌倒恢复，是从演示走向应用的基础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22BC00C8-9C99-4A7D-A975-D734AFF0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19FD87C3-BDD8-4EE1-860E-13AF8F7C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机器人运动不仅是让关节转动，而是让身体在动态环境中保持平衡</a:t>
            </a:r>
          </a:p>
        </p:txBody>
      </p:sp>
    </p:spTree>
    <p:extLst>
      <p:ext uri="{BB962C8B-B14F-4D97-AF65-F5344CB8AC3E}">
        <p14:creationId xmlns:p14="http://schemas.microsoft.com/office/powerpoint/2010/main" val="20868660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C822D0DD-BC6E-4B2E-91C9-4006E1F0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105789DF-6AAA-4B75-96A1-C7871D5D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09584BD1-170A-4497-BE2F-A862014B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人形机器人被关注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6F06F2CD-10BA-4D76-912E-14DCCBE9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8407EDA4-6ADF-4398-AC1A-063835DE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F2A3EB4-3787-4F7F-8245-3F5DD900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2C9A293-5ACB-4872-93B3-622D9C9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人形机器人：为什么被关注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9E8D3B2-C510-4E22-960C-D0F9E4CA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人形机器人被关注，是因为它更容易进入为人类设计的空间，例如工厂、展厅、家庭和服务场景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6312B17-B3BF-4A6E-AA77-E6CAE759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A985972-A10E-476D-A951-152E6061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但人形形态也带来更高控制难度、成本和安全要求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C2E54F7B-11F6-49D1-8B64-C4F034D5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424D9296-F9AA-401F-AE3D-35763A90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人形机器人被关注</a:t>
            </a:r>
          </a:p>
        </p:txBody>
      </p:sp>
    </p:spTree>
    <p:extLst>
      <p:ext uri="{BB962C8B-B14F-4D97-AF65-F5344CB8AC3E}">
        <p14:creationId xmlns:p14="http://schemas.microsoft.com/office/powerpoint/2010/main" val="20987723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7E620AB5-CD4D-4505-8654-35630609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76804A00-97E9-434C-8770-408F45D0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C36DC0E0-093D-44EB-8E1F-464A6A96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人形机器人正受到资本和产业链关注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03EF3053-51BD-456B-BD44-220D0E0F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51291958-A4A0-4895-A1B8-DAAA225B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63CF7D0-4421-4ABC-A3DB-82CF5EC7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4CAF0C4-8285-45F7-A2EF-F03C7ABC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产业格局：资本热度与应用验证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D20FBEA-A1A7-446F-8964-54E0E395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行业研究显示，人形机器人正受到资本和产业链关注，但商业化仍取决于成本下降、可靠性提升和真实场景验证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3611E6C-EF41-4460-86F1-0155C1FE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6891C6E-BE55-48A0-A2B1-41F0D8CA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判断行业进展时，要区分发布会能力、实验室能力和可规模部署能力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77021751-048F-4B81-8245-89CC7F2C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E040055F-F562-42AE-BBF3-30B7C63F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人形机器人正受到资本和产业链关注</a:t>
            </a:r>
          </a:p>
        </p:txBody>
      </p:sp>
    </p:spTree>
    <p:extLst>
      <p:ext uri="{BB962C8B-B14F-4D97-AF65-F5344CB8AC3E}">
        <p14:creationId xmlns:p14="http://schemas.microsoft.com/office/powerpoint/2010/main" val="12485654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CBF4F5BB-EF0D-478D-A0DE-C7CBB4A6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15942404-F62F-4356-92AE-70A95245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AAC15981-7D6B-41DD-BB70-3C12C7EB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43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机器人生态至少包含四层：机身、关节、传感器和电池等硬件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C6BC276D-B1B4-43AA-BC1E-4D65C32F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60504A8C-6566-442F-846A-EBAA8340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EE22143-F58F-4E89-BE6B-0A34A115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3D9EB63-08FB-4F97-ABDE-A4FE6B38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Unitree 生态：不只有一台机器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06B9657-0975-4BC1-9CE1-BDE17A88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机器人生态至少包含四层：机身、关节、传感器和电池等硬件；SDK、通信接口、ROS2 驱动和状态消息等开发层；仿真、数据采集、策略训练和模型部署等算法层；场景集成、现场安全、备件…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C82F6C0-B8F0-4920-8140-7451CBEC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996D158-F20D-451A-84A5-692FAB3F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Go2 与 G1 都可以进入这套生态，但接口和风险包络不同。四足平台重心较低、支撑稳定，常用于巡检、教学和移动感知；人形平台能利用为人设计的门、台阶、工具和工位，却需要处理更多关节、双足接触…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F7A3C9EA-5373-4144-8BD9-623998D0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1D2D56A5-FD81-4546-B520-3DB7FB33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机器人生态至少包含四层：机身、关节、传感器和电池等硬件</a:t>
            </a:r>
          </a:p>
        </p:txBody>
      </p:sp>
    </p:spTree>
    <p:extLst>
      <p:ext uri="{BB962C8B-B14F-4D97-AF65-F5344CB8AC3E}">
        <p14:creationId xmlns:p14="http://schemas.microsoft.com/office/powerpoint/2010/main" val="2067160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37C8E030-DA38-433B-BA7B-28F69EAD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D0C8EA24-708A-4BF3-A8A7-023D2D13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FBC6DFF9-DAE8-4163-ADEF-5C7865146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成本：比较总拥有成本，而不是只看售价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E5DE337A-A334-40C3-8790-2F15340B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619F8100-7934-45B0-B9F5-57FB7F5E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31B6883-4827-4D22-8F2D-2EDC881A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B4A49FB-2FCE-4C44-9D8F-0D0CA3FF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成本：比较总拥有成本，而不是只看售价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D7D9272-21F0-4FAA-991F-B972E9DB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项目的成本包括设备与传感器、计算单元、备件、电池、场地改造、软件集成、标注与训练、现场操作、维护停机和安全责任。原型演示往往由工程师随时接管，规模部署则要求普通运营人员能够识别异常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5EF6966-3055-4527-8495-CAF9608F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77EE905-688B-43E7-A7C9-E1018845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比较形态时应把任务收益与总成本放在一起：四足机器人也许更容易在不平地面移动，但不一定能操作为人设计的工具；人形机器人也许覆盖更多工位，却可能需要更高的安全投入。最合适的形态由任务与环境决定…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299388A6-109C-4ABE-8C0E-D3F7F279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2832E3A4-D44B-4B5B-BD8D-150F88C7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成本：比较总拥有成本，而不是只看售价</a:t>
            </a:r>
          </a:p>
        </p:txBody>
      </p:sp>
    </p:spTree>
    <p:extLst>
      <p:ext uri="{BB962C8B-B14F-4D97-AF65-F5344CB8AC3E}">
        <p14:creationId xmlns:p14="http://schemas.microsoft.com/office/powerpoint/2010/main" val="20328047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96811843-75C1-4F6E-B1F7-160B56A3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C17D72A7-C9A5-4B9C-87FB-1E52C153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FAE9949F-DA3D-46E2-9F02-076047B9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当前机器人更适合巡检、展示、教育、导览和特定工业任务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3522DB91-6E69-481D-829C-4496F2D8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E5F6EDBD-C391-40D2-BA25-14B60A6C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39DCD3E-950C-4CF3-B36E-B3739216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C6E1B21-6561-4DEF-A227-3C041EDB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应用边界：从巡检到服务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83CCAED-685C-4647-BFFE-C87DD995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当前机器人更适合巡检、展示、教育、导览和特定工业任务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5907D45-17EF-471D-A2C1-5A7A8E55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151C650-74B0-4111-A1CA-339F2912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进入高风险场景前，需要充分验证安全、续航、维护和异常处理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5BE3BF0C-65A2-4437-BD5F-9520BDA1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3815FEE7-CB38-4CA8-9837-D5E12B9E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当前机器人更适合巡检、展示、教育、导览和特定工业任务</a:t>
            </a:r>
          </a:p>
        </p:txBody>
      </p:sp>
    </p:spTree>
    <p:extLst>
      <p:ext uri="{BB962C8B-B14F-4D97-AF65-F5344CB8AC3E}">
        <p14:creationId xmlns:p14="http://schemas.microsoft.com/office/powerpoint/2010/main" val="9659239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1C83F1A9-5B3A-41E8-8A9D-1ABFF069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EF444FC0-A7F5-4913-864D-4EB8DBD4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88A27C6D-7D0D-4138-8EEC-C1995793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必须设置安全区域、速度限制和人工急停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F4E2A351-FECE-4031-9C15-4441B802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5D7FD379-BE27-4F1A-8195-315CB802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074AE248-62A1-4590-9A52-716CBC3D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展厅中的四足机器人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8C300548-3D92-464D-8AA5-226FE8C0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场景｜机器人在展厅中完成巡游和互动展示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CAD06016-507F-4B72-A04B-B0552A92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问题｜人流、障碍物、地面变化和网络状态都会影响体验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C133095A-7190-4DA9-BDFB-1ABB8DE4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方法｜机器人结合传感器、定位和运动控制完成路线执行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19CB0668-966E-4C10-ADA6-C2FB6727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结果｜观众能直观看到具身系统的行动能力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4846B0E1-5C91-4E26-9355-A9857D22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边界｜必须设置安全区域、速度限制和人工急停</a:t>
            </a:r>
          </a:p>
        </p:txBody>
      </p:sp>
      <p:sp>
        <p:nvSpPr>
          <p:cNvPr id="12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A8A67803-44D3-4DF6-AA1F-EA76E8EE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CCAFAE2F-4CE8-4958-A68E-6995BE27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必须设置安全区域、速度限制和人工急停</a:t>
            </a:r>
          </a:p>
        </p:txBody>
      </p:sp>
    </p:spTree>
    <p:extLst>
      <p:ext uri="{BB962C8B-B14F-4D97-AF65-F5344CB8AC3E}">
        <p14:creationId xmlns:p14="http://schemas.microsoft.com/office/powerpoint/2010/main" val="4767141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6FFA5505-8FA4-4006-8429-37FD3B2E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879BAF29-AA85-40BD-A7E5-FA1AB4B6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74BEA29B-CAB2-4808-B744-95503BED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AEBF28F8-C595-4292-A5F3-57D5C703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63DE80BB-1EA2-40FD-9B1F-D875CBD9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C2A2EA0D-EAA7-4C31-9281-8F040AE9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6D860D0B-2642-45B2-BB67-343316D7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64AEB539-E594-4E2A-92B6-5514662A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 Go2 机器人硬件组成图。；列出人形机器人进入服务场景前要验证的三项能力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01A4F7C3-324C-4282-AF29-D7DB05E1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3798D5F1-4AF9-4E34-BAF7-64C47DD7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AE989E43-924C-47BD-B4BA-F412D815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08A3F27B-0407-44E8-943A-7B137D69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用“任务、环境、接口、安全、维护、总成本”六栏比较四足和人形方案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743E91F5-FF0D-4A23-88F8-AF0AC97C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92816533-8035-4FD6-B961-7156215A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83652131-B6DA-4470-9410-09B2AE25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1F2867D4-8B4E-4A5C-883D-E849D5E8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为一台机器人画出硬件、开发、算法和运营四层生态图，标出当前缺口</a:t>
            </a:r>
          </a:p>
        </p:txBody>
      </p:sp>
    </p:spTree>
    <p:extLst>
      <p:ext uri="{BB962C8B-B14F-4D97-AF65-F5344CB8AC3E}">
        <p14:creationId xmlns:p14="http://schemas.microsoft.com/office/powerpoint/2010/main" val="1548000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D817D53A-A76E-4BA8-8646-618C8298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DFEB7822-2729-4392-8D33-F4ACE93F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EF886155-E059-4571-8CA7-9B20D382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49EFF555-3CC6-47FF-B346-5EB739B6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6E86403C-57ED-40A9-A1F8-28A7BD8D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6A7CA9CF-81B5-41BC-BDCE-39F0017B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E3FD7973-D028-4BF6-B59B-5249E76E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75DCAA88-3525-4B17-BC2B-AE1F8639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Go2 硬件：机器人由哪些部分组成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BA5196E3-5520-489F-B999-9122B3CA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66822857-D7B8-4768-B48E-8687BEED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741AF91A-082E-4465-BFA6-29749353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A7F66319-50FE-47E6-80CE-8FFAEF7E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人形机器人正受到资本和产业链关注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D2E4C225-C366-408F-96E4-723917CF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1A6BC5F2-7F6A-42FC-9B70-B07205E0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479BA53A-B8F7-4222-8875-E5F4284D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B7001EF2-8E41-41FA-888F-B3DCFC60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当前机器人更适合巡检、展示、教育、导览和特定工业任务</a:t>
            </a:r>
          </a:p>
        </p:txBody>
      </p:sp>
    </p:spTree>
    <p:extLst>
      <p:ext uri="{BB962C8B-B14F-4D97-AF65-F5344CB8AC3E}">
        <p14:creationId xmlns:p14="http://schemas.microsoft.com/office/powerpoint/2010/main" val="17863890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9C96D4CC-342C-4D22-BB38-1D9EE01F2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ED9CEA7B-10F5-4991-B74B-FBD34438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C3078ED1-90E2-452B-A3C5-4219D8CC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DED6AA3D-CC2F-48AD-BE99-B285393F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A8FC89F5-76B0-455A-AFFA-C891E89B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EM-002 · EM-002-S13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DB944A15-21DB-4506-AA60-58FA7406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91DF7C24-BBB2-461B-8B80-317AA491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Unitree Robotics：机器人型号与公开规格以厂商当前页面为准。（核对日期：2026-07-11）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61DFFC80-1D57-4197-84C8-2690867F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FF9312A5-7B6D-48E2-B2D6-EE0CEBCD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9300593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2026-07-11T12:05:28.2300000Z</dcterms:created>
  <dcterms:modified xsi:type="dcterms:W3CDTF">2026-07-11T12:05:28.2300000Z</dcterms:modified>
</coreProperties>
</file>