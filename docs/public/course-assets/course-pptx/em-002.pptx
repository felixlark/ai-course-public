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b76064106b4cbc" /><Relationship Type="http://schemas.openxmlformats.org/officeDocument/2006/relationships/extended-properties" Target="/docProps/app.xml" Id="Rd5c74839d5e74ad1" /><Relationship Type="http://schemas.openxmlformats.org/officeDocument/2006/relationships/officeDocument" Target="/ppt/presentation.xml" Id="Rfbc369e3da744e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148ce171604629"/>
  </p:sldMasterIdLst>
  <p:notesMasterIdLst>
    <p:notesMasterId xmlns:r="http://schemas.openxmlformats.org/officeDocument/2006/relationships" r:id="R1cf6592aef604a6e"/>
  </p:notesMasterIdLst>
  <p:sldIdLst>
    <p:sldId xmlns:r="http://schemas.openxmlformats.org/officeDocument/2006/relationships" id="256" r:id="R2066e5bcd8b346e4"/>
    <p:sldId xmlns:r="http://schemas.openxmlformats.org/officeDocument/2006/relationships" id="257" r:id="Rda3a3dd9921941d1"/>
    <p:sldId xmlns:r="http://schemas.openxmlformats.org/officeDocument/2006/relationships" id="258" r:id="Rcf82910775444ce2"/>
    <p:sldId xmlns:r="http://schemas.openxmlformats.org/officeDocument/2006/relationships" id="259" r:id="R9c54dd8194684343"/>
    <p:sldId xmlns:r="http://schemas.openxmlformats.org/officeDocument/2006/relationships" id="260" r:id="Ree2d76b16333449e"/>
    <p:sldId xmlns:r="http://schemas.openxmlformats.org/officeDocument/2006/relationships" id="261" r:id="R685e4917204c4deb"/>
    <p:sldId xmlns:r="http://schemas.openxmlformats.org/officeDocument/2006/relationships" id="262" r:id="R2f0b85f37f454776"/>
    <p:sldId xmlns:r="http://schemas.openxmlformats.org/officeDocument/2006/relationships" id="263" r:id="R7affd01558644703"/>
    <p:sldId xmlns:r="http://schemas.openxmlformats.org/officeDocument/2006/relationships" id="264" r:id="R953f23f4cdcb407a"/>
    <p:sldId xmlns:r="http://schemas.openxmlformats.org/officeDocument/2006/relationships" id="265" r:id="R9cb555aee1ac4188"/>
    <p:sldId xmlns:r="http://schemas.openxmlformats.org/officeDocument/2006/relationships" id="266" r:id="Rc4ee3f5510e64b6e"/>
    <p:sldId xmlns:r="http://schemas.openxmlformats.org/officeDocument/2006/relationships" id="267" r:id="R74f213d084224ec7"/>
    <p:sldId xmlns:r="http://schemas.openxmlformats.org/officeDocument/2006/relationships" id="268" r:id="R9bc879ed72cc45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92df2aaf3242ff" /><Relationship Type="http://schemas.openxmlformats.org/officeDocument/2006/relationships/slideMaster" Target="/ppt/slideMasters/slideMaster1.xml" Id="Rb4148ce171604629" /><Relationship Type="http://schemas.openxmlformats.org/officeDocument/2006/relationships/notesMaster" Target="/ppt/notesMasters/notesMaster1.xml" Id="R1cf6592aef604a6e" /><Relationship Type="http://schemas.openxmlformats.org/officeDocument/2006/relationships/presProps" Target="/ppt/presProps.xml" Id="Ra3e44980c4b74d09" /><Relationship Type="http://schemas.openxmlformats.org/officeDocument/2006/relationships/tableStyles" Target="/ppt/tableStyles.xml" Id="Rfa24d959707c43d9" /><Relationship Type="http://schemas.openxmlformats.org/officeDocument/2006/relationships/slide" Target="/ppt/slides/slide1.xml" Id="R2066e5bcd8b346e4" /><Relationship Type="http://schemas.openxmlformats.org/officeDocument/2006/relationships/slide" Target="/ppt/slides/slide2.xml" Id="Rda3a3dd9921941d1" /><Relationship Type="http://schemas.openxmlformats.org/officeDocument/2006/relationships/slide" Target="/ppt/slides/slide3.xml" Id="Rcf82910775444ce2" /><Relationship Type="http://schemas.openxmlformats.org/officeDocument/2006/relationships/slide" Target="/ppt/slides/slide4.xml" Id="R9c54dd8194684343" /><Relationship Type="http://schemas.openxmlformats.org/officeDocument/2006/relationships/slide" Target="/ppt/slides/slide5.xml" Id="Ree2d76b16333449e" /><Relationship Type="http://schemas.openxmlformats.org/officeDocument/2006/relationships/slide" Target="/ppt/slides/slide6.xml" Id="R685e4917204c4deb" /><Relationship Type="http://schemas.openxmlformats.org/officeDocument/2006/relationships/slide" Target="/ppt/slides/slide7.xml" Id="R2f0b85f37f454776" /><Relationship Type="http://schemas.openxmlformats.org/officeDocument/2006/relationships/slide" Target="/ppt/slides/slide8.xml" Id="R7affd01558644703" /><Relationship Type="http://schemas.openxmlformats.org/officeDocument/2006/relationships/slide" Target="/ppt/slides/slide9.xml" Id="R953f23f4cdcb407a" /><Relationship Type="http://schemas.openxmlformats.org/officeDocument/2006/relationships/slide" Target="/ppt/slides/slide10.xml" Id="R9cb555aee1ac4188" /><Relationship Type="http://schemas.openxmlformats.org/officeDocument/2006/relationships/slide" Target="/ppt/slides/slide11.xml" Id="Rc4ee3f5510e64b6e" /><Relationship Type="http://schemas.openxmlformats.org/officeDocument/2006/relationships/slide" Target="/ppt/slides/slide12.xml" Id="R74f213d084224ec7" /><Relationship Type="http://schemas.openxmlformats.org/officeDocument/2006/relationships/slide" Target="/ppt/slides/slide13.xml" Id="R9bc879ed72cc45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3534f478d446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d0fd5e8f1a4690" /><Relationship Type="http://schemas.openxmlformats.org/officeDocument/2006/relationships/notesMaster" Target="/ppt/notesMasters/notesMaster1.xml" Id="Rb2ad41289c6948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a6d4952a84475e" /><Relationship Type="http://schemas.openxmlformats.org/officeDocument/2006/relationships/notesMaster" Target="/ppt/notesMasters/notesMaster1.xml" Id="R1db905f3c8a54c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76dbff02f94a82" /><Relationship Type="http://schemas.openxmlformats.org/officeDocument/2006/relationships/notesMaster" Target="/ppt/notesMasters/notesMaster1.xml" Id="R2908c2a7b34e45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28c8e1df8f487b" /><Relationship Type="http://schemas.openxmlformats.org/officeDocument/2006/relationships/notesMaster" Target="/ppt/notesMasters/notesMaster1.xml" Id="R69500a528b904a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eb21dc66ab4cf6" /><Relationship Type="http://schemas.openxmlformats.org/officeDocument/2006/relationships/notesMaster" Target="/ppt/notesMasters/notesMaster1.xml" Id="Rd8bbe6ba3f7540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89b0c69ca14eb2" /><Relationship Type="http://schemas.openxmlformats.org/officeDocument/2006/relationships/notesMaster" Target="/ppt/notesMasters/notesMaster1.xml" Id="Rd00d980c332f48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02076f35204e0e" /><Relationship Type="http://schemas.openxmlformats.org/officeDocument/2006/relationships/notesMaster" Target="/ppt/notesMasters/notesMaster1.xml" Id="Ra150d900fe8149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b70cc389074f27" /><Relationship Type="http://schemas.openxmlformats.org/officeDocument/2006/relationships/notesMaster" Target="/ppt/notesMasters/notesMaster1.xml" Id="R40f0e18e202c45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6a617fb772458c" /><Relationship Type="http://schemas.openxmlformats.org/officeDocument/2006/relationships/notesMaster" Target="/ppt/notesMasters/notesMaster1.xml" Id="R9c56b66e87a144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5568a54fc0441f" /><Relationship Type="http://schemas.openxmlformats.org/officeDocument/2006/relationships/notesMaster" Target="/ppt/notesMasters/notesMaster1.xml" Id="R819fc995b9734a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5966dfd5524041" /><Relationship Type="http://schemas.openxmlformats.org/officeDocument/2006/relationships/notesMaster" Target="/ppt/notesMasters/notesMaster1.xml" Id="R27ad52b4ba3d45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f5892c2c944a10" /><Relationship Type="http://schemas.openxmlformats.org/officeDocument/2006/relationships/notesMaster" Target="/ppt/notesMasters/notesMaster1.xml" Id="Rc5b532fe71bf45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83375edf2545c0" /><Relationship Type="http://schemas.openxmlformats.org/officeDocument/2006/relationships/notesMaster" Target="/ppt/notesMasters/notesMaster1.xml" Id="Rbcf969e9c33c4d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088c6678f742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16b094240b4084" /><Relationship Type="http://schemas.openxmlformats.org/officeDocument/2006/relationships/slideLayout" Target="/ppt/slideLayouts/slideLayout1.xml" Id="R2e472a04b8784b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472a04b8784b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1dab5b6da4dac" /><Relationship Type="http://schemas.openxmlformats.org/officeDocument/2006/relationships/notesSlide" Target="/ppt/notesSlides/notesSlide1.xml" Id="Ra8d3ed01f0ff44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525193eb049b2" /><Relationship Type="http://schemas.openxmlformats.org/officeDocument/2006/relationships/notesSlide" Target="/ppt/notesSlides/notesSlide2.xml" Id="R98c45ef107564c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a66455a624f2c" /><Relationship Type="http://schemas.openxmlformats.org/officeDocument/2006/relationships/notesSlide" Target="/ppt/notesSlides/notesSlide3.xml" Id="Rcbbc6dc9eee64e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522c876694f6e" /><Relationship Type="http://schemas.openxmlformats.org/officeDocument/2006/relationships/notesSlide" Target="/ppt/notesSlides/notesSlide4.xml" Id="R19d7460335b048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b265eb3374c6c" /><Relationship Type="http://schemas.openxmlformats.org/officeDocument/2006/relationships/notesSlide" Target="/ppt/notesSlides/notesSlide5.xml" Id="Rff84cd7ff9234d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17640cdf64bdd" /><Relationship Type="http://schemas.openxmlformats.org/officeDocument/2006/relationships/notesSlide" Target="/ppt/notesSlides/notesSlide6.xml" Id="R1da8ffbf7bb244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4d3c247c443bb" /><Relationship Type="http://schemas.openxmlformats.org/officeDocument/2006/relationships/notesSlide" Target="/ppt/notesSlides/notesSlide7.xml" Id="Rcb0534033be643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30b848bc646b2" /><Relationship Type="http://schemas.openxmlformats.org/officeDocument/2006/relationships/notesSlide" Target="/ppt/notesSlides/notesSlide8.xml" Id="Rd905de1867ee4b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65007150843c5" /><Relationship Type="http://schemas.openxmlformats.org/officeDocument/2006/relationships/notesSlide" Target="/ppt/notesSlides/notesSlide9.xml" Id="R40121d2237e846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89060895e478d" /><Relationship Type="http://schemas.openxmlformats.org/officeDocument/2006/relationships/notesSlide" Target="/ppt/notesSlides/notesSlide10.xml" Id="R4ec1e3fdf8874e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307dc5aeb4bd6" /><Relationship Type="http://schemas.openxmlformats.org/officeDocument/2006/relationships/notesSlide" Target="/ppt/notesSlides/notesSlide11.xml" Id="Rfab21056620647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858539c3748c4" /><Relationship Type="http://schemas.openxmlformats.org/officeDocument/2006/relationships/notesSlide" Target="/ppt/notesSlides/notesSlide12.xml" Id="Rf63d737e3e8c47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2e8c62ae24064" /><Relationship Type="http://schemas.openxmlformats.org/officeDocument/2006/relationships/notesSlide" Target="/ppt/notesSlides/notesSlide13.xml" Id="R8eb2b3c34fc44d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BBFA525B-265B-4D09-A2B9-2F2F5D00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E75BD3A-1E7D-4981-94A1-A2EE2FCB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37873D8A-FA6A-439C-A41E-285AF0C7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190E3DA5-AE7F-4F69-AF15-2ADABD2A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59DFAF1E-8857-40E0-BDD7-FDE8DDB4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A4CE93E6-3C69-4A8D-9FB0-A9986CA4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7E5DE7C-94FF-4F75-ABB4-B4F5F60E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198B643-EAE0-4494-9D49-7251B8EF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4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人形机器人与 Unitree 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5EAD7EE-4744-4E19-9A35-4665AAFA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从四足与人形机器人产品理解硬件、运动能力、应用形态和产业边界。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F59CC0E-6CAB-46E4-A4F6-50289244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人形机器人和四足机器人让具身智能从概念走向可见产品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9A429B48-6464-4D33-B3D5-D4A2C71D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50E4BAA3-5EFF-40AD-BCA4-4773710D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EM-002 · EM-002-S01</a:t>
            </a:r>
          </a:p>
        </p:txBody>
      </p:sp>
    </p:spTree>
    <p:extLst>
      <p:ext uri="{BB962C8B-B14F-4D97-AF65-F5344CB8AC3E}">
        <p14:creationId xmlns:p14="http://schemas.microsoft.com/office/powerpoint/2010/main" val="2542957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45B655D5-BF7F-40FC-9049-AAC10C6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B2A4ED31-AB8D-41ED-BCF1-435683C7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22B929B9-A189-4D2D-9429-3FF6DB67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6027F74-739B-4FFB-AC00-B37D9DF2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333ABB6D-FD93-4523-9545-49ACD09F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4FD4518-1119-4AC5-86FA-851D9502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比较四足机器人和人形机器人的形态、任务与成本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FEAE02F-5ED1-4AAC-9A71-6F8B544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区分产品演示能力、工程能力和真实规模化应用</a:t>
            </a:r>
          </a:p>
        </p:txBody>
      </p:sp>
    </p:spTree>
    <p:extLst>
      <p:ext uri="{BB962C8B-B14F-4D97-AF65-F5344CB8AC3E}">
        <p14:creationId xmlns:p14="http://schemas.microsoft.com/office/powerpoint/2010/main" val="1393585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6AB8539-A495-4B2E-939D-A69A48F2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6BFA881-0349-48FB-B8EE-1DCBFFDE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AE42B5BD-4874-4677-9319-0A48796E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C242F375-CF5C-45D8-8578-CBC6057B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94649DB6-643A-4CB2-997A-638DA2D8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7ABB90D-C481-434A-A600-D1DE45BA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567A482-2CF1-4C30-B17E-062B14C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F95C02D-B09F-4EFC-AAB3-17F21115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这类四足机器人通常包括机身结构、关节电机、传感器、计算单元、电池和通信模块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F9D78C8-E32F-45DE-8F36-2CDAEDBB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5D7F11E-D313-49C5-8AF7-3F83A3F3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硬件能力决定了机器人能走多快、能负载多少、能在什么环境下运行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6972C407-919C-4127-B078-8A3F9821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DCBE1AAA-5A2D-4FCF-AD45-15ECD857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</p:spTree>
    <p:extLst>
      <p:ext uri="{BB962C8B-B14F-4D97-AF65-F5344CB8AC3E}">
        <p14:creationId xmlns:p14="http://schemas.microsoft.com/office/powerpoint/2010/main" val="1365379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582A0F7-3BA2-4F34-8867-D961C7F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80988CF-1972-41F9-9E02-BFD5CE0E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DA6BC19A-A266-4317-83E6-62316D9E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机器人运动的核心是在动态环境中保持平衡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72B222A-6FFC-4C85-8261-9279CF29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C58B5331-3B1D-42DE-8092-00B56ADF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8D13BB5-8B5B-4136-B471-9D491356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13C4702-37B6-41A9-8547-CDC29A2B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运动能力：稳定行走是基础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D09E033-FA9E-4A10-AC35-9A241429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机器人运动不仅是让关节转动，而是让身体在动态环境中保持平衡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13C1BF2-1054-44A9-9627-C6990100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774ED8-F741-4FCD-9DA3-05849659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步态控制、地形适应和跌倒恢复，是从演示走向应用的基础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075853C-1BA3-4E79-A64A-CEAF69C0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24B1936A-52DB-42FE-B06D-CD922BD9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机器人运动的核心是在动态环境中保持平衡</a:t>
            </a:r>
          </a:p>
        </p:txBody>
      </p:sp>
    </p:spTree>
    <p:extLst>
      <p:ext uri="{BB962C8B-B14F-4D97-AF65-F5344CB8AC3E}">
        <p14:creationId xmlns:p14="http://schemas.microsoft.com/office/powerpoint/2010/main" val="19671352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BCD2F570-2050-4D08-8E6D-08379518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0CA2B6BB-D6ED-4544-9594-A7D0E89D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F880B91-4AE3-40E8-9DDA-7EC8E69D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人形结构扩大操作潜力，也提高控制难度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CAD4BBA-4819-421E-8417-39C115CB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112E9442-EEAD-4D98-97A6-3E66AD51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B8901F9-B632-4D9F-BE62-366AAA32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5CB8139-4A6A-427B-A704-DD69562B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人形机器人：为什么被关注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8C16FC0-AEC8-4B2F-8C46-A36DC8AB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人形机器人被关注，是因为它更容易进入为人类设计的空间，例如工厂、展厅、家庭和服务场景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D4D4B2F-B94F-4D87-9125-DAEE7A1C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01D143D-08CB-4A2C-91EF-F0226C50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但人形形态也带来更高控制难度、成本和安全要求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9A574F0F-BCAE-4737-AD0B-0E0CBD1A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AC67DFB-64E0-4260-87A1-58D6E53A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人形结构扩大操作潜力，也提高控制难度</a:t>
            </a:r>
          </a:p>
        </p:txBody>
      </p:sp>
    </p:spTree>
    <p:extLst>
      <p:ext uri="{BB962C8B-B14F-4D97-AF65-F5344CB8AC3E}">
        <p14:creationId xmlns:p14="http://schemas.microsoft.com/office/powerpoint/2010/main" val="5681978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9A0A5E6A-14EC-4B03-8033-F9AC1F23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9CFAEC2-1132-4788-A4F0-DE8DACB0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88F4A72-CBC5-4357-B82A-81C9A0BA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3F7B627-6A78-42A9-B0C8-AB6B155C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CE14A5C-3DA7-4642-9118-2DD305FA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629C935-086D-41F6-9C3A-A6C522BA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3464ECE-CB83-4CEA-A511-0C910C1A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产业格局：资本热度与应用验证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557B8BA-900F-49DB-A400-CA130BCA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行业研究显示，人形机器人正受到资本和产业链关注，但商业化仍取决于成本下降、可靠性提升和真实场景验证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50D9A11-1C16-4891-9715-79D80951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93B37D8-1123-4415-895B-2514F260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判断行业进展时，要区分发布会能力、实验室能力和可规模部署能力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F7ED12DD-B770-43E5-A4C8-D0BEC448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824277EF-DD09-44BF-AE5D-1CCD4383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</p:spTree>
    <p:extLst>
      <p:ext uri="{BB962C8B-B14F-4D97-AF65-F5344CB8AC3E}">
        <p14:creationId xmlns:p14="http://schemas.microsoft.com/office/powerpoint/2010/main" val="11861107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3E757B95-6C7C-466F-AAEB-18CB4D9C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F3D28D6-B647-47C0-B494-A99F07B9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6BA28C6-94C8-4677-868E-5E677F30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3E016111-5E10-4007-BB4D-4D48A720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8EF60EF-52ED-447A-9ED3-FF9E1942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467CF81-650D-4699-8FFC-4585506C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7C0EC60-058C-429B-B317-C9073E73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Unitree 生态：不只有一台机器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D01E354-B27B-4452-8362-CD8A21D3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机器人生态至少包含四层；机身、关节、传感器和电池等硬件；SDK、通信接口、ROS2 驱动和状态消息等开发层；仿真、数据采集、策略训练和模型部署等算法层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AA1B19E-29A5-46AE-A7CB-151E798B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CE7F4B3-A57D-4D64-9150-27D461B6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与 G1 都可以进入这套生态；但接口和风险包络不同；四足平台重心较低、支撑稳定；常用于巡检、教学和移动感知；人形平台能利用为人设计的门、台阶、工具和工位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D3CD692-30FD-4F7C-83BD-4AB8B010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BF94700D-0FB7-4B0A-8980-914E7C6C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</p:spTree>
    <p:extLst>
      <p:ext uri="{BB962C8B-B14F-4D97-AF65-F5344CB8AC3E}">
        <p14:creationId xmlns:p14="http://schemas.microsoft.com/office/powerpoint/2010/main" val="2864258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E8CD1056-2D00-48AC-B0F2-A05CDA5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CD7B5391-6071-4FDE-98B1-46E0A3C0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540E0240-8B06-4043-B95B-D03FA667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FB43CC7D-FD92-47ED-A4BA-251402A0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E25092D-78E9-4B82-8514-68C505B5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029FA7E-2029-46CF-B603-4A9933A7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154E6EF-3FBF-4837-A986-28243D07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E2936C1-0B14-4FD9-8AD4-8EFE37C3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机器人项目的成本包括设备与传感器、计算单元、备件、电池、场地改造、软件集成、标注与训练、现场操作、维护停机和安全责任；原型演示往往由工程师随时接管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7DE981-7552-42D6-A6E7-024B2DFE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2EB6190-CE01-4B46-AA1A-8EA0277C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比较形态时应把任务收益与总成本放在一起；四足机器人也许更容易在不平地面移动；但不一定能操作为人设计的工具；人形机器人也许覆盖更多工位；却可能需要更高的安全投入；最合适的形态由任务与环境决定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FE141E60-F190-43BB-B82C-7C1A75A5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EB20BBE-561A-4A16-87F1-3D689B3F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</p:spTree>
    <p:extLst>
      <p:ext uri="{BB962C8B-B14F-4D97-AF65-F5344CB8AC3E}">
        <p14:creationId xmlns:p14="http://schemas.microsoft.com/office/powerpoint/2010/main" val="14873570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DA9B2F5-DFAB-4818-8BD8-D94E1848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44EDB78-DFA6-4640-B000-E8A3456F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18961371-15D0-4CA2-901A-B8A08FC5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B6767D27-660E-4A50-B922-442A89F7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E0E6904-F915-44FF-8E5D-10BF7FCF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C729C8A-C53A-4595-9177-A5B1DBCB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4D8C2EA-B160-4436-BE33-9DB4A699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应用边界：从巡检到服务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35EE61D-3EDF-4DE9-8C70-09998C0D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C50BCD-C125-4053-9F2B-06C8C5D0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7611479-0609-4834-AD03-16AA0832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进入高风险场景前，需要充分验证安全、续航、维护和异常处理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61A4DE3-762B-4306-B4B2-50F2F326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4B23D1C-302C-47B8-882F-465267E8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20615470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5A71865A-2782-4D8A-A5C5-2D6C5D48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B7B6AFF4-E85D-4BD6-B157-7EB3B6FD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31EA0C7A-E71F-4122-A153-C2B73F46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B03E3727-DC86-4217-B64F-464D556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7714EAD-3EC6-486E-B3EF-A8FA4EE3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6C9AB12-34B9-48C2-83E2-91840233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展厅中的四足机器人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98151C1-4FBA-40E7-ACB6-75BFA17A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场景｜机器人在展厅中完成巡游和互动展示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6C92573-4124-41C8-BE4A-7257B5D3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问题｜人流、障碍物、地面变化和网络状态都会影响体验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8D93089C-57DA-4623-B67B-CC398294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方法｜机器人结合传感器、定位和运动控制完成路线执行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B4866148-762F-44A9-AC74-3C898D82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结果｜观众能直观看到具身系统的行动能力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8107276D-4A64-4422-A15D-42AA2641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边界｜必须设置安全区域、速度限制和人工急停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0D04FF1F-4453-404F-B7C9-31F778B4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76894D1-1E98-4AE7-8DBA-DEFA2453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</p:spTree>
    <p:extLst>
      <p:ext uri="{BB962C8B-B14F-4D97-AF65-F5344CB8AC3E}">
        <p14:creationId xmlns:p14="http://schemas.microsoft.com/office/powerpoint/2010/main" val="6541762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F4ACAE14-DACB-4AE9-969E-9B314A5C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0272040-0459-43BA-BD64-06BFDC59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1CF4D18-FC1A-44B3-AF37-03316285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1F12CA2-5312-43E8-8088-2FDF72AE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C5AA3366-8F59-4810-9369-5BEA8C35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4D085BC0-5002-4059-BD44-66478C5A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FA337D0-98E5-4D20-AE3C-9AF1BBD0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42916A90-41D0-43A5-8E04-04F743E8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Go2 机器人硬件组成图；列出人形机器人进入服务场景前要验证的三项能力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AF05409-735C-43DE-BCBC-C5584137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80CEDA7-7A8B-4739-9840-D9919E26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7CB53A12-BA82-4C0A-A9FB-FFFAFC5F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96AE2AF-E43C-4FA4-A6A6-403B49F2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用“任务、环境、接口、安全、维护、总成本”六栏比较四足和人形方案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C1CB29DA-1F91-46D6-8C1F-443F1125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F9444D7A-8116-4DE8-8477-63F0EC43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66905434-4964-4066-818A-58028314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9BD816D-85D1-4CE2-9ED4-F03E7FC1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为一台机器人画出硬件、开发、算法和运营四层生态图，标出当前缺口</a:t>
            </a:r>
          </a:p>
        </p:txBody>
      </p:sp>
    </p:spTree>
    <p:extLst>
      <p:ext uri="{BB962C8B-B14F-4D97-AF65-F5344CB8AC3E}">
        <p14:creationId xmlns:p14="http://schemas.microsoft.com/office/powerpoint/2010/main" val="10401979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8C287415-3123-46D8-B297-E89C4F2F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1683B165-ABF8-40D7-BA89-8E0D1C1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51D8980-910E-4F53-8A76-B0F461BB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B8BE81B-9613-45F5-8386-25AA2371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0F4AA89F-5356-4C94-97C4-1C6EFBAF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AC4CF551-F8D6-46C1-9177-87D47E28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D807C80F-F8EB-4462-B3E5-B500E188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D54668C-90AD-423D-8E97-A772DF74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50F3D0D-6DD5-4CB4-BE71-E19A74F4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BF5CC7C-2B1F-4E1A-9080-AA54DE1B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EA89BC1-F979-4CDB-8B75-83246A22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0B57BB3-A9A3-484F-89CC-AD491A9D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31CB819-8447-4035-8AB3-C8B0D2BB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DA54381-7C3E-45C8-B57D-520415DC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1C6B174-F9DD-4797-B9AA-1C4B421F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AD311220-A7D3-4D82-A059-1E74D25F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19927918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5FDD624-141B-4B1C-99B1-12E3545B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8677818F-9FEF-4016-8D0D-ABBE76CC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C73C9C69-1384-4EC9-A11A-906B0EA4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人形与四足机器人：依据、边界与延伸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ECFD38F0-DD3B-461F-B813-28DDF244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30A9874-8C3F-4F8B-877F-0DE7F4D3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1831003A-C90E-41E1-9FC2-099C47A6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16871354-D5A4-43B6-8C32-EF9305D8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Unitree Robotics：机器人型号与公开规格以厂商当前页面为准。（核对日期：2026-07-11）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C21602C9-5B83-46E2-9B11-070F9CF0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0106896-1E43-4BDC-A41F-386B251E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9878990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2026-07-12T03:31:54.8520000Z</dcterms:created>
  <dcterms:modified xsi:type="dcterms:W3CDTF">2026-07-12T03:31:54.8520000Z</dcterms:modified>
</coreProperties>
</file>