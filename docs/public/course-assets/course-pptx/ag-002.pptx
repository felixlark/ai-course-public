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1fede1a224340" /><Relationship Type="http://schemas.openxmlformats.org/officeDocument/2006/relationships/extended-properties" Target="/docProps/app.xml" Id="R1368aadb45ff4575" /><Relationship Type="http://schemas.openxmlformats.org/officeDocument/2006/relationships/officeDocument" Target="/ppt/presentation.xml" Id="R4fce048257634f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4acfe914744c4d"/>
  </p:sldMasterIdLst>
  <p:notesMasterIdLst>
    <p:notesMasterId xmlns:r="http://schemas.openxmlformats.org/officeDocument/2006/relationships" r:id="Rbe8cea7905474f6e"/>
  </p:notesMasterIdLst>
  <p:sldIdLst>
    <p:sldId xmlns:r="http://schemas.openxmlformats.org/officeDocument/2006/relationships" id="256" r:id="Rcb620d788d1048b4"/>
    <p:sldId xmlns:r="http://schemas.openxmlformats.org/officeDocument/2006/relationships" id="257" r:id="R2a6d1b3e5f6d4603"/>
    <p:sldId xmlns:r="http://schemas.openxmlformats.org/officeDocument/2006/relationships" id="258" r:id="R4d5dbb9cee4a41bc"/>
    <p:sldId xmlns:r="http://schemas.openxmlformats.org/officeDocument/2006/relationships" id="259" r:id="Rfaea849e81a74f84"/>
    <p:sldId xmlns:r="http://schemas.openxmlformats.org/officeDocument/2006/relationships" id="260" r:id="R59d4b9c5861c4978"/>
    <p:sldId xmlns:r="http://schemas.openxmlformats.org/officeDocument/2006/relationships" id="261" r:id="Rad036fd2b5fe43cc"/>
    <p:sldId xmlns:r="http://schemas.openxmlformats.org/officeDocument/2006/relationships" id="262" r:id="R0617780e1bea4b84"/>
    <p:sldId xmlns:r="http://schemas.openxmlformats.org/officeDocument/2006/relationships" id="263" r:id="Rc48a98cbae174a06"/>
    <p:sldId xmlns:r="http://schemas.openxmlformats.org/officeDocument/2006/relationships" id="264" r:id="R1973445b67e84f1d"/>
    <p:sldId xmlns:r="http://schemas.openxmlformats.org/officeDocument/2006/relationships" id="265" r:id="R82fe1cd8896340a0"/>
    <p:sldId xmlns:r="http://schemas.openxmlformats.org/officeDocument/2006/relationships" id="266" r:id="Rf75f04e9409249a9"/>
    <p:sldId xmlns:r="http://schemas.openxmlformats.org/officeDocument/2006/relationships" id="267" r:id="R66f7fad4414344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f00383f3274b04" /><Relationship Type="http://schemas.openxmlformats.org/officeDocument/2006/relationships/slideMaster" Target="/ppt/slideMasters/slideMaster1.xml" Id="R234acfe914744c4d" /><Relationship Type="http://schemas.openxmlformats.org/officeDocument/2006/relationships/notesMaster" Target="/ppt/notesMasters/notesMaster1.xml" Id="Rbe8cea7905474f6e" /><Relationship Type="http://schemas.openxmlformats.org/officeDocument/2006/relationships/presProps" Target="/ppt/presProps.xml" Id="Rbff0ff5cd73947d0" /><Relationship Type="http://schemas.openxmlformats.org/officeDocument/2006/relationships/tableStyles" Target="/ppt/tableStyles.xml" Id="R76201a01012e4017" /><Relationship Type="http://schemas.openxmlformats.org/officeDocument/2006/relationships/slide" Target="/ppt/slides/slide1.xml" Id="Rcb620d788d1048b4" /><Relationship Type="http://schemas.openxmlformats.org/officeDocument/2006/relationships/slide" Target="/ppt/slides/slide2.xml" Id="R2a6d1b3e5f6d4603" /><Relationship Type="http://schemas.openxmlformats.org/officeDocument/2006/relationships/slide" Target="/ppt/slides/slide3.xml" Id="R4d5dbb9cee4a41bc" /><Relationship Type="http://schemas.openxmlformats.org/officeDocument/2006/relationships/slide" Target="/ppt/slides/slide4.xml" Id="Rfaea849e81a74f84" /><Relationship Type="http://schemas.openxmlformats.org/officeDocument/2006/relationships/slide" Target="/ppt/slides/slide5.xml" Id="R59d4b9c5861c4978" /><Relationship Type="http://schemas.openxmlformats.org/officeDocument/2006/relationships/slide" Target="/ppt/slides/slide6.xml" Id="Rad036fd2b5fe43cc" /><Relationship Type="http://schemas.openxmlformats.org/officeDocument/2006/relationships/slide" Target="/ppt/slides/slide7.xml" Id="R0617780e1bea4b84" /><Relationship Type="http://schemas.openxmlformats.org/officeDocument/2006/relationships/slide" Target="/ppt/slides/slide8.xml" Id="Rc48a98cbae174a06" /><Relationship Type="http://schemas.openxmlformats.org/officeDocument/2006/relationships/slide" Target="/ppt/slides/slide9.xml" Id="R1973445b67e84f1d" /><Relationship Type="http://schemas.openxmlformats.org/officeDocument/2006/relationships/slide" Target="/ppt/slides/slide10.xml" Id="R82fe1cd8896340a0" /><Relationship Type="http://schemas.openxmlformats.org/officeDocument/2006/relationships/slide" Target="/ppt/slides/slide11.xml" Id="Rf75f04e9409249a9" /><Relationship Type="http://schemas.openxmlformats.org/officeDocument/2006/relationships/slide" Target="/ppt/slides/slide12.xml" Id="R66f7fad4414344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caddd4641446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eaea10931f47cc" /><Relationship Type="http://schemas.openxmlformats.org/officeDocument/2006/relationships/notesMaster" Target="/ppt/notesMasters/notesMaster1.xml" Id="R77d4883d24ad45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50dd2c1e02431e" /><Relationship Type="http://schemas.openxmlformats.org/officeDocument/2006/relationships/notesMaster" Target="/ppt/notesMasters/notesMaster1.xml" Id="R9fff5d32d88349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40d8d0b38b47ff" /><Relationship Type="http://schemas.openxmlformats.org/officeDocument/2006/relationships/notesMaster" Target="/ppt/notesMasters/notesMaster1.xml" Id="Re71e368bf69944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ccd29fbccb4047" /><Relationship Type="http://schemas.openxmlformats.org/officeDocument/2006/relationships/notesMaster" Target="/ppt/notesMasters/notesMaster1.xml" Id="R999c150abf4d4a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8e9bc75fb74e77" /><Relationship Type="http://schemas.openxmlformats.org/officeDocument/2006/relationships/notesMaster" Target="/ppt/notesMasters/notesMaster1.xml" Id="Rb8e34e2d936a44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99a45e11e34fbe" /><Relationship Type="http://schemas.openxmlformats.org/officeDocument/2006/relationships/notesMaster" Target="/ppt/notesMasters/notesMaster1.xml" Id="Rcd8dce31b56347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6b4b93f7034e57" /><Relationship Type="http://schemas.openxmlformats.org/officeDocument/2006/relationships/notesMaster" Target="/ppt/notesMasters/notesMaster1.xml" Id="Rb297a44be0b949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3d7eab1a774d4c" /><Relationship Type="http://schemas.openxmlformats.org/officeDocument/2006/relationships/notesMaster" Target="/ppt/notesMasters/notesMaster1.xml" Id="R85daee76d9e342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6c2953a3c34294" /><Relationship Type="http://schemas.openxmlformats.org/officeDocument/2006/relationships/notesMaster" Target="/ppt/notesMasters/notesMaster1.xml" Id="R04e7ff55c8974e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03309e1e454fff" /><Relationship Type="http://schemas.openxmlformats.org/officeDocument/2006/relationships/notesMaster" Target="/ppt/notesMasters/notesMaster1.xml" Id="Rf74c3f588ceb4a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1e8347c2c24675" /><Relationship Type="http://schemas.openxmlformats.org/officeDocument/2006/relationships/notesMaster" Target="/ppt/notesMasters/notesMaster1.xml" Id="R8018cedbb6b943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d5fc41651b4e12" /><Relationship Type="http://schemas.openxmlformats.org/officeDocument/2006/relationships/notesMaster" Target="/ppt/notesMasters/notesMaster1.xml" Id="Rf75ad5dfd5124c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ad860026444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395e36d7e043a3" /><Relationship Type="http://schemas.openxmlformats.org/officeDocument/2006/relationships/slideLayout" Target="/ppt/slideLayouts/slideLayout1.xml" Id="Rca091969603e42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091969603e42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c690f6332475a" /><Relationship Type="http://schemas.openxmlformats.org/officeDocument/2006/relationships/notesSlide" Target="/ppt/notesSlides/notesSlide1.xml" Id="R3eb9d40d003c4e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0900aaeef41cc" /><Relationship Type="http://schemas.openxmlformats.org/officeDocument/2006/relationships/notesSlide" Target="/ppt/notesSlides/notesSlide2.xml" Id="R9f5c8e8717064b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6ed6af2084f7a" /><Relationship Type="http://schemas.openxmlformats.org/officeDocument/2006/relationships/notesSlide" Target="/ppt/notesSlides/notesSlide3.xml" Id="Ra570ec8645e44d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9ebfd30c04f86" /><Relationship Type="http://schemas.openxmlformats.org/officeDocument/2006/relationships/notesSlide" Target="/ppt/notesSlides/notesSlide4.xml" Id="Rc67f1b2c574443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157956a0f49df" /><Relationship Type="http://schemas.openxmlformats.org/officeDocument/2006/relationships/notesSlide" Target="/ppt/notesSlides/notesSlide5.xml" Id="R41ae130591ed41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174315d844465" /><Relationship Type="http://schemas.openxmlformats.org/officeDocument/2006/relationships/notesSlide" Target="/ppt/notesSlides/notesSlide6.xml" Id="Rcc0e3a8bc4ca46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924a7387b4ae6" /><Relationship Type="http://schemas.openxmlformats.org/officeDocument/2006/relationships/notesSlide" Target="/ppt/notesSlides/notesSlide7.xml" Id="R8db8c46b7a534a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5610b48ca469d" /><Relationship Type="http://schemas.openxmlformats.org/officeDocument/2006/relationships/notesSlide" Target="/ppt/notesSlides/notesSlide8.xml" Id="Rca800b60dd5f4b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65d9da33640a7" /><Relationship Type="http://schemas.openxmlformats.org/officeDocument/2006/relationships/notesSlide" Target="/ppt/notesSlides/notesSlide9.xml" Id="R1eea792ae73d465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46216555e4259" /><Relationship Type="http://schemas.openxmlformats.org/officeDocument/2006/relationships/notesSlide" Target="/ppt/notesSlides/notesSlide10.xml" Id="R88ba4472acaa46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72c6687b44259" /><Relationship Type="http://schemas.openxmlformats.org/officeDocument/2006/relationships/notesSlide" Target="/ppt/notesSlides/notesSlide11.xml" Id="Red3ca2f1316946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b5770a1db49a2" /><Relationship Type="http://schemas.openxmlformats.org/officeDocument/2006/relationships/notesSlide" Target="/ppt/notesSlides/notesSlide12.xml" Id="Rbb68c35db03f4a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8397736-B32F-4343-A27C-8E300A18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864B144-C904-4367-8539-3414865A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DBBAC4BD-157C-4A7F-BEA8-35EDFEAD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D317F816-D95E-48E0-A9E0-81EA906B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398C3A71-C532-4773-BEB8-E87462C7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04A17B9-3317-4FC0-9B7A-B379BA27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071FD16-548D-4EDB-9D2D-6E57BAF9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6649B0C-6988-4894-ADDB-86D0984B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375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工具调用、MCP、记忆与规划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740FDD1-92C6-4AFD-AED7-A6E22F3C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解释智能体如何通过稳定工具契约、分层上下文和可更新记忆完成长任务。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D34F7343-9270-4ABC-82F3-212FD13C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语言模型能生成文字；但不能仅凭文字读取最新库存、查询内部资料或修改日程；智能体要进入真实业务；必须通过工具与外部系统交互；工具把“模型建议做什么”转换为“系统实际执行了什么”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2752497D-86DF-4BF5-8122-F827CF31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6A79012-7A1A-4875-81B0-57F9524F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AG-002 · AG-002-S01</a:t>
            </a:r>
          </a:p>
        </p:txBody>
      </p:sp>
    </p:spTree>
    <p:extLst>
      <p:ext uri="{BB962C8B-B14F-4D97-AF65-F5344CB8AC3E}">
        <p14:creationId xmlns:p14="http://schemas.microsoft.com/office/powerpoint/2010/main" val="19360575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FDAF5269-30F5-447C-9E39-CEF17812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3B385619-0076-41B4-96DF-8B859788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0087BA1F-8AE3-4461-B7FD-B4CAB90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940AB40C-95A8-4738-BD06-97253F7A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0F5EF15-7A44-40BD-8B17-A5D0AA5E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275822DD-ACD3-4C6B-A5E2-B19C1EBA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为一个工具写出名称、用途、输入、输出、权限、失败语义和幂等性要求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2C5565E-B451-483D-9BD6-50BD1A2A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 MCP 中 host、client、server 以及 tools、resources、prompts 的职责边界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ABCC703A-B44B-4FD9-9702-A9A22E79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区分当前上下文、任务短期状态和长期记忆，并为记忆设置来源、范围和失效条件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2FF8DBAE-496F-489A-A7C5-DF9B08AC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把长任务拆成可验收步骤，并正确处理无权限、工具异常和部分完成</a:t>
            </a:r>
          </a:p>
        </p:txBody>
      </p:sp>
    </p:spTree>
    <p:extLst>
      <p:ext uri="{BB962C8B-B14F-4D97-AF65-F5344CB8AC3E}">
        <p14:creationId xmlns:p14="http://schemas.microsoft.com/office/powerpoint/2010/main" val="11970437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16C824B-8A99-463C-9830-EB054C43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0B6CF28-FE55-45A9-9C8B-76B31E6C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A5728A0-1BC5-4699-AD4C-2432B804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1F151CBE-7D4A-4C4F-B8A7-75F4DFD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30249C9-4D96-4986-87C7-C978F769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702D238-EF77-42A8-B680-1BF51441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143BD16-9433-4190-A186-C0809513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工具契约：先约定，再调用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DCEE029-9767-4921-9FF3-9947749E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工具不是一段模糊的自然语言说明，而是一份可检查的契约。至少应包含以下部分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7E38045-888B-4EF3-A298-CA4E3706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F0A8256-D76B-498F-AE6C-7A1879E3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描述越含糊，模型越容易选错工具或补造参数；对于写入型工具，还要提供“预览”或“草稿”能力；让智能体先展示将要发生的变化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C69C5BF8-9520-4FE9-AE7C-587B6D05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85D83F1F-A78A-4A70-9C82-8A0F8C1B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</p:spTree>
    <p:extLst>
      <p:ext uri="{BB962C8B-B14F-4D97-AF65-F5344CB8AC3E}">
        <p14:creationId xmlns:p14="http://schemas.microsoft.com/office/powerpoint/2010/main" val="2775416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AA728AF-C5B4-4828-970C-31D1FD78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8D897F7-ECC5-4FA5-A4B6-78F56B36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F914A2DE-BEB6-4440-AA5B-92D9194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工具结果必须区分成功、部分成功与失败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1685800-A2AF-4624-BC06-899C705A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C8160BA-4556-4A5D-9121-9FF1A6AB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BEBBAE5-3CC4-431B-A40A-82EE98C6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E285935-D65D-4E94-B87F-BD52CBE7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工具结果：失败必须是可读状态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702004A-CBAB-4D09-B39B-AF825567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工具调用可能出现四类结果；成功、部分成功、可重试失败和不可重试失败；超时或网络中断通常只能说明“结果未知”；不能直接再次写入，否则可能重复创建记录；参数错误应先修正输入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8EDD144-9DDB-4E7C-82A5-D81B18E9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61B2986-E187-4250-8D14-D77010D9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智能体要读取结构化错误码、错误信息和是否可重试，而不是从一句模糊文本中猜测。系统还应保存调用标识，便于确认一次写入究竟是否已经发生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5B37B5D8-04F1-4797-B125-60E7643A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9BAE82A6-EFF4-48C0-900B-A6E7A6F1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工具结果必须区分成功、部分成功与失败</a:t>
            </a:r>
          </a:p>
        </p:txBody>
      </p:sp>
    </p:spTree>
    <p:extLst>
      <p:ext uri="{BB962C8B-B14F-4D97-AF65-F5344CB8AC3E}">
        <p14:creationId xmlns:p14="http://schemas.microsoft.com/office/powerpoint/2010/main" val="6443333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E56585E1-97DD-47D7-BCA1-0749F217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44188879-9364-42C7-A628-36B336C5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81B8B2C-5B6F-4A2A-9297-7FE9B662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CB157B66-E218-4A71-9CFD-C4A94915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0FB59CF-F671-40BD-B639-CF516594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FB0DE94-E7AE-40A4-A440-102D986C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97E681C-8419-4D73-9935-0A8E54BD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E5A690E-014A-4AE6-B908-71D0ABA3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Model Context Protocol（MCP）提供了一套连接 AI 应用与外部能力的协议。可以把它理解为三层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466FD7E-8C6E-4E1A-A1FB-0FB6C856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2831648-B97D-4DA2-8812-4ED153F8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Host： 承载用户体验和安全策略的 AI 应用，决定哪些连接可用、哪些信息可以进入模型上下文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80BF173D-83E5-4984-8003-85396132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545345F-1F9C-4019-9CB1-082BE5B1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Client： host 内与某个 server 建立会话的协议端，负责能力发现、消息交换和连接生命周期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7BE310A3-E935-4A25-B695-6D62B8CC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2EE0F38E-0205-47DA-8AB4-B5EE0072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</p:spTree>
    <p:extLst>
      <p:ext uri="{BB962C8B-B14F-4D97-AF65-F5344CB8AC3E}">
        <p14:creationId xmlns:p14="http://schemas.microsoft.com/office/powerpoint/2010/main" val="16660997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C4B8EDD7-7F42-4170-9248-CF64F545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BCF6993C-BE1D-4997-9BE4-16014129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4105850B-DB5F-4988-97BF-BE0C52A3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8B1409ED-5341-439A-88AD-0CCA4646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F1778D59-5E7A-4153-9940-8147A32B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063486A-F88D-4462-9A0C-6F922BDA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8830A81-1344-485F-AD0F-E0F4A629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上下文、短期状态与长期记忆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32FB828-A827-4E16-9651-3B738201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EBAB64B-BD37-4A43-BF81-3EB9B061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6B5CA28-85EA-441B-BD12-7B5E5BD9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当前上下文 服务于眼前一次决策，包括用户本轮要求、刚取得的工具结果和相关资料片段。它容量有限，任务推进时会变化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9952CC66-B801-4CA8-B3F2-97F4F3DB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ACCFC07-19E7-4FFC-9203-FF98D64F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短期状态 记录一个任务的可恢复进度，例如目标、已完成步骤、中间产物、待处理错误和下一步。即使会话中断，任务也应能从状态恢复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AFD9250-F80A-4B8B-A44E-27AEC1D6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8D229CCA-E5EE-48DD-9CF3-1465553D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</p:spTree>
    <p:extLst>
      <p:ext uri="{BB962C8B-B14F-4D97-AF65-F5344CB8AC3E}">
        <p14:creationId xmlns:p14="http://schemas.microsoft.com/office/powerpoint/2010/main" val="18690652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79F7CAE-5A78-479C-9B74-DACF6DED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A5338F3D-388E-4BF0-A41A-3F0D0B5D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68B9923E-0AE9-43E4-83FA-0A7DFE35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5E94199-F1B9-4B18-A870-D8EAB43C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0D40431-16AA-4CC2-8C0E-DC47AF0E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A846867-207D-46D7-BF7D-E46F820A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5813240-291C-43E0-8E66-F8D59698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规划：维护可更新的任务图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5DB356F-25F3-4D73-86EE-5507DFA8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规划的作用是把目标转成可执行且可验收的步骤；每一步应写清输入、动作、产出、依赖和通过条件；存在依赖时，计划更像任务图而不是线性清单；数据未取得，分析步骤就不能开始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55CD40B-E02F-47C5-9495-AADD1C1F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CC46543-FBE6-42F4-B946-6DA51076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计划要随着观察更新；但变更必须有理由，如果工具返回的真实结构与预期不同；应修订后续步骤，如果只是执行困难；不能悄悄降低验收标准；对长任务，建议在每个阶段形成恢复点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8AD6945-DA71-40BC-A35A-0BE4006B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CD3CCAA0-5BAE-49CB-9F9C-FA3784BA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</a:t>
            </a:r>
          </a:p>
        </p:txBody>
      </p:sp>
    </p:spTree>
    <p:extLst>
      <p:ext uri="{BB962C8B-B14F-4D97-AF65-F5344CB8AC3E}">
        <p14:creationId xmlns:p14="http://schemas.microsoft.com/office/powerpoint/2010/main" val="16547158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D4434573-04F6-436C-BD56-8531BCEA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486B0196-F3A1-41E5-96DD-DEDBE084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D79EB869-8B6A-4F84-9E15-4A12BDAF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94FA2561-2BF7-473E-825E-C1378971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FA6C9F23-187C-41AA-B3E3-A0760CDD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418F759-C4E6-4492-BD12-386507A6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984B8E1-3660-4C75-AA5E-13482811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权限失败：不能靠“换一种说法”绕过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28AFE6E-89EC-48D1-A9B3-9211BE1E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权限失败是系统边界；而不是提示词问题，正确处理顺序是；确认调用身份与目标资源；判断所需权限是否属于当前任务；记录被拒绝的动作和原因；寻找权限内的只读或草稿替代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E4FA179-5269-4E61-B57C-28780023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58DE542-DE87-4A29-8B3A-A787F0F5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智能体不应尝试猜测凭据、切换到未授权账号，或通过另一个工具绕过限制。获得权限后，也应从失败步骤重新观察当前状态，因为外部数据可能已经变化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0916242-9148-43BD-8193-AB2E5C17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BA8B3D70-B602-4C50-BACB-AF5E606E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</p:spTree>
    <p:extLst>
      <p:ext uri="{BB962C8B-B14F-4D97-AF65-F5344CB8AC3E}">
        <p14:creationId xmlns:p14="http://schemas.microsoft.com/office/powerpoint/2010/main" val="18818252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EBC72B43-ACD5-471D-83A7-90244ED7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C9CA1A1-FFAD-484D-A389-77334359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6637DDB3-A08B-4E6E-BCE3-BFC1CC17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91064FBB-1AF6-427A-A7D2-1918A20B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152270C-C114-4488-8CB7-BCA2FA1D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C375DDC-1FC4-4253-8F32-7921445E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92FCBF9-ED5E-4390-A6AC-09DC1A41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场景｜某智能体接到“汇总最新差旅政策并列出报销上限”的任务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A70CA80-8EDE-4723-ACC1-29C47D62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机制｜它的长期记忆里存有去年的规则，于是直接生成答案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347CB39-9A79-4CFA-B881-A084316D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机制｜正确设计应当是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F2EA910-87E1-4369-85B8-0F873299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方法｜计划先查询政策目录，再读取标记为“当前生效”的文件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092A313E-A7D9-40F4-9891-326BA281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方法｜通过 resource 获取原文，记录文件版本、生效日期和来源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FE5296A-C544-45BC-ACEE-5F2A6856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E8109D47-2FFD-4AC5-992F-14B4D2CC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</p:spTree>
    <p:extLst>
      <p:ext uri="{BB962C8B-B14F-4D97-AF65-F5344CB8AC3E}">
        <p14:creationId xmlns:p14="http://schemas.microsoft.com/office/powerpoint/2010/main" val="17542193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B29CA3E2-B561-433B-B305-8B799839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485EB94-8AE6-47D1-80C4-27661E38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7B6188FE-BA74-4C48-ACCE-C7F38662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66C736A-C6EA-4E40-94F8-B48FFF75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21BA33F-978E-4F10-A84B-14458045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4C5CC7EF-46BC-4BA5-9095-370D415B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7BDC23C9-02B0-4C86-964D-B5F4F011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941F133E-43C7-4D0A-837B-88581A81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以“查询图书馆在借图书并生成到期提醒”为例，完成一份系统设计；分别为“查询在借图书”和“创建提醒”写工具契约，标明读取或写入权限、错误码和重试规则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1C86A9E5-64BD-4934-A3EC-DDECA474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DB579BD8-73D8-4324-B496-1E96C0C5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CDA34D1-7638-4ECA-BEF8-C9887FED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71958622-6A34-476A-9798-8FCF1800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host、两个 client/server 连接以及 tools、resources、prompts 的位置；并写出数据不能越过的边界；把信息分到当前上下文、短期状态、长期记忆三栏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FCA74E0-9A4B-41BE-9BCE-0C2C9043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94F4B375-D8A1-486B-9D7E-B6134994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D0FC7172-3BF4-4C69-A6E9-4642CF75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19A9E23-359F-4748-924D-524548C7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设计一个包含至少五步的计划；并加入“查询权限不足”和“创建提醒结果未知”两条失败分支；验收标准是，任何一次失败都能被明确分类；没有权限时不会继续写入；任务中断后能根据短期状态恢复</a:t>
            </a:r>
          </a:p>
        </p:txBody>
      </p:sp>
    </p:spTree>
    <p:extLst>
      <p:ext uri="{BB962C8B-B14F-4D97-AF65-F5344CB8AC3E}">
        <p14:creationId xmlns:p14="http://schemas.microsoft.com/office/powerpoint/2010/main" val="10489508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0FAA06A5-85EB-479E-8EC8-F0C66B47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D33BD98C-C982-42BD-A03E-3CEAEBE4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C0EDDCF8-670D-4B9F-BFBD-D2DAD7C8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18444B4F-D5B2-4CCF-8DD1-2BA5ADDB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4F167EBE-4495-4B99-AD5F-5A117324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4C16A425-F76B-41FC-9C2F-94E5D7E9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7101776-6703-4255-AC5F-58D0C576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1937F611-5396-41F3-BBDC-C5E6501D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5B420D1A-2DCA-423E-9859-43FEA576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9D527008-CEBE-4213-90AC-48BD1997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2899F29-4AC3-4B15-8927-851295EB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8F76819F-902B-4A1C-8068-60A51FDD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8E699F13-D26F-4A98-AC93-F0862F96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4B6B390E-6A2B-4A3B-8975-F074971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0DFAEA22-A8EF-439A-8213-8F0C8DA6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B8A14185-5483-426D-BE1F-D598F39F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</p:spTree>
    <p:extLst>
      <p:ext uri="{BB962C8B-B14F-4D97-AF65-F5344CB8AC3E}">
        <p14:creationId xmlns:p14="http://schemas.microsoft.com/office/powerpoint/2010/main" val="15733672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11FC09D4-4929-4EAF-BC98-2C6DF914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6DC1BBB7-F9C1-4708-9DC2-4C6DA5CE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14584DF0-DB1D-4475-BE0C-BE1A53F8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7195317E-6A79-4BDE-A6FE-C187E312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76E6FBE-6B78-49E8-95F8-1DDBB294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4A6F384A-335D-462F-9DC6-D0D11F31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2DC39AEA-52CB-4C80-8298-1732C301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01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Model Context Protocol Specification 2025-11-25：查阅协议架构、生命周期与 server 能力的正式定义；实现时应以所采用版本的规范为准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421FF0D4-C77A-4888-81DC-994ABFE6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54941D1D-5714-4FA9-A40B-4D991C1C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6316760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2026-07-11T16:55:34.5870000Z</dcterms:created>
  <dcterms:modified xsi:type="dcterms:W3CDTF">2026-07-11T16:55:34.5870000Z</dcterms:modified>
</coreProperties>
</file>