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e4869459084f4a" /><Relationship Type="http://schemas.openxmlformats.org/officeDocument/2006/relationships/extended-properties" Target="/docProps/app.xml" Id="R27874f2e8bda4604" /><Relationship Type="http://schemas.openxmlformats.org/officeDocument/2006/relationships/officeDocument" Target="/ppt/presentation.xml" Id="R1956873346824c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74be43fe454dd3"/>
  </p:sldMasterIdLst>
  <p:notesMasterIdLst>
    <p:notesMasterId xmlns:r="http://schemas.openxmlformats.org/officeDocument/2006/relationships" r:id="R61f40d78b4a84eb8"/>
  </p:notesMasterIdLst>
  <p:sldIdLst>
    <p:sldId xmlns:r="http://schemas.openxmlformats.org/officeDocument/2006/relationships" id="256" r:id="R4dc5f76317f54604"/>
    <p:sldId xmlns:r="http://schemas.openxmlformats.org/officeDocument/2006/relationships" id="257" r:id="R1bbf093d5da34689"/>
    <p:sldId xmlns:r="http://schemas.openxmlformats.org/officeDocument/2006/relationships" id="258" r:id="R5008d5f3c4c04049"/>
    <p:sldId xmlns:r="http://schemas.openxmlformats.org/officeDocument/2006/relationships" id="259" r:id="Re48a970f309b4be0"/>
    <p:sldId xmlns:r="http://schemas.openxmlformats.org/officeDocument/2006/relationships" id="260" r:id="R7a86bd0d1bf54a61"/>
    <p:sldId xmlns:r="http://schemas.openxmlformats.org/officeDocument/2006/relationships" id="261" r:id="R649f7c695d164d97"/>
    <p:sldId xmlns:r="http://schemas.openxmlformats.org/officeDocument/2006/relationships" id="262" r:id="R787b56c3e0424308"/>
    <p:sldId xmlns:r="http://schemas.openxmlformats.org/officeDocument/2006/relationships" id="263" r:id="R225f3b28b3444dac"/>
    <p:sldId xmlns:r="http://schemas.openxmlformats.org/officeDocument/2006/relationships" id="264" r:id="Rb1f75c4149e14f09"/>
    <p:sldId xmlns:r="http://schemas.openxmlformats.org/officeDocument/2006/relationships" id="265" r:id="Rb8300787931b4d57"/>
    <p:sldId xmlns:r="http://schemas.openxmlformats.org/officeDocument/2006/relationships" id="266" r:id="R51a48e82d1724851"/>
    <p:sldId xmlns:r="http://schemas.openxmlformats.org/officeDocument/2006/relationships" id="267" r:id="R7f33727777f14b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6e4c9e44594c04" /><Relationship Type="http://schemas.openxmlformats.org/officeDocument/2006/relationships/slideMaster" Target="/ppt/slideMasters/slideMaster1.xml" Id="R3074be43fe454dd3" /><Relationship Type="http://schemas.openxmlformats.org/officeDocument/2006/relationships/notesMaster" Target="/ppt/notesMasters/notesMaster1.xml" Id="R61f40d78b4a84eb8" /><Relationship Type="http://schemas.openxmlformats.org/officeDocument/2006/relationships/presProps" Target="/ppt/presProps.xml" Id="R8dcbf494b96d42ec" /><Relationship Type="http://schemas.openxmlformats.org/officeDocument/2006/relationships/tableStyles" Target="/ppt/tableStyles.xml" Id="Ref4f9aa247e24e8a" /><Relationship Type="http://schemas.openxmlformats.org/officeDocument/2006/relationships/slide" Target="/ppt/slides/slide1.xml" Id="R4dc5f76317f54604" /><Relationship Type="http://schemas.openxmlformats.org/officeDocument/2006/relationships/slide" Target="/ppt/slides/slide2.xml" Id="R1bbf093d5da34689" /><Relationship Type="http://schemas.openxmlformats.org/officeDocument/2006/relationships/slide" Target="/ppt/slides/slide3.xml" Id="R5008d5f3c4c04049" /><Relationship Type="http://schemas.openxmlformats.org/officeDocument/2006/relationships/slide" Target="/ppt/slides/slide4.xml" Id="Re48a970f309b4be0" /><Relationship Type="http://schemas.openxmlformats.org/officeDocument/2006/relationships/slide" Target="/ppt/slides/slide5.xml" Id="R7a86bd0d1bf54a61" /><Relationship Type="http://schemas.openxmlformats.org/officeDocument/2006/relationships/slide" Target="/ppt/slides/slide6.xml" Id="R649f7c695d164d97" /><Relationship Type="http://schemas.openxmlformats.org/officeDocument/2006/relationships/slide" Target="/ppt/slides/slide7.xml" Id="R787b56c3e0424308" /><Relationship Type="http://schemas.openxmlformats.org/officeDocument/2006/relationships/slide" Target="/ppt/slides/slide8.xml" Id="R225f3b28b3444dac" /><Relationship Type="http://schemas.openxmlformats.org/officeDocument/2006/relationships/slide" Target="/ppt/slides/slide9.xml" Id="Rb1f75c4149e14f09" /><Relationship Type="http://schemas.openxmlformats.org/officeDocument/2006/relationships/slide" Target="/ppt/slides/slide10.xml" Id="Rb8300787931b4d57" /><Relationship Type="http://schemas.openxmlformats.org/officeDocument/2006/relationships/slide" Target="/ppt/slides/slide11.xml" Id="R51a48e82d1724851" /><Relationship Type="http://schemas.openxmlformats.org/officeDocument/2006/relationships/slide" Target="/ppt/slides/slide12.xml" Id="R7f33727777f14b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5a011aa1884c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e98e66726c4b93" /><Relationship Type="http://schemas.openxmlformats.org/officeDocument/2006/relationships/notesMaster" Target="/ppt/notesMasters/notesMaster1.xml" Id="R1deac7a705a0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80c0e9aefb046fc" /><Relationship Type="http://schemas.openxmlformats.org/officeDocument/2006/relationships/notesMaster" Target="/ppt/notesMasters/notesMaster1.xml" Id="R1fb060126fd947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9009e4e78b43a3" /><Relationship Type="http://schemas.openxmlformats.org/officeDocument/2006/relationships/notesMaster" Target="/ppt/notesMasters/notesMaster1.xml" Id="Rf06bac4c7ba44f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9875923b92446a" /><Relationship Type="http://schemas.openxmlformats.org/officeDocument/2006/relationships/notesMaster" Target="/ppt/notesMasters/notesMaster1.xml" Id="Rf6ce6489196441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888eea4efd4739" /><Relationship Type="http://schemas.openxmlformats.org/officeDocument/2006/relationships/notesMaster" Target="/ppt/notesMasters/notesMaster1.xml" Id="R12a6977460fe4ed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0c7499fa3841b8" /><Relationship Type="http://schemas.openxmlformats.org/officeDocument/2006/relationships/notesMaster" Target="/ppt/notesMasters/notesMaster1.xml" Id="R1f427066c37f4f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3e63769ae84728" /><Relationship Type="http://schemas.openxmlformats.org/officeDocument/2006/relationships/notesMaster" Target="/ppt/notesMasters/notesMaster1.xml" Id="Rc81b5d3cf9b549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26894307944591" /><Relationship Type="http://schemas.openxmlformats.org/officeDocument/2006/relationships/notesMaster" Target="/ppt/notesMasters/notesMaster1.xml" Id="R128f26eb90f144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8f7fc05f025488c" /><Relationship Type="http://schemas.openxmlformats.org/officeDocument/2006/relationships/notesMaster" Target="/ppt/notesMasters/notesMaster1.xml" Id="Rfe1ea7c67dda44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a8f04405d8446ed" /><Relationship Type="http://schemas.openxmlformats.org/officeDocument/2006/relationships/notesMaster" Target="/ppt/notesMasters/notesMaster1.xml" Id="R0b13ae3de83c4e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da7cbb36eb14e42" /><Relationship Type="http://schemas.openxmlformats.org/officeDocument/2006/relationships/notesMaster" Target="/ppt/notesMasters/notesMaster1.xml" Id="R0f8ca3d5a571499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0eace09a4044ffc" /><Relationship Type="http://schemas.openxmlformats.org/officeDocument/2006/relationships/notesMaster" Target="/ppt/notesMasters/notesMaster1.xml" Id="Re5e3c97c7cda4c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f82b2cf4f47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5d9fcec25442ee" /><Relationship Type="http://schemas.openxmlformats.org/officeDocument/2006/relationships/slideLayout" Target="/ppt/slideLayouts/slideLayout1.xml" Id="Rcd6b06484f5340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6b06484f5340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b980ed21246de" /><Relationship Type="http://schemas.openxmlformats.org/officeDocument/2006/relationships/notesSlide" Target="/ppt/notesSlides/notesSlide1.xml" Id="R3437cea89d8043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750089122f4af8" /><Relationship Type="http://schemas.openxmlformats.org/officeDocument/2006/relationships/notesSlide" Target="/ppt/notesSlides/notesSlide2.xml" Id="R348c470df1964a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c500e82fa4e14" /><Relationship Type="http://schemas.openxmlformats.org/officeDocument/2006/relationships/notesSlide" Target="/ppt/notesSlides/notesSlide3.xml" Id="Rc7207ef0eda941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c6bd32ae5843a3" /><Relationship Type="http://schemas.openxmlformats.org/officeDocument/2006/relationships/notesSlide" Target="/ppt/notesSlides/notesSlide4.xml" Id="R13bed402cdb943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f1153ff494317" /><Relationship Type="http://schemas.openxmlformats.org/officeDocument/2006/relationships/notesSlide" Target="/ppt/notesSlides/notesSlide5.xml" Id="R27a3a799de1e49f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cf5c30d42049b1" /><Relationship Type="http://schemas.openxmlformats.org/officeDocument/2006/relationships/notesSlide" Target="/ppt/notesSlides/notesSlide6.xml" Id="R0f41d25101b24c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2f376840b4ddd" /><Relationship Type="http://schemas.openxmlformats.org/officeDocument/2006/relationships/notesSlide" Target="/ppt/notesSlides/notesSlide7.xml" Id="R08035d9d349444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a240f4c027465b" /><Relationship Type="http://schemas.openxmlformats.org/officeDocument/2006/relationships/notesSlide" Target="/ppt/notesSlides/notesSlide8.xml" Id="R0552163c97844d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de30ae8974039" /><Relationship Type="http://schemas.openxmlformats.org/officeDocument/2006/relationships/notesSlide" Target="/ppt/notesSlides/notesSlide9.xml" Id="Rd4a78572136446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74bfb190649bf" /><Relationship Type="http://schemas.openxmlformats.org/officeDocument/2006/relationships/notesSlide" Target="/ppt/notesSlides/notesSlide10.xml" Id="Raa03367024544a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491e7bfde45f4" /><Relationship Type="http://schemas.openxmlformats.org/officeDocument/2006/relationships/notesSlide" Target="/ppt/notesSlides/notesSlide11.xml" Id="Rc5a886531fed42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d4fd72dcab4b79" /><Relationship Type="http://schemas.openxmlformats.org/officeDocument/2006/relationships/notesSlide" Target="/ppt/notesSlides/notesSlide12.xml" Id="R87e74330fb3041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41D8AB22-277D-4016-B513-685BFA974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E62574FC-D294-4540-9459-C93D9640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0666D9DD-2E0B-490F-9822-9E6842E2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EEA654F5-A9E3-40DB-B2CD-903666A6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E5F81F48-077A-4126-AB06-2D222B5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6387E982-4236-46F7-984B-8AA753C18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636D8A37-144B-4797-B74C-E5791487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A46444F-A622-4D3C-93D7-773612B18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37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工具调用、MCP、记忆与规划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E3DEA6E-CB18-4BFF-AE67-F7E027B4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解释智能体如何通过稳定工具契约、分层上下文和可更新记忆完成长任务。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3D20DDEF-063F-4CE4-962D-341C2582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语言模型能生成文字；但不能仅凭文字读取最新库存、查询内部资料或修改日程；智能体要进入真实业务；必须通过工具与外部系统交互；工具把“模型建议做什么”转换为“系统实际执行了什么”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381CE5A-0FD4-4722-8349-5CD26245C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ACF363D-7D3A-454A-AFAA-0C9FA59A7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AG-002 · AG-002-S01</a:t>
            </a:r>
          </a:p>
        </p:txBody>
      </p:sp>
    </p:spTree>
    <p:extLst>
      <p:ext uri="{BB962C8B-B14F-4D97-AF65-F5344CB8AC3E}">
        <p14:creationId xmlns:p14="http://schemas.microsoft.com/office/powerpoint/2010/main" val="17167109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B2000429-477F-4F65-972C-3BFFC5C0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F2BC38E0-6A0C-41DA-AC4E-51EE65EE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3FFAC7A-88D5-4A40-A97C-5F6695A8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90D85EA1-EABB-401D-A0BD-97F1AE2C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8D58705E-9C86-4FEC-89DE-BDE13BA6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19C9FC5C-9ABF-45CE-986A-E730CCAF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为一个工具写出名称、用途、输入、输出、权限、失败语义和幂等性要求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1C224F2-B4E9-4650-AC36-8487618D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 MCP 中 host、client、server 以及 tools、resources、prompts 的职责边界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49CFFB52-A9B6-42FF-BD65-D0CFDBE8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区分当前上下文、任务短期状态和长期记忆，并为记忆设置来源、范围和失效条件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F245611F-13AD-4655-AC47-69B9A02F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把长任务拆成可验收步骤，并正确处理无权限、工具异常和部分完成</a:t>
            </a:r>
          </a:p>
        </p:txBody>
      </p:sp>
    </p:spTree>
    <p:extLst>
      <p:ext uri="{BB962C8B-B14F-4D97-AF65-F5344CB8AC3E}">
        <p14:creationId xmlns:p14="http://schemas.microsoft.com/office/powerpoint/2010/main" val="14831501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994111AF-6308-4A6B-8BFB-0E704B84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B37CBBC-1243-4F8C-9340-BD4F153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8B940A94-8C1B-4BF6-83D3-4A2224F7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E71CF035-EE62-48FF-A71D-613B5361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719F7C72-179C-4771-BEC5-E8DABEB9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3ED9652-5C8B-471A-9258-7CFAA803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7F89E33-EB78-43CC-8E94-925153F0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工具契约：先约定，再调用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384EABF-003B-4832-AF09-041B3D89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工具不是一段模糊的自然语言说明，而是一份可检查的契约。至少应包含以下部分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E1D055C-72CC-4854-8ECA-973F549A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3BD6C6A-A38F-4AA9-B09F-30FA2CAE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描述越含糊，模型越容易选错工具或补造参数；对于写入型工具，还要提供“预览”或“草稿”能力；让智能体先展示将要发生的变化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476374BD-8AA7-4AE7-B0E8-DA07189E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E113AEB4-5DBF-472F-9F13-C9DAD56B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</p:spTree>
    <p:extLst>
      <p:ext uri="{BB962C8B-B14F-4D97-AF65-F5344CB8AC3E}">
        <p14:creationId xmlns:p14="http://schemas.microsoft.com/office/powerpoint/2010/main" val="18942236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AE157501-1A81-4BED-B23C-A2407F04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517CFB1-8A6A-4A25-A70D-91E62E4B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56DDBFD7-9553-4513-B237-C1B19E9E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工具结果必须区分成功、部分成功与失败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55A71A8-57D4-445A-A6A4-170B28E4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5F6A43FC-5994-41FB-A364-20C93F6EC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F3FD59A-E227-4C2B-A3F6-65EB29AF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AF8A975-E567-4745-8244-0A28F993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工具结果：失败必须是可读状态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CA7202D-3980-4A00-BEE5-6096C22E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工具调用可能出现四类结果；成功、部分成功、可重试失败和不可重试失败；超时或网络中断通常只能说明“结果未知”；不能直接再次写入，否则可能重复创建记录；参数错误应先修正输入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320B41E-2D27-45F6-8A57-8C45495D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12C98C74-D438-4A86-A9D1-6D53499B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智能体要读取结构化错误码、错误信息和是否可重试，而不是从一句模糊文本中猜测。系统还应保存调用标识，便于确认一次写入究竟是否已经发生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4F0F63F1-05FB-4504-995B-82605F8F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85AF3C49-3652-40C2-962D-7F15B2F3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工具结果必须区分成功、部分成功与失败</a:t>
            </a:r>
          </a:p>
        </p:txBody>
      </p:sp>
    </p:spTree>
    <p:extLst>
      <p:ext uri="{BB962C8B-B14F-4D97-AF65-F5344CB8AC3E}">
        <p14:creationId xmlns:p14="http://schemas.microsoft.com/office/powerpoint/2010/main" val="18529270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236EE527-13CE-4F3A-8FAA-DC2EB07B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FB07DCCD-ACD8-4708-ACF2-463E7C14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4C6FDE6-8A31-4640-B6FD-398AA7B6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A5D22A03-45C2-4BBB-B945-094DE18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73E8DB91-FAC4-4A91-90D8-FA0A118F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69CA39C-9696-4614-878D-F0A87CFA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C8F27AE-7624-443D-A87F-E33B5C77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3571F5B-94CD-41F2-9738-B5273122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Model Context Protocol（MCP）提供了一套连接 AI 应用与外部能力的协议。可以把它理解为三层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5B26CDC4-AAF0-463A-B0C6-06ACCB0F1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D2A49B3-BAA6-4E2A-A5E6-479FD68F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Host： 承载用户体验和安全策略的 AI 应用，决定哪些连接可用、哪些信息可以进入模型上下文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D92C6A5-6BB2-4EBE-A07F-AFB916162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8F5A0DED-3EF1-4A64-8666-89386219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Client： host 内与某个 server 建立会话的协议端，负责能力发现、消息交换和连接生命周期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D4CCD993-EEC2-49C4-BCD2-DBBD79A2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7283ADBF-1D1E-402D-A6E1-3F86D04C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</p:spTree>
    <p:extLst>
      <p:ext uri="{BB962C8B-B14F-4D97-AF65-F5344CB8AC3E}">
        <p14:creationId xmlns:p14="http://schemas.microsoft.com/office/powerpoint/2010/main" val="10766849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65388650-E4BE-42B6-8344-E1FD0918C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2E05B43-2F25-4AEA-8643-57F55BF4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16F3D326-3D6B-4758-90B8-A4080E4F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9D45DC3-3793-43D6-B357-BE8846C3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34304A2-17D2-4523-BF06-F4A66912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22CDB3A-ADEA-421C-9A55-1383FDC1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FF5C36D-C547-47CE-AF45-403259D2E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上下文、短期状态与长期记忆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CF55F0A-88AD-4075-ADC5-49792659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762B328-24DB-40C7-BED2-541E405C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3D75B01-D62B-4146-9DC6-59749B1F9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当前上下文 服务于眼前一次决策，包括用户本轮要求、刚取得的工具结果和相关资料片段。它容量有限，任务推进时会变化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5988449-63E1-407C-B48A-87738FBF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A302FC03-478D-4054-8E19-40467D86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短期状态 记录一个任务的可恢复进度，例如目标、已完成步骤、中间产物、待处理错误和下一步。即使会话中断，任务也应能从状态恢复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4CC9BD27-7592-4E03-8382-28F8C156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F388C87F-9C79-4E42-A568-F2EDC6DAD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</p:spTree>
    <p:extLst>
      <p:ext uri="{BB962C8B-B14F-4D97-AF65-F5344CB8AC3E}">
        <p14:creationId xmlns:p14="http://schemas.microsoft.com/office/powerpoint/2010/main" val="5500414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849C532-09A6-4A29-9BB0-928F6677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96544C0E-DA34-41E4-945A-9C5E5E0E5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40CCF39D-1B7D-4FB9-8A94-421830F2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9736EDF-7968-4DE0-9903-AD5CA5307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09610E09-8DDB-4BB0-851B-7232AE70B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1D13064-8AD6-4245-81DE-5C6A81D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88B96F-62A3-439C-A511-54D69F97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规划：维护可更新的任务图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0F74150-BF2A-49A4-AF64-3D63D1BB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规划的作用是把目标转成可执行且可验收的步骤；每一步应写清输入、动作、产出、依赖和通过条件；存在依赖时，计划更像任务图而不是线性清单；数据未取得，分析步骤就不能开始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3B15868-659F-42A0-9AC2-C7EC9592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71A5740-C2BD-4418-A91E-20BBEBFD9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计划要随着观察更新；但变更必须有理由，如果工具返回的真实结构与预期不同；应修订后续步骤，如果只是执行困难；不能悄悄降低验收标准；对长任务，建议在每个阶段形成恢复点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00FEF79-A6B1-48DD-B517-66CFFBD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DC0C0E0B-532F-40EB-8392-C8183D25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</p:spTree>
    <p:extLst>
      <p:ext uri="{BB962C8B-B14F-4D97-AF65-F5344CB8AC3E}">
        <p14:creationId xmlns:p14="http://schemas.microsoft.com/office/powerpoint/2010/main" val="17545293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CC099062-565F-4654-9805-FDD7ED2D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0A0E5C5-73D6-4435-867A-74874F25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6A530503-BD51-4953-BB5E-B63914FC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479E18F-10AB-4C12-B2DF-59EE3623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E589DCEA-5539-4316-A1E1-63FA92556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AC288A6-2090-4823-861F-BC484F2F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40D2D98-3C22-4065-85F6-D3E0B77A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权限失败：不能靠“换一种说法”绕过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07146BB-3084-4548-9049-098A3C259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权限失败是系统边界；而不是提示词问题，正确处理顺序是；确认调用身份与目标资源；判断所需权限是否属于当前任务；记录被拒绝的动作和原因；寻找权限内的只读或草稿替代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15AB12A-40E0-466C-B3BF-87628D2D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1560A05-9080-4608-BA23-C14EBE40E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智能体不应尝试猜测凭据、切换到未授权账号，或通过另一个工具绕过限制。获得权限后，也应从失败步骤重新观察当前状态，因为外部数据可能已经变化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6B80CF6-9114-496D-9BA5-672DCE6BB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C9A28B43-8802-4AD2-A2FD-D1F318FF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12407513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B93A6FB1-92AF-4785-8D43-1F4B8093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0196FA1E-7F7B-4193-A6C2-CCC18842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2BAA0A65-A744-4E1E-A022-40EF5684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7A9D9B5-2EF5-48AF-BC45-A07556BD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083469C7-DE13-4E90-8760-9C976BE4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7BD8E32-D91B-4013-95D3-29CF6874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5E17E852-120C-4EBE-A6CD-6B0BB0FD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场景｜某智能体接到“汇总最新差旅政策并列出报销上限”的任务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6C275FAB-8896-473D-B31C-4577F3F6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机制｜它的长期记忆里存有去年的规则，于是直接生成答案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B51A2B22-057B-4853-9D6D-952D225E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机制｜正确设计应当是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6E4CA600-81E3-4110-937E-F299A6D7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方法｜计划先查询政策目录，再读取标记为“当前生效”的文件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090BD96D-ACC8-4FDE-9CCE-E6CBCC3B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方法｜通过 resource 获取原文，记录文件版本、生效日期和来源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5CA9B0D7-279C-4AC5-B5D1-0CB26D54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F0E902DB-5D10-4A30-8AB5-83F6D5EF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</p:spTree>
    <p:extLst>
      <p:ext uri="{BB962C8B-B14F-4D97-AF65-F5344CB8AC3E}">
        <p14:creationId xmlns:p14="http://schemas.microsoft.com/office/powerpoint/2010/main" val="84750530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E05F99AE-0229-474B-9B8C-4DA2664F3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2767940E-5E88-4179-8840-2820C7AE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840A5D76-4624-4518-8B67-FD2AED77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381B6AD-E7A0-4E19-8A9B-2B0E9FE3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3D335372-240E-4D0C-88AC-4C6B4E6D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E5DD0EB-8CB9-47AE-A5E5-A570BF1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C4EFAE2E-7514-40F6-BA07-B0B28E17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48C08D50-E11A-4A71-B614-ECFEC54B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以“查询图书馆在借图书并生成到期提醒”为例，完成一份系统设计；分别为“查询在借图书”和“创建提醒”写工具契约，标明读取或写入权限、错误码和重试规则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F98ACBCD-6BD0-44B6-98B2-26B0942F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B4564F8F-1DDE-4927-905B-B4FC2EF6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EC193101-50B5-469C-BC70-EE4CE750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04E68021-3B0F-4711-A29F-11FE5D25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host、两个 client/server 连接以及 tools、resources、prompts 的位置；并写出数据不能越过的边界；把信息分到当前上下文、短期状态、长期记忆三栏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356E2941-157D-4E1C-8895-B80CBEE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C5BFE55D-1275-472A-A936-49298F19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2439057F-C211-44AC-AE24-8782CC2F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0756B77B-4C71-4D1B-9517-AFC8FFB0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设计一个包含至少五步的计划；并加入“查询权限不足”和“创建提醒结果未知”两条失败分支；验收标准是，任何一次失败都能被明确分类；没有权限时不会继续写入；任务中断后能根据短期状态恢复</a:t>
            </a:r>
          </a:p>
        </p:txBody>
      </p:sp>
    </p:spTree>
    <p:extLst>
      <p:ext uri="{BB962C8B-B14F-4D97-AF65-F5344CB8AC3E}">
        <p14:creationId xmlns:p14="http://schemas.microsoft.com/office/powerpoint/2010/main" val="38055152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DE2EB2DB-2784-45A1-8482-B209DFCC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E424BC99-9034-4E19-A23E-AC05EB63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CC774F0-E9BF-4181-8EAC-5ED9FF5A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9A4A92E-B71B-456B-AD32-5E32942C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1D6032A9-2CE5-40F6-97C4-E98CE8EA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A27291F0-C995-42BE-88AD-921CBBFA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672CB9E-F4E7-45A0-A30E-0104E442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644C4E7B-062D-4150-A6C5-2ABE553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74C0C8B1-6D40-4723-8BF9-6999CB67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B3345631-E584-41C2-9D10-75307533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C7CB88E5-E5AB-4A1A-B229-7A6A11E7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9C0BF78F-0CA2-4ABA-BD4E-50A767F56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E80ABFD3-F1F6-4A50-B660-A0D3F25C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B85A434A-A80A-47EA-904F-CF06E607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53AB4F7E-B293-461B-8548-55DF415C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C83DBDA-04A3-4C70-9290-F93A7EB4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6926155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78956141-AA8A-4B27-BD04-95D27770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29A788B-24A3-400E-8F1F-0718BD451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E9369B62-2E37-4F9A-80A7-4CF25B65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智能体工具与规划：依据、边界与延伸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0B039C21-3570-4DDA-A45C-22150229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36316A7-8E44-4847-BAA8-7917951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32DA9306-4F4C-4D66-B42B-B46AD88B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7BBE7178-8542-4E14-8043-803B9CEDA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01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Model Context Protocol Specification 2025-11-25：查阅协议架构、生命周期与 server 能力的正式定义；实现时应以所采用版本的规范为准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A4969A5B-4F0D-4A60-8549-0BCF577E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33FF7711-958D-4498-9B27-FED957A2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7911932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2026-07-12T03:31:48.6910000Z</dcterms:created>
  <dcterms:modified xsi:type="dcterms:W3CDTF">2026-07-12T03:31:48.6910000Z</dcterms:modified>
</coreProperties>
</file>