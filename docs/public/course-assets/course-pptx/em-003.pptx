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db194172de491a" /><Relationship Type="http://schemas.openxmlformats.org/officeDocument/2006/relationships/extended-properties" Target="/docProps/app.xml" Id="R4dd4ec49b0d34477" /><Relationship Type="http://schemas.openxmlformats.org/officeDocument/2006/relationships/officeDocument" Target="/ppt/presentation.xml" Id="R1496059c3ded45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2e50ded0cc4fc1"/>
  </p:sldMasterIdLst>
  <p:notesMasterIdLst>
    <p:notesMasterId xmlns:r="http://schemas.openxmlformats.org/officeDocument/2006/relationships" r:id="R01f5c08b2f594032"/>
  </p:notesMasterIdLst>
  <p:sldIdLst>
    <p:sldId xmlns:r="http://schemas.openxmlformats.org/officeDocument/2006/relationships" id="256" r:id="Ra9eec940586a4a2a"/>
    <p:sldId xmlns:r="http://schemas.openxmlformats.org/officeDocument/2006/relationships" id="257" r:id="R3a72df981cd04ca9"/>
    <p:sldId xmlns:r="http://schemas.openxmlformats.org/officeDocument/2006/relationships" id="258" r:id="Refb2d3ff1abf461f"/>
    <p:sldId xmlns:r="http://schemas.openxmlformats.org/officeDocument/2006/relationships" id="259" r:id="Rc90fca3cdccb40d8"/>
    <p:sldId xmlns:r="http://schemas.openxmlformats.org/officeDocument/2006/relationships" id="260" r:id="R6fd3185f6e0444e7"/>
    <p:sldId xmlns:r="http://schemas.openxmlformats.org/officeDocument/2006/relationships" id="261" r:id="Rcc607955a8b64c41"/>
    <p:sldId xmlns:r="http://schemas.openxmlformats.org/officeDocument/2006/relationships" id="262" r:id="R296399a042014564"/>
    <p:sldId xmlns:r="http://schemas.openxmlformats.org/officeDocument/2006/relationships" id="263" r:id="R3b318d9e24664578"/>
    <p:sldId xmlns:r="http://schemas.openxmlformats.org/officeDocument/2006/relationships" id="264" r:id="R08e2db64798b40cf"/>
    <p:sldId xmlns:r="http://schemas.openxmlformats.org/officeDocument/2006/relationships" id="265" r:id="R738605cdc0c745d2"/>
    <p:sldId xmlns:r="http://schemas.openxmlformats.org/officeDocument/2006/relationships" id="266" r:id="Rf32058893560486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97cbb3db3b4957" /><Relationship Type="http://schemas.openxmlformats.org/officeDocument/2006/relationships/slideMaster" Target="/ppt/slideMasters/slideMaster1.xml" Id="R142e50ded0cc4fc1" /><Relationship Type="http://schemas.openxmlformats.org/officeDocument/2006/relationships/notesMaster" Target="/ppt/notesMasters/notesMaster1.xml" Id="R01f5c08b2f594032" /><Relationship Type="http://schemas.openxmlformats.org/officeDocument/2006/relationships/presProps" Target="/ppt/presProps.xml" Id="R231de94af32d420b" /><Relationship Type="http://schemas.openxmlformats.org/officeDocument/2006/relationships/tableStyles" Target="/ppt/tableStyles.xml" Id="R3ca7c54605b743c5" /><Relationship Type="http://schemas.openxmlformats.org/officeDocument/2006/relationships/slide" Target="/ppt/slides/slide1.xml" Id="Ra9eec940586a4a2a" /><Relationship Type="http://schemas.openxmlformats.org/officeDocument/2006/relationships/slide" Target="/ppt/slides/slide2.xml" Id="R3a72df981cd04ca9" /><Relationship Type="http://schemas.openxmlformats.org/officeDocument/2006/relationships/slide" Target="/ppt/slides/slide3.xml" Id="Refb2d3ff1abf461f" /><Relationship Type="http://schemas.openxmlformats.org/officeDocument/2006/relationships/slide" Target="/ppt/slides/slide4.xml" Id="Rc90fca3cdccb40d8" /><Relationship Type="http://schemas.openxmlformats.org/officeDocument/2006/relationships/slide" Target="/ppt/slides/slide5.xml" Id="R6fd3185f6e0444e7" /><Relationship Type="http://schemas.openxmlformats.org/officeDocument/2006/relationships/slide" Target="/ppt/slides/slide6.xml" Id="Rcc607955a8b64c41" /><Relationship Type="http://schemas.openxmlformats.org/officeDocument/2006/relationships/slide" Target="/ppt/slides/slide7.xml" Id="R296399a042014564" /><Relationship Type="http://schemas.openxmlformats.org/officeDocument/2006/relationships/slide" Target="/ppt/slides/slide8.xml" Id="R3b318d9e24664578" /><Relationship Type="http://schemas.openxmlformats.org/officeDocument/2006/relationships/slide" Target="/ppt/slides/slide9.xml" Id="R08e2db64798b40cf" /><Relationship Type="http://schemas.openxmlformats.org/officeDocument/2006/relationships/slide" Target="/ppt/slides/slide10.xml" Id="R738605cdc0c745d2" /><Relationship Type="http://schemas.openxmlformats.org/officeDocument/2006/relationships/slide" Target="/ppt/slides/slide11.xml" Id="Rf3205889356048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bb05e3690f46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4b21256978464a" /><Relationship Type="http://schemas.openxmlformats.org/officeDocument/2006/relationships/notesMaster" Target="/ppt/notesMasters/notesMaster1.xml" Id="R5dd5e5b32aa745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2206febc5c4053" /><Relationship Type="http://schemas.openxmlformats.org/officeDocument/2006/relationships/notesMaster" Target="/ppt/notesMasters/notesMaster1.xml" Id="Rc1ae8373f24f40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e728ab14104959" /><Relationship Type="http://schemas.openxmlformats.org/officeDocument/2006/relationships/notesMaster" Target="/ppt/notesMasters/notesMaster1.xml" Id="R99bca754685846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56c5b48ae842c6" /><Relationship Type="http://schemas.openxmlformats.org/officeDocument/2006/relationships/notesMaster" Target="/ppt/notesMasters/notesMaster1.xml" Id="Ree7a95550e4544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42e56b0e8e4386" /><Relationship Type="http://schemas.openxmlformats.org/officeDocument/2006/relationships/notesMaster" Target="/ppt/notesMasters/notesMaster1.xml" Id="R8fb0a3d4dc2c4b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99b85566984100" /><Relationship Type="http://schemas.openxmlformats.org/officeDocument/2006/relationships/notesMaster" Target="/ppt/notesMasters/notesMaster1.xml" Id="Rb2b8d0af60064b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822d1a32e04a57" /><Relationship Type="http://schemas.openxmlformats.org/officeDocument/2006/relationships/notesMaster" Target="/ppt/notesMasters/notesMaster1.xml" Id="R0f70aec7cc7640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46201a21a64361" /><Relationship Type="http://schemas.openxmlformats.org/officeDocument/2006/relationships/notesMaster" Target="/ppt/notesMasters/notesMaster1.xml" Id="R9d211aa2a9b541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6a70d36b54f43f8" /><Relationship Type="http://schemas.openxmlformats.org/officeDocument/2006/relationships/notesMaster" Target="/ppt/notesMasters/notesMaster1.xml" Id="R51e15c2a235a4b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33448ec6fb4fc9" /><Relationship Type="http://schemas.openxmlformats.org/officeDocument/2006/relationships/notesMaster" Target="/ppt/notesMasters/notesMaster1.xml" Id="R054878fbd3644d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dd256845c648a4" /><Relationship Type="http://schemas.openxmlformats.org/officeDocument/2006/relationships/notesMaster" Target="/ppt/notesMasters/notesMaster1.xml" Id="R1a1b17aff8ff46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9536857c440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ded06a5c3a4e90" /><Relationship Type="http://schemas.openxmlformats.org/officeDocument/2006/relationships/slideLayout" Target="/ppt/slideLayouts/slideLayout1.xml" Id="R7311895f3e9946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11895f3e9946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df59040ac14374" /><Relationship Type="http://schemas.openxmlformats.org/officeDocument/2006/relationships/notesSlide" Target="/ppt/notesSlides/notesSlide1.xml" Id="R8200869fcdf244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c82e8e9ea47b7" /><Relationship Type="http://schemas.openxmlformats.org/officeDocument/2006/relationships/notesSlide" Target="/ppt/notesSlides/notesSlide2.xml" Id="Rd70351040ad148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f3beddcda4d3e" /><Relationship Type="http://schemas.openxmlformats.org/officeDocument/2006/relationships/notesSlide" Target="/ppt/notesSlides/notesSlide3.xml" Id="R41dfd73e18c849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c91689cc784279" /><Relationship Type="http://schemas.openxmlformats.org/officeDocument/2006/relationships/notesSlide" Target="/ppt/notesSlides/notesSlide4.xml" Id="Rbf86d6889a4a48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bff6824e647e7" /><Relationship Type="http://schemas.openxmlformats.org/officeDocument/2006/relationships/notesSlide" Target="/ppt/notesSlides/notesSlide5.xml" Id="R5b83687961324a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ccb1ef999436f" /><Relationship Type="http://schemas.openxmlformats.org/officeDocument/2006/relationships/notesSlide" Target="/ppt/notesSlides/notesSlide6.xml" Id="R881117bd8e4d4e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1132c2e974900" /><Relationship Type="http://schemas.openxmlformats.org/officeDocument/2006/relationships/notesSlide" Target="/ppt/notesSlides/notesSlide7.xml" Id="R7d606f5e411e44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ac69bfd8141d8" /><Relationship Type="http://schemas.openxmlformats.org/officeDocument/2006/relationships/notesSlide" Target="/ppt/notesSlides/notesSlide8.xml" Id="Rf726a904bd5742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2136859c1457e" /><Relationship Type="http://schemas.openxmlformats.org/officeDocument/2006/relationships/notesSlide" Target="/ppt/notesSlides/notesSlide9.xml" Id="R5f46059e70e648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64cc9634d459b" /><Relationship Type="http://schemas.openxmlformats.org/officeDocument/2006/relationships/notesSlide" Target="/ppt/notesSlides/notesSlide10.xml" Id="Recceb304e5fb42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f9a96f4904dc9" /><Relationship Type="http://schemas.openxmlformats.org/officeDocument/2006/relationships/notesSlide" Target="/ppt/notesSlides/notesSlide11.xml" Id="R9110bb81f7c14b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36E8EC2-02B9-4B7D-BE44-B8ABC0C0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FC7BEA6D-87C6-4A28-8768-A00DB627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9CBC5D7-D92D-480F-9098-BE6D786A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47B9869-D4BE-41A2-A7E5-213BA3D2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40C961F-BC5A-4B1E-A457-558408D1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F02C71B-D8A5-4B0F-9673-014AF77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05BB230-8CC5-4911-9AC8-2BAA0F8F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B14654-C7D9-4E19-8AE2-30E2AA3F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多模态感知与环境理解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1F284D9-6DD9-4104-9E8B-41A67CA1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讲清视觉、深度、激光雷达和状态估计如何共同形成可供决策使用的环境表示。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F33C6D0-87A5-489E-9421-878BE6F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机器人要在真实环境中行动，必须先把相机、深度、惯性和激光雷达等不同传感器的信息变成可计算的环境描述。多模态感知的价值不在于传感器越多越好，而在于让不同信息互相补充、互相校验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6AFBFB52-17F1-4367-A2F2-BD33353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ABF36CAB-D55B-4D61-B0E6-44DB1B52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EM-003 · EM-003-S01</a:t>
            </a:r>
          </a:p>
        </p:txBody>
      </p:sp>
    </p:spTree>
    <p:extLst>
      <p:ext uri="{BB962C8B-B14F-4D97-AF65-F5344CB8AC3E}">
        <p14:creationId xmlns:p14="http://schemas.microsoft.com/office/powerpoint/2010/main" val="20598982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2AEC09F0-33AA-47C7-90D4-6AD99BE2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E4DF110F-74B7-476D-827D-F2007D93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C4218A30-30BD-49FF-A935-5488552B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多模态感知：2项学习结果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DD759722-11D2-4256-9C06-23A6B42D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8125A1AE-8325-475B-8F0D-1D88113E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86DACA9A-5CEC-4606-8B54-08BEFEB1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说明相机、深度相机、激光雷达和本体状态分别提供什么信息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11DC9E76-C81D-402E-B166-4838D0EC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2381250"/>
          </a:xfrm>
          <a:prstGeom xmlns:a="http://schemas.openxmlformats.org/drawingml/2006/main" prst="roundRect">
            <a:avLst>
              <a:gd name="adj" fmla="val 72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设计从传感器数据到目标、障碍和机器人状态的感知链路</a:t>
            </a:r>
          </a:p>
        </p:txBody>
      </p:sp>
    </p:spTree>
    <p:extLst>
      <p:ext uri="{BB962C8B-B14F-4D97-AF65-F5344CB8AC3E}">
        <p14:creationId xmlns:p14="http://schemas.microsoft.com/office/powerpoint/2010/main" val="19112653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E72AE18-C6CA-41DA-A7FD-47165B75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8CEEE41F-773F-4D63-A019-E0B778FB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5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78B3E01-9F43-4288-941F-8F1B8BA4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FE44037-EA19-44A7-8212-0B22D740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8D8D6D2-CB2C-46DE-94EF-EC6ACA75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AB289E7-65C1-4F3F-8676-04C6A645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8B96D7B-8472-4C49-A3F8-5DE57A3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多模态感知：不同传感器看见不同世界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1C94E27-660B-4823-BEF2-12642EF3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76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RGB 相机提供颜色与纹理，深度相机估计物体距离，IMU 记录加速度和角速度，激光雷达输出更大范围的空间点云。单一传感器通常无法同时满足语义、距离、动态和鲁棒性要求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E9E0CD-0557-438C-B2E1-B740D575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BC8759B-4ACA-4B0B-866F-3A517591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选择传感器时应从任务出发：抓取关注近距离深度和细节，导航关注视场、量程与稳定性，动态交互还要关注帧率、延迟和运动畸变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3BC4415F-1913-42BB-9E4C-BCB9D47E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D4DB65A-C4EB-4BF5-B19A-D7B92CE7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</p:spTree>
    <p:extLst>
      <p:ext uri="{BB962C8B-B14F-4D97-AF65-F5344CB8AC3E}">
        <p14:creationId xmlns:p14="http://schemas.microsoft.com/office/powerpoint/2010/main" val="17339176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D448584A-1992-43C1-910A-1A4B39D3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CAF38930-9C83-456C-A48A-52E0C8E1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5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8BAEEE5-6441-4EA0-819A-0BA84E57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B702C1DD-3C2D-48EA-A851-BF4A3854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C8324A04-B6B2-40B6-B2E2-66CAB602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84B0DD3-04EC-4E00-8E58-96311B71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00EFE7C-0599-48A2-A25E-4028DC5B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深度相机：从图像获得空间距离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AD71D3B-4C8E-4FAB-8F31-6B6BC132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D435i 将 RGB-D 视觉与 IMU 结合，可同时提供彩色图像、深度图和运动信息。双目立体、结构光与 ToF 都能测距，但它们在光照、纹理、量程和噪声方面具有不同特性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2EC1017-24F3-469F-BD3A-BD8F846A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C66CA87-CCA8-419C-973D-FDEA4364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深度图不是天然可靠的真值。反光表面、无纹理区域、遮挡边缘和强光都会产生空洞或误差，因此需要检查有效距离、深度尺度、内参和深度与彩色图的对齐状态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75D8C74-FB04-423E-B811-F7F74A1E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6170D106-A6B6-4A07-8F35-2554135A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D435i 将 RGB-D 视觉与 IMU 结合</a:t>
            </a:r>
          </a:p>
        </p:txBody>
      </p:sp>
    </p:spTree>
    <p:extLst>
      <p:ext uri="{BB962C8B-B14F-4D97-AF65-F5344CB8AC3E}">
        <p14:creationId xmlns:p14="http://schemas.microsoft.com/office/powerpoint/2010/main" val="20350223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E47AC47-B760-4902-BAEC-1EE6CB27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1FD1E7C-968D-4464-ADAE-7202CF52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5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89B9569-ECEF-4C79-9674-D9A394DD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99B502F-279F-495E-A29D-B6D881F0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98E6290-CD96-4C9D-BC87-5B72B8C7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EF80909-4151-4C53-8C2C-54C63A1B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673E931-B457-4C1E-9672-2E732EC6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激光雷达：用点云描述三维环境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BB26DA2-80C2-489F-915D-59A0D2D6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等激光雷达通过测量激光回波构建三维点云，适合环境建图、定位和障碍物检测。点云中的每个点只代表一次空间观测，仍需要滤波、坐标变换和时序组织才能进入下游任务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A521A46-81A2-443F-93F8-CC85BBFBE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5EDA583-0185-4C2A-BC24-9CE917AB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设备网络参数、驱动版本、扫描频率和安装姿态都会影响数据质量。接入后应先检查点云密度、盲区、漂移与运动时的形变，再讨论识别或建图效果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5688B8B-31C8-4EC1-AA61-9F9F1079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CA1C427-4496-4488-8630-2A690797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</p:spTree>
    <p:extLst>
      <p:ext uri="{BB962C8B-B14F-4D97-AF65-F5344CB8AC3E}">
        <p14:creationId xmlns:p14="http://schemas.microsoft.com/office/powerpoint/2010/main" val="17006980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F58AED1-CBAC-4FF9-A101-A84C1474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AE8A21C-434C-40F8-B67A-D475E5CE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5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F6ED9964-2FA6-46AE-9387-06816312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F092D2B-D57D-4DBE-BF2F-DA778751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28A60CE-5FBC-4C36-9799-8911828B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7E67EEF-77B7-4132-8F2F-1AFDC57F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EE6C0C6-413B-43EE-B764-C4AF76B7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坐标与时间：让多源数据对上同一现实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B92D606-B25B-4FFE-A43E-4CA7832A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相机、IMU、雷达和机器人本体各自拥有坐标系。外参标定给出这些坐标系之间的空间关系，时间同步则确保不同传感器描述的是同一时刻附近的环境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5A6BF4C-AA74-42D9-BFB2-E2D6BE9A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9591E36-5109-4AEF-9137-3FA2CC2E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空间或时间对齐出现偏差时，点云会投到错误的图像位置，移动物体会产生重影，融合模型也会学习到错误对应关系。TF 树、时间戳和标定文件应作为系统配置的一部分被版本化和复核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F94509BF-CB08-4F21-89CE-5F3C03CB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0E305FA4-DCC6-49E0-AA29-D9AD1510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相机、IMU、雷达和机器人本体各自拥有坐标系</a:t>
            </a:r>
          </a:p>
        </p:txBody>
      </p:sp>
    </p:spTree>
    <p:extLst>
      <p:ext uri="{BB962C8B-B14F-4D97-AF65-F5344CB8AC3E}">
        <p14:creationId xmlns:p14="http://schemas.microsoft.com/office/powerpoint/2010/main" val="10768624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81FC6FFC-DE73-4CF3-97AC-24B391F9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226AD962-EF22-48D4-892F-54E60F06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5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B6762A7F-C180-435C-8337-BDC6F9E9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698FD8F0-5D3E-45E5-BB2D-67190A95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164C2576-4C61-44A3-A7C7-C3201B9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551D3D8-8314-4F00-A4C6-65219CC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791E348-F3CA-47EF-81D1-1CF24460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从仿真到真机：用 ROS 话题逐层验收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78693E9-EB45-4A51-9FBB-026853D2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仿真环境可以先验证传感器挂载、坐标系、话题命名和可视化链路。通过 ROS2 话题列表、消息频率与 RViz 展示，可确认图像、深度、点云和 IMU 是否稳定发布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8D91C88-5EFB-412F-A7D4-A82BD430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DDCF5CE-7DA9-4E62-89A4-4E15D3A7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真机接入应沿用同一检查顺序：设备可见、驱动启动、话题存在、频率合理、坐标正确、数据质量可接受。只有底层数据通过验收后，定位、建图与识别结果才具有解释价值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FB89E041-AD54-4B8C-B9C0-01E7360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7480A49-74B7-441D-A5F1-FFF7C365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8840563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B0B522D-9C92-4128-98D7-BDBDC8CD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A48CCE56-631A-4928-B855-EA96859E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2A14C1DB-F191-4025-8A64-FE156AC9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C15B8E3-7732-4C2D-A4EC-82DCB7DF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B4B9842F-611A-4872-B5FB-CE44FF42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EM-003-S08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1BD2165-D4FA-4A99-BA67-E359DBCC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走廊导航的相机与雷达融合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C41F4176-861E-4656-8F50-81D39536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场景｜移动机器人要在光照变化、行人穿行的走廊中定位并避障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43D14C80-6A27-4A15-BC43-FD159000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问题｜相机能识别人和标志，但弱纹理与光照变化会影响视觉；雷达测距稳定，却缺少物体语义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EC7931F6-09C3-46B7-91E6-9D2D33AF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898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方法｜先校准相机、IMU 与雷达坐标和时间，再融合视觉语义与点云几何信息，分别监测各传感器的数据质量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F7292679-58AD-458E-BD10-E1009BB4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5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结果｜系统同时获得可通行空间、障碍物距离和对象类别，并能在某一路数据下降时保留基本能力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41FF55FA-878E-4BC5-8C67-58587486A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边界｜必须分别记录延迟、丢帧、外参漂移和失效场景，不能只看一次 RViz 画面是否正常</a:t>
            </a:r>
          </a:p>
        </p:txBody>
      </p:sp>
      <p:sp>
        <p:nvSpPr>
          <p:cNvPr id="12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95F53BE8-ECDE-42D2-9954-21EF6DE5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3" name="s8-takeaway">
            <a:extLst xmlns:a="http://schemas.openxmlformats.org/drawingml/2006/main">
              <a:ext uri="{FF2B5EF4-FFF2-40B4-BE49-F238E27FC236}">
                <a16:creationId xmlns:a16="http://schemas.microsoft.com/office/drawing/2014/main" id="{D3304F02-E515-4FDD-A914-6DA438F1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必须分别记录延迟、丢帧、外参漂移和失效场景</a:t>
            </a:r>
          </a:p>
        </p:txBody>
      </p:sp>
    </p:spTree>
    <p:extLst>
      <p:ext uri="{BB962C8B-B14F-4D97-AF65-F5344CB8AC3E}">
        <p14:creationId xmlns:p14="http://schemas.microsoft.com/office/powerpoint/2010/main" val="1469544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1B817C44-D439-4EC3-9F1C-F685DE64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E2F6A9C-0257-4564-8EFF-5B4F7F1C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DCAC277-E446-4427-B601-07AAB5D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多模态感知：一次可验收练习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DAC28E7-273F-45DF-9DF9-3AB2A31F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1672653D-AB95-4EEF-92CB-4D8CC84A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EM-003-S09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5808A262-D590-4BD4-9172-5370D87D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75E115F-B0A6-4CE8-8968-C7752846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BEC58ABF-932E-49A4-9A72-9EE7ED56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为抓取、室内导航和室外巡检各选择一组传感器，并说明取舍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5D4D298-FEB4-49A7-BBCC-9C8AC220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4D70CAC-DF7D-4A76-AE6D-0CA0D968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966A2800-56E3-4541-8E61-B9A3ED4C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1DEE756-3128-4C4E-92A9-B1F917FB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画出相机、IMU、雷达、机身和世界坐标系之间的 TF 关系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E768C49E-164A-4844-89C9-B08E8F54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82A4D609-62A9-4BC8-9436-82E3F1BC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758643F9-4ADF-4DC2-A26A-7014C59C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54C5647-2B23-4583-AFC7-0C8F2550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设计一张 ROS2 感知链路验收表，包含话题、频率、时间戳、坐标和异常现象</a:t>
            </a:r>
          </a:p>
        </p:txBody>
      </p:sp>
    </p:spTree>
    <p:extLst>
      <p:ext uri="{BB962C8B-B14F-4D97-AF65-F5344CB8AC3E}">
        <p14:creationId xmlns:p14="http://schemas.microsoft.com/office/powerpoint/2010/main" val="3737175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C512B5F0-A551-4AFF-BE7F-EC00FFBED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86EF3DAC-02C7-4CBE-A8B5-3A158C40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C238C4FC-47CB-42F0-929C-29C9C38F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多模态感知：判断时先抓住三点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F7A3D43-6FC4-4447-8699-97B7639E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D2745E4A-9A9A-412E-BD77-F10C6A8F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EM-003-S10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F627682-B39A-4515-BED1-F16C9D2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C0A63CC-3444-4F8C-BB13-A9777DE9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7E3D51D2-028C-4974-899A-F5E5DE65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RGB 相机提供颜色与纹理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812B4957-2BDA-4846-B50B-EC61DE04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7107AFDF-CEC4-4271-85B5-B0E86E4B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B83AE486-9375-4D53-BAB9-68E53631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E23E62D-16FF-40E0-90C8-7E24C964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Mid-360 等激光雷达通过测量激光回波构建三维点云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2E3551A9-5D08-4054-B8BE-BE1D56AA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0979C43-F7B7-425C-AD41-BE4B0454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92B6A1D3-03A7-4E8C-AE7B-61BE8664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FEB9C32A-F4D9-40A8-8B33-02998028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仿真先验证接口链路，真机再验证物理差异</a:t>
            </a:r>
          </a:p>
        </p:txBody>
      </p:sp>
    </p:spTree>
    <p:extLst>
      <p:ext uri="{BB962C8B-B14F-4D97-AF65-F5344CB8AC3E}">
        <p14:creationId xmlns:p14="http://schemas.microsoft.com/office/powerpoint/2010/main" val="20063670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C6C70B7-C8BB-4F5F-ABD3-A4C9F401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36062ABF-6E76-423A-B36A-2B42F6FB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2F47A0D7-D2B3-44C1-A054-01288CD9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多模态感知：依据、边界与延伸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A9A8A114-8290-4A51-A309-0CF1C9CB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79D1AA18-3332-4A77-A92B-DFC936B4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EM-003 · EM-003-S11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4A91A4F2-D0F3-4F15-85F8-25583D8E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80EE1434-2473-499D-BC1C-C7C5CCF3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7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RealSense D435i 官方规格：核对双目深度、IMU、视场与工作范围；深度传感器与 RGB 传感器的快门类型不能混写。（核对日期：2026-07-12）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7C41C145-1417-4DC5-AB81-BEA0A881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RealSense 官方 ROS2 wrapper：核对话题、TF、外参、IMU 与 RGB-D 发布方式；课程使用迁移后的官方仓库。（核对日期：2026-07-12）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CC9709E4-3ACE-410C-B379-501F236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Livox Mid-360 官方规格：核对视场、点率、IMU 与同步能力；量程必须同时说明反射率和环境光条件。（核对日期：2026-07-12）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86C015C1-E53B-4C37-9484-F5E95763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2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Livox ROS Driver 2：核对 Mid-360 与 ROS2 支持；官方将该驱动定位为调试工具，量产系统仍需工程化验证。（核对日期：2026-07-12）</a:t>
            </a:r>
          </a:p>
        </p:txBody>
      </p:sp>
      <p:sp>
        <p:nvSpPr>
          <p:cNvPr id="11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8EA805FB-E0A6-482F-A145-5BE93ACE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81C76278-82A2-4CFD-8B18-3712623F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1521368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2026-07-12T08:20:19.4510000Z</dcterms:created>
  <dcterms:modified xsi:type="dcterms:W3CDTF">2026-07-12T08:20:19.4510000Z</dcterms:modified>
</coreProperties>
</file>