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f04dc024c247d7" /><Relationship Type="http://schemas.openxmlformats.org/officeDocument/2006/relationships/extended-properties" Target="/docProps/app.xml" Id="R51a614a84e0a499a" /><Relationship Type="http://schemas.openxmlformats.org/officeDocument/2006/relationships/officeDocument" Target="/ppt/presentation.xml" Id="Rdfd7e7d68d9a43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f68dedb6314df6"/>
  </p:sldMasterIdLst>
  <p:notesMasterIdLst>
    <p:notesMasterId xmlns:r="http://schemas.openxmlformats.org/officeDocument/2006/relationships" r:id="Rd7c6f65248b14c2d"/>
  </p:notesMasterIdLst>
  <p:sldIdLst>
    <p:sldId xmlns:r="http://schemas.openxmlformats.org/officeDocument/2006/relationships" id="256" r:id="Ra3efe9b3bceb4630"/>
    <p:sldId xmlns:r="http://schemas.openxmlformats.org/officeDocument/2006/relationships" id="257" r:id="Rc9960636e41b4de5"/>
    <p:sldId xmlns:r="http://schemas.openxmlformats.org/officeDocument/2006/relationships" id="258" r:id="Rededd0d4baf24e47"/>
    <p:sldId xmlns:r="http://schemas.openxmlformats.org/officeDocument/2006/relationships" id="259" r:id="Rfaccec73569f4b51"/>
    <p:sldId xmlns:r="http://schemas.openxmlformats.org/officeDocument/2006/relationships" id="260" r:id="R17a4c402bcfc4b2f"/>
    <p:sldId xmlns:r="http://schemas.openxmlformats.org/officeDocument/2006/relationships" id="261" r:id="R7757a02767b34795"/>
    <p:sldId xmlns:r="http://schemas.openxmlformats.org/officeDocument/2006/relationships" id="262" r:id="Rc377eafa2658418a"/>
    <p:sldId xmlns:r="http://schemas.openxmlformats.org/officeDocument/2006/relationships" id="263" r:id="Re7b62e88815348aa"/>
    <p:sldId xmlns:r="http://schemas.openxmlformats.org/officeDocument/2006/relationships" id="264" r:id="R2ab8ecd5020e4c99"/>
    <p:sldId xmlns:r="http://schemas.openxmlformats.org/officeDocument/2006/relationships" id="265" r:id="R4a90011c9d954ffa"/>
    <p:sldId xmlns:r="http://schemas.openxmlformats.org/officeDocument/2006/relationships" id="266" r:id="R7a1abe912fe140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71bc5069af4978" /><Relationship Type="http://schemas.openxmlformats.org/officeDocument/2006/relationships/slideMaster" Target="/ppt/slideMasters/slideMaster1.xml" Id="Raff68dedb6314df6" /><Relationship Type="http://schemas.openxmlformats.org/officeDocument/2006/relationships/notesMaster" Target="/ppt/notesMasters/notesMaster1.xml" Id="Rd7c6f65248b14c2d" /><Relationship Type="http://schemas.openxmlformats.org/officeDocument/2006/relationships/presProps" Target="/ppt/presProps.xml" Id="R58a4f9834cfa4698" /><Relationship Type="http://schemas.openxmlformats.org/officeDocument/2006/relationships/tableStyles" Target="/ppt/tableStyles.xml" Id="R8bb8d9bd33d7420e" /><Relationship Type="http://schemas.openxmlformats.org/officeDocument/2006/relationships/slide" Target="/ppt/slides/slide1.xml" Id="Ra3efe9b3bceb4630" /><Relationship Type="http://schemas.openxmlformats.org/officeDocument/2006/relationships/slide" Target="/ppt/slides/slide2.xml" Id="Rc9960636e41b4de5" /><Relationship Type="http://schemas.openxmlformats.org/officeDocument/2006/relationships/slide" Target="/ppt/slides/slide3.xml" Id="Rededd0d4baf24e47" /><Relationship Type="http://schemas.openxmlformats.org/officeDocument/2006/relationships/slide" Target="/ppt/slides/slide4.xml" Id="Rfaccec73569f4b51" /><Relationship Type="http://schemas.openxmlformats.org/officeDocument/2006/relationships/slide" Target="/ppt/slides/slide5.xml" Id="R17a4c402bcfc4b2f" /><Relationship Type="http://schemas.openxmlformats.org/officeDocument/2006/relationships/slide" Target="/ppt/slides/slide6.xml" Id="R7757a02767b34795" /><Relationship Type="http://schemas.openxmlformats.org/officeDocument/2006/relationships/slide" Target="/ppt/slides/slide7.xml" Id="Rc377eafa2658418a" /><Relationship Type="http://schemas.openxmlformats.org/officeDocument/2006/relationships/slide" Target="/ppt/slides/slide8.xml" Id="Re7b62e88815348aa" /><Relationship Type="http://schemas.openxmlformats.org/officeDocument/2006/relationships/slide" Target="/ppt/slides/slide9.xml" Id="R2ab8ecd5020e4c99" /><Relationship Type="http://schemas.openxmlformats.org/officeDocument/2006/relationships/slide" Target="/ppt/slides/slide10.xml" Id="R4a90011c9d954ffa" /><Relationship Type="http://schemas.openxmlformats.org/officeDocument/2006/relationships/slide" Target="/ppt/slides/slide11.xml" Id="R7a1abe912fe140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7ed52f8e7940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f7ca208c7d42e5" /><Relationship Type="http://schemas.openxmlformats.org/officeDocument/2006/relationships/notesMaster" Target="/ppt/notesMasters/notesMaster1.xml" Id="R092b5455d8d443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abc7c40a7a4228" /><Relationship Type="http://schemas.openxmlformats.org/officeDocument/2006/relationships/notesMaster" Target="/ppt/notesMasters/notesMaster1.xml" Id="Rd1a0144a314f48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0451a7792d4863" /><Relationship Type="http://schemas.openxmlformats.org/officeDocument/2006/relationships/notesMaster" Target="/ppt/notesMasters/notesMaster1.xml" Id="R282438c6f20b4e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99cf1c44ad4481" /><Relationship Type="http://schemas.openxmlformats.org/officeDocument/2006/relationships/notesMaster" Target="/ppt/notesMasters/notesMaster1.xml" Id="R70f1b307106f41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9d155ec712443d" /><Relationship Type="http://schemas.openxmlformats.org/officeDocument/2006/relationships/notesMaster" Target="/ppt/notesMasters/notesMaster1.xml" Id="Rdda37a2dbff94e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c20c000b284747" /><Relationship Type="http://schemas.openxmlformats.org/officeDocument/2006/relationships/notesMaster" Target="/ppt/notesMasters/notesMaster1.xml" Id="Rcb05c76ae5d644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fbc2c867a04eb1" /><Relationship Type="http://schemas.openxmlformats.org/officeDocument/2006/relationships/notesMaster" Target="/ppt/notesMasters/notesMaster1.xml" Id="R3f25a71e9a7046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d80f3913914a8c" /><Relationship Type="http://schemas.openxmlformats.org/officeDocument/2006/relationships/notesMaster" Target="/ppt/notesMasters/notesMaster1.xml" Id="R7248477a803c45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03b0d0ce88459a" /><Relationship Type="http://schemas.openxmlformats.org/officeDocument/2006/relationships/notesMaster" Target="/ppt/notesMasters/notesMaster1.xml" Id="R653f8bdd830c4e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eed0dab4f44cce" /><Relationship Type="http://schemas.openxmlformats.org/officeDocument/2006/relationships/notesMaster" Target="/ppt/notesMasters/notesMaster1.xml" Id="Ra2d35e3c52d041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3eea88cd154923" /><Relationship Type="http://schemas.openxmlformats.org/officeDocument/2006/relationships/notesMaster" Target="/ppt/notesMasters/notesMaster1.xml" Id="R55885d574e0e40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84bd7c3c547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2c17c8a9c14641" /><Relationship Type="http://schemas.openxmlformats.org/officeDocument/2006/relationships/slideLayout" Target="/ppt/slideLayouts/slideLayout1.xml" Id="R5ff033ed175f41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f033ed175f41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2ac743576450e" /><Relationship Type="http://schemas.openxmlformats.org/officeDocument/2006/relationships/notesSlide" Target="/ppt/notesSlides/notesSlide1.xml" Id="R0dd2c9f4528644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24eb02775426e" /><Relationship Type="http://schemas.openxmlformats.org/officeDocument/2006/relationships/notesSlide" Target="/ppt/notesSlides/notesSlide2.xml" Id="R5a017f5ae97c42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6cf7103f4d4637" /><Relationship Type="http://schemas.openxmlformats.org/officeDocument/2006/relationships/notesSlide" Target="/ppt/notesSlides/notesSlide3.xml" Id="R2255597dc4e744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cbb5f6ee946a9" /><Relationship Type="http://schemas.openxmlformats.org/officeDocument/2006/relationships/notesSlide" Target="/ppt/notesSlides/notesSlide4.xml" Id="Rf2b0c5d5c3064a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80c353b7947ff" /><Relationship Type="http://schemas.openxmlformats.org/officeDocument/2006/relationships/notesSlide" Target="/ppt/notesSlides/notesSlide5.xml" Id="Rc0c1481034404b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95c2abbe94087" /><Relationship Type="http://schemas.openxmlformats.org/officeDocument/2006/relationships/notesSlide" Target="/ppt/notesSlides/notesSlide6.xml" Id="R181f19f06ee640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75fc9b1924312" /><Relationship Type="http://schemas.openxmlformats.org/officeDocument/2006/relationships/notesSlide" Target="/ppt/notesSlides/notesSlide7.xml" Id="R95a4c49617054a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d5be04aec4a37" /><Relationship Type="http://schemas.openxmlformats.org/officeDocument/2006/relationships/notesSlide" Target="/ppt/notesSlides/notesSlide8.xml" Id="R72567ab7ae3b4a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054e9a9e64496" /><Relationship Type="http://schemas.openxmlformats.org/officeDocument/2006/relationships/notesSlide" Target="/ppt/notesSlides/notesSlide9.xml" Id="R5de90be86d2043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8f309144248ab" /><Relationship Type="http://schemas.openxmlformats.org/officeDocument/2006/relationships/notesSlide" Target="/ppt/notesSlides/notesSlide10.xml" Id="Rbb0e815004de48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80b5cea3142df" /><Relationship Type="http://schemas.openxmlformats.org/officeDocument/2006/relationships/notesSlide" Target="/ppt/notesSlides/notesSlide11.xml" Id="R0b33e52911a240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26F9FFD-3FA1-4B95-9B38-C3B45772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30CDAC5D-622E-4D1D-8049-14792073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EA7AFDA3-6A9F-40B9-A916-EB27637D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D9AC73C1-CC48-46F2-A284-E56BC974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80A467C-F029-4AE3-A00F-F79649FF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7ACFC39-FB5D-4513-ADE6-D1E2F7D1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118A723-F9EA-49F8-BF5D-31BAD58B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ABF9B06-4502-4036-91E0-CAEE3273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多模态感知与环境理解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F97193B-FE48-43F3-A2B5-FC2AD969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讲清视觉、深度、激光雷达和状态估计如何共同形成可供决策使用的环境表示。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68E685C-A89E-4724-9192-283E7847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机器人要在真实环境中行动，必须先把相机、深度、惯性和激光雷达等不同传感器的信息变成可计算的环境描述。多模态感知的价值不在于传感器越多越好，而在于让不同信息互相补充、互相校验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C9E9AE27-028F-4428-ACAA-AD7BE0CD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C0864D8C-B045-4E76-9D10-413FAD97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EM-003 · EM-003-S01</a:t>
            </a:r>
          </a:p>
        </p:txBody>
      </p:sp>
    </p:spTree>
    <p:extLst>
      <p:ext uri="{BB962C8B-B14F-4D97-AF65-F5344CB8AC3E}">
        <p14:creationId xmlns:p14="http://schemas.microsoft.com/office/powerpoint/2010/main" val="16255416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32F4B65A-0AB1-47DD-8117-F88FB31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D650551-F429-421F-BEF9-18E9C0B1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D4EAD3F6-71D2-46A1-A7C1-04806B21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159FEAB-6F49-4DD6-9E29-7831099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A316A33-B197-4490-A71F-231E607B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4D7B525D-B2EF-4B1D-8F14-15257838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说明相机、深度相机、激光雷达和本体状态分别提供什么信息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0108423-95FB-4A27-86A1-21C97CA9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设计从传感器数据到目标、障碍和机器人状态的感知链路</a:t>
            </a:r>
          </a:p>
        </p:txBody>
      </p:sp>
    </p:spTree>
    <p:extLst>
      <p:ext uri="{BB962C8B-B14F-4D97-AF65-F5344CB8AC3E}">
        <p14:creationId xmlns:p14="http://schemas.microsoft.com/office/powerpoint/2010/main" val="9628952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37F86142-21B7-41A0-9927-1464707C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6585011-D401-47AD-9268-F4B4BB93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99A59B2-71FE-4806-B343-87657588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188A599-C177-4531-9FEB-19F4A348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9BAFFD3B-75ED-41CA-B9DE-0F568288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C18D3E1-AC86-43E2-8196-B346F5DE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2D5CC58-9A41-44CC-B97B-1B922FAE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多模态感知：不同传感器看见不同世界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B219BB8-3FA3-4AF2-8A6E-B5D5CA76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76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RGB 相机提供颜色与纹理，深度相机估计物体距离，IMU 记录加速度和角速度，激光雷达输出更大范围的空间点云。单一传感器通常无法同时满足语义、距离、动态和鲁棒性要求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0988487-1740-4EB3-B976-5041ECA4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F097C0F-983D-431D-A3D5-A5275E82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选择传感器时应从任务出发：抓取关注近距离深度和细节，导航关注视场、量程与稳定性，动态交互还要关注帧率、延迟和运动畸变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DDD86718-4B84-4C4F-8DC5-EF8BFFB9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7C210936-3984-4319-A4B5-6DF83DA5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</p:spTree>
    <p:extLst>
      <p:ext uri="{BB962C8B-B14F-4D97-AF65-F5344CB8AC3E}">
        <p14:creationId xmlns:p14="http://schemas.microsoft.com/office/powerpoint/2010/main" val="3292916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BFF21D3C-C979-41E2-A646-63B6BA7D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771C7A8-F943-4C81-BE7A-D44FC991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68429CF-4D20-4322-9806-CCA5CD77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D435i 将 RGB-D 视觉与 IMU 结合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18D0B160-1EBB-4D1F-8606-EB5C213B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8734E62-A9C2-4BB6-BA64-3DB61D3E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695E48D-1A02-4F44-88BA-1D81827C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D62081C-DBFA-4445-96AD-C1A00F3E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深度相机：从图像获得空间距离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810A9DF-160E-4BB4-B056-FC88B42D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D435i 将 RGB-D 视觉与 IMU 结合，可同时提供彩色图像、深度图和运动信息。双目立体、结构光与 ToF 都能测距，但它们在光照、纹理、量程和噪声方面具有不同特性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85E15A1-0574-49CF-9ECA-16571848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768B647-7AC0-4402-8A91-8B3D4CF8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深度图不是天然可靠的真值。反光表面、无纹理区域、遮挡边缘和强光都会产生空洞或误差，因此需要检查有效距离、深度尺度、内参和深度与彩色图的对齐状态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40BA5CA1-52B6-4C9C-85F3-0ADA81FA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26D44369-EEFC-4116-85CE-77B76EBB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D435i 将 RGB-D 视觉与 IMU 结合</a:t>
            </a:r>
          </a:p>
        </p:txBody>
      </p:sp>
    </p:spTree>
    <p:extLst>
      <p:ext uri="{BB962C8B-B14F-4D97-AF65-F5344CB8AC3E}">
        <p14:creationId xmlns:p14="http://schemas.microsoft.com/office/powerpoint/2010/main" val="19686758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F81CD65-9FCD-4B43-89C2-B2C668AF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C236C867-DF67-4BFC-91A4-9D60ED21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FDE3C6F6-84BF-482F-A718-75E95511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2AE19937-9D1B-4A5B-98C7-64BBDEE4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2EAC9C6-55F3-4567-AF11-F8CC3885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B405B56-A479-4916-A469-90560E6E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1CD0237-321C-434F-BDA3-A2588FA0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激光雷达：用点云描述三维环境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0C974A3-6D22-4C44-ACBF-FC47F525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等激光雷达通过测量激光回波构建三维点云，适合环境建图、定位和障碍物检测。点云中的每个点只代表一次空间观测，仍需要滤波、坐标变换和时序组织才能进入下游任务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A99C9DC-4606-4D91-BC44-C72D83C8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A250F00-3D29-4462-8B53-91E86660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设备网络参数、驱动版本、扫描频率和安装姿态都会影响数据质量。接入后应先检查点云密度、盲区、漂移与运动时的形变，再讨论识别或建图效果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772782A-6BCE-4C51-AD6B-FE43F49B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CAEB14AD-F73D-435A-A2AD-7DF00F62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</p:spTree>
    <p:extLst>
      <p:ext uri="{BB962C8B-B14F-4D97-AF65-F5344CB8AC3E}">
        <p14:creationId xmlns:p14="http://schemas.microsoft.com/office/powerpoint/2010/main" val="14121712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E878FA18-19C7-4B7A-AFA6-035A6B94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5322CCD1-97A6-4604-A4FE-63550D25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A32DE0B8-4F23-4D5A-8365-1E0197C7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B0398AD-7D8A-4D13-AA09-E8D4A1EC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2A97ABA6-45CF-4687-9451-3CEC872E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32C03D1-9628-427F-A1BE-F2D4B652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805009A-DEF1-4500-8382-A086CCB0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坐标与时间：让多源数据对上同一现实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8E7C64C-A1BF-41B2-98E2-57918E8A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相机、IMU、雷达和机器人本体各自拥有坐标系。外参标定给出这些坐标系之间的空间关系，时间同步则确保不同传感器描述的是同一时刻附近的环境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B682F21-8487-4EEA-967C-A0A7B6C6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F306568-0BF3-45D8-950F-15E12F92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空间或时间对齐出现偏差时，点云会投到错误的图像位置，移动物体会产生重影，融合模型也会学习到错误对应关系。TF 树、时间戳和标定文件应作为系统配置的一部分被版本化和复核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D9127EA-A7E9-4996-B946-5BE65817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EAE7FD21-2155-4DE6-8DA0-119BBEBF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</a:t>
            </a:r>
          </a:p>
        </p:txBody>
      </p:sp>
    </p:spTree>
    <p:extLst>
      <p:ext uri="{BB962C8B-B14F-4D97-AF65-F5344CB8AC3E}">
        <p14:creationId xmlns:p14="http://schemas.microsoft.com/office/powerpoint/2010/main" val="44972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035E310-1FD2-4ADA-9982-E0F29FA7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2398F72-6DE5-4988-B318-434404F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7B30E5C-399C-4CF8-80DB-D5931E67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99C08192-4940-403E-9A3F-4694A5DC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B3111D9B-0A56-43C4-B68B-A8A4116F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FF990FF-1741-4392-8851-5CAA2432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8B64B12-1BFD-4BC7-9C11-BC6E3ACA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从仿真到真机：用 ROS 话题逐层验收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C158CF9-AF7A-4ABD-8C93-A595EB41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仿真环境可以先验证传感器挂载、坐标系、话题命名和可视化链路。通过 ROS2 话题列表、消息频率与 RViz 展示，可确认图像、深度、点云和 IMU 是否稳定发布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2CD7B85-A304-4DB3-9A6A-2C684A2E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B15D696-FB76-47EC-937B-B00CA5D9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真机接入应沿用同一检查顺序：设备可见、驱动启动、话题存在、频率合理、坐标正确、数据质量可接受。只有底层数据通过验收后，定位、建图与识别结果才具有解释价值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2496E85-ADD0-4ED6-84C9-D9AB528B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08F0192-97CC-4988-AF70-4A3F149B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</p:spTree>
    <p:extLst>
      <p:ext uri="{BB962C8B-B14F-4D97-AF65-F5344CB8AC3E}">
        <p14:creationId xmlns:p14="http://schemas.microsoft.com/office/powerpoint/2010/main" val="7847183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E64C849-A0E8-47E3-AD0B-29E812D6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EC71160E-EA52-4E69-80A4-ACFFDE1D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395E0ABA-CE9E-4861-AF59-56B4B2B8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必须分别记录延迟、丢帧、外参漂移和失效场景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D4E85449-BE91-4241-8525-BA6F1498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F78837C0-7975-4D27-B902-DAF9835E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AF9044B3-5492-4E4C-ADAF-2EBA094E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走廊导航的相机与雷达融合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3318A72-8786-4F6E-B0EA-A7229EAD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场景｜移动机器人要在光照变化、行人穿行的走廊中定位并避障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344CF08-0A63-4A55-B488-0B909B06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问题｜相机能识别人和标志，但弱纹理与光照变化会影响视觉；雷达测距稳定，却缺少物体语义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954796C4-7026-4C4E-A764-8716FC88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89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方法｜先校准相机、IMU 与雷达坐标和时间，再融合视觉语义与点云几何信息，分别监测各传感器的数据质量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28A4E0ED-0CF6-4B41-8F1B-E463C662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结果｜系统同时获得可通行空间、障碍物距离和对象类别，并能在某一路数据下降时保留基本能力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AB26A648-A933-41B4-94D0-0573DC74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边界｜必须分别记录延迟、丢帧、外参漂移和失效场景，不能只看一次 RViz 画面是否正常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4A13D0C5-8994-4AAC-A623-1D9DA91B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92F6AC6E-8BD8-45E7-8981-29F92299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必须分别记录延迟、丢帧、外参漂移和失效场景</a:t>
            </a:r>
          </a:p>
        </p:txBody>
      </p:sp>
    </p:spTree>
    <p:extLst>
      <p:ext uri="{BB962C8B-B14F-4D97-AF65-F5344CB8AC3E}">
        <p14:creationId xmlns:p14="http://schemas.microsoft.com/office/powerpoint/2010/main" val="1149306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5D5036F-C875-4656-A085-050CC778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33BA51C-39C6-4363-9EB2-FC602F32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AA07E38-C43A-4776-AFC1-993176B9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多模态感知：一次可验收练习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C4E5427-0F9F-4374-A0B9-B8EB458D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A6AA5D37-0A0F-4347-A15E-0F75B8BA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EM-003-S09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1C83980B-B4CC-4D15-97C6-5EED6DD8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4EB4F14-97C1-4B1E-85E7-3083E5F6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59053F53-D35D-4544-99C5-1C61D640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为抓取、室内导航和室外巡检各选择一组传感器，并说明取舍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29759D1F-8ECA-48E5-A49A-5FC22F94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E7BEB486-AE30-433F-BF0A-4F6F63B1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28AD92EE-E1CF-4F69-A3A4-880F8C15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A21F307-06E2-4CAB-AE69-3FAB8C32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画出相机、IMU、雷达、机身和世界坐标系之间的 TF 关系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39481BB0-FA3C-48B8-B398-A69F1BF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9D0F7FD-C1FF-4D5F-92DC-3EF2770A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C6834F26-BA6D-434D-9211-7B98C805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78A674E3-AA74-4D50-9327-03B2B49C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设计一张 ROS2 感知链路验收表，包含话题、频率、时间戳、坐标和异常现象</a:t>
            </a:r>
          </a:p>
        </p:txBody>
      </p:sp>
    </p:spTree>
    <p:extLst>
      <p:ext uri="{BB962C8B-B14F-4D97-AF65-F5344CB8AC3E}">
        <p14:creationId xmlns:p14="http://schemas.microsoft.com/office/powerpoint/2010/main" val="8089411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3480666F-7F51-452B-A0E8-C5A76247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35070C51-3554-4E40-ACBA-201EF977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ECD113E0-BD47-4C58-8AB5-EC99D45D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多模态感知：判断时先抓住三点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7F9B5D4A-6D4F-420B-AEBE-174CA25D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3865527F-02D0-460F-B778-0985ACE8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EM-003-S10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2679947B-C125-4164-9323-104A46C5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1008790-514D-4981-8F11-74CDABAA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ADF19E1-32EC-47CC-861B-B11A4BC9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D867A54E-9EEF-4678-AED2-3B9A73CF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5CE336C5-2127-4DA7-9A7E-77A93DA2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C77D84BD-0087-4A42-A67D-AB3035FF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208027E4-8D02-4703-8E10-241FE846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4D349EE-185E-46AB-97D5-D2B1A6ED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3776E55-D1D7-4694-A47B-6F4B3B1E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69508BA-B1DF-45AC-AD81-4BA0D67F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A4E10220-7315-446F-A66B-C3902914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</p:spTree>
    <p:extLst>
      <p:ext uri="{BB962C8B-B14F-4D97-AF65-F5344CB8AC3E}">
        <p14:creationId xmlns:p14="http://schemas.microsoft.com/office/powerpoint/2010/main" val="20929883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56D472F-1835-4102-961B-F420CDE3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4B5DC32D-957C-4DA6-8821-B40D4D3A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9AF5A4D9-11A3-4345-A99E-0FB35B9F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多模态感知：依据、边界与延伸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FE8F7EF7-2A7D-4684-AA1F-5732EF7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63F8441A-3CE0-4533-BFA3-8C83BFDE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EM-003-S11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69DC4A7-C448-4AC3-89AE-0D2C7916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DEA7EE08-65A0-470D-AB1B-53E2BB20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77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RealSense D435i 官方规格：核对双目深度、IMU、视场与工作范围；深度传感器与 RGB 传感器的快门类型不能混写。（核对日期：2026-07-12）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95397A61-DA21-4E9D-BA70-E6436182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RealSense 官方 ROS2 wrapper：核对话题、TF、外参、IMU 与 RGB-D 发布方式；课程使用迁移后的官方仓库。（核对日期：2026-07-12）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51CD2BA9-29AB-4D52-ACDC-A4287C5A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9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Livox Mid-360 官方规格：核对视场、点率、IMU 与同步能力；量程必须同时说明反射率和环境光条件。（核对日期：2026-07-12）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CC02F487-B665-4174-A7AE-C262D59F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2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Livox ROS Driver 2：核对 Mid-360 与 ROS2 支持；官方将该驱动定位为调试工具，量产系统仍需工程化验证。（核对日期：2026-07-12）</a:t>
            </a:r>
          </a:p>
        </p:txBody>
      </p:sp>
      <p:sp>
        <p:nvSpPr>
          <p:cNvPr id="11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287CD484-52C4-4195-928A-59330FF4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FBDE6E50-CC1F-417B-9815-568C1471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3174440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2026-07-12T03:31:56.2990000Z</dcterms:created>
  <dcterms:modified xsi:type="dcterms:W3CDTF">2026-07-12T03:31:56.2990000Z</dcterms:modified>
</coreProperties>
</file>