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fcc51135484531" /><Relationship Type="http://schemas.openxmlformats.org/officeDocument/2006/relationships/extended-properties" Target="/docProps/app.xml" Id="Raab6321c6c3b4d4c" /><Relationship Type="http://schemas.openxmlformats.org/officeDocument/2006/relationships/officeDocument" Target="/ppt/presentation.xml" Id="R4086affcc18643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7e61cbc644443f"/>
  </p:sldMasterIdLst>
  <p:notesMasterIdLst>
    <p:notesMasterId xmlns:r="http://schemas.openxmlformats.org/officeDocument/2006/relationships" r:id="R2a0571a31991468b"/>
  </p:notesMasterIdLst>
  <p:sldIdLst>
    <p:sldId xmlns:r="http://schemas.openxmlformats.org/officeDocument/2006/relationships" id="256" r:id="Rfea824a5afbf4701"/>
    <p:sldId xmlns:r="http://schemas.openxmlformats.org/officeDocument/2006/relationships" id="257" r:id="Ra9841ef635494e96"/>
    <p:sldId xmlns:r="http://schemas.openxmlformats.org/officeDocument/2006/relationships" id="258" r:id="R97e6482ea3db4b0c"/>
    <p:sldId xmlns:r="http://schemas.openxmlformats.org/officeDocument/2006/relationships" id="259" r:id="Rdf2e501f04674b59"/>
    <p:sldId xmlns:r="http://schemas.openxmlformats.org/officeDocument/2006/relationships" id="260" r:id="Rbb282b57c31c4ddb"/>
    <p:sldId xmlns:r="http://schemas.openxmlformats.org/officeDocument/2006/relationships" id="261" r:id="R99570578a003466d"/>
    <p:sldId xmlns:r="http://schemas.openxmlformats.org/officeDocument/2006/relationships" id="262" r:id="R5feec7b2e64c4559"/>
    <p:sldId xmlns:r="http://schemas.openxmlformats.org/officeDocument/2006/relationships" id="263" r:id="R18446510c05540bd"/>
    <p:sldId xmlns:r="http://schemas.openxmlformats.org/officeDocument/2006/relationships" id="264" r:id="R174940c3c95f4bab"/>
    <p:sldId xmlns:r="http://schemas.openxmlformats.org/officeDocument/2006/relationships" id="265" r:id="Rf143655fcd1e4813"/>
    <p:sldId xmlns:r="http://schemas.openxmlformats.org/officeDocument/2006/relationships" id="266" r:id="Rfa4596fcb85e483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34bf4c61da45e5" /><Relationship Type="http://schemas.openxmlformats.org/officeDocument/2006/relationships/slideMaster" Target="/ppt/slideMasters/slideMaster1.xml" Id="R2d7e61cbc644443f" /><Relationship Type="http://schemas.openxmlformats.org/officeDocument/2006/relationships/notesMaster" Target="/ppt/notesMasters/notesMaster1.xml" Id="R2a0571a31991468b" /><Relationship Type="http://schemas.openxmlformats.org/officeDocument/2006/relationships/presProps" Target="/ppt/presProps.xml" Id="Rfbed74e7e5c64dbd" /><Relationship Type="http://schemas.openxmlformats.org/officeDocument/2006/relationships/tableStyles" Target="/ppt/tableStyles.xml" Id="R68c692784a474464" /><Relationship Type="http://schemas.openxmlformats.org/officeDocument/2006/relationships/slide" Target="/ppt/slides/slide1.xml" Id="Rfea824a5afbf4701" /><Relationship Type="http://schemas.openxmlformats.org/officeDocument/2006/relationships/slide" Target="/ppt/slides/slide2.xml" Id="Ra9841ef635494e96" /><Relationship Type="http://schemas.openxmlformats.org/officeDocument/2006/relationships/slide" Target="/ppt/slides/slide3.xml" Id="R97e6482ea3db4b0c" /><Relationship Type="http://schemas.openxmlformats.org/officeDocument/2006/relationships/slide" Target="/ppt/slides/slide4.xml" Id="Rdf2e501f04674b59" /><Relationship Type="http://schemas.openxmlformats.org/officeDocument/2006/relationships/slide" Target="/ppt/slides/slide5.xml" Id="Rbb282b57c31c4ddb" /><Relationship Type="http://schemas.openxmlformats.org/officeDocument/2006/relationships/slide" Target="/ppt/slides/slide6.xml" Id="R99570578a003466d" /><Relationship Type="http://schemas.openxmlformats.org/officeDocument/2006/relationships/slide" Target="/ppt/slides/slide7.xml" Id="R5feec7b2e64c4559" /><Relationship Type="http://schemas.openxmlformats.org/officeDocument/2006/relationships/slide" Target="/ppt/slides/slide8.xml" Id="R18446510c05540bd" /><Relationship Type="http://schemas.openxmlformats.org/officeDocument/2006/relationships/slide" Target="/ppt/slides/slide9.xml" Id="R174940c3c95f4bab" /><Relationship Type="http://schemas.openxmlformats.org/officeDocument/2006/relationships/slide" Target="/ppt/slides/slide10.xml" Id="Rf143655fcd1e4813" /><Relationship Type="http://schemas.openxmlformats.org/officeDocument/2006/relationships/slide" Target="/ppt/slides/slide11.xml" Id="Rfa4596fcb85e48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1de3b671bd42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2993ef641b4eb8" /><Relationship Type="http://schemas.openxmlformats.org/officeDocument/2006/relationships/notesMaster" Target="/ppt/notesMasters/notesMaster1.xml" Id="Rc908b04aa88f48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5068af77a94721" /><Relationship Type="http://schemas.openxmlformats.org/officeDocument/2006/relationships/notesMaster" Target="/ppt/notesMasters/notesMaster1.xml" Id="R9b90bb0eff5c4d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b0e86d27e94d3c" /><Relationship Type="http://schemas.openxmlformats.org/officeDocument/2006/relationships/notesMaster" Target="/ppt/notesMasters/notesMaster1.xml" Id="R65fe09f9295b41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3e40d269894246" /><Relationship Type="http://schemas.openxmlformats.org/officeDocument/2006/relationships/notesMaster" Target="/ppt/notesMasters/notesMaster1.xml" Id="Rddc859d9aea342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839e5cbb4b4df1" /><Relationship Type="http://schemas.openxmlformats.org/officeDocument/2006/relationships/notesMaster" Target="/ppt/notesMasters/notesMaster1.xml" Id="R379d0e72fc4441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b2d47669144521" /><Relationship Type="http://schemas.openxmlformats.org/officeDocument/2006/relationships/notesMaster" Target="/ppt/notesMasters/notesMaster1.xml" Id="Rf3df4ec0fe7942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0dbde4554e433a" /><Relationship Type="http://schemas.openxmlformats.org/officeDocument/2006/relationships/notesMaster" Target="/ppt/notesMasters/notesMaster1.xml" Id="Rdd057ba6e02042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ad4330b2c34650" /><Relationship Type="http://schemas.openxmlformats.org/officeDocument/2006/relationships/notesMaster" Target="/ppt/notesMasters/notesMaster1.xml" Id="Rc5b1d0b8a08946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54bf6a39b04755" /><Relationship Type="http://schemas.openxmlformats.org/officeDocument/2006/relationships/notesMaster" Target="/ppt/notesMasters/notesMaster1.xml" Id="R8e6b1daaff3540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acd387b4cb4d29" /><Relationship Type="http://schemas.openxmlformats.org/officeDocument/2006/relationships/notesMaster" Target="/ppt/notesMasters/notesMaster1.xml" Id="Rd388fa53cab24c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5c892e37ae4265" /><Relationship Type="http://schemas.openxmlformats.org/officeDocument/2006/relationships/notesMaster" Target="/ppt/notesMasters/notesMaster1.xml" Id="R528001456dc047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27b45018124b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0f3c8b394b49af" /><Relationship Type="http://schemas.openxmlformats.org/officeDocument/2006/relationships/slideLayout" Target="/ppt/slideLayouts/slideLayout1.xml" Id="R20576943557e41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576943557e41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61c76824241f9" /><Relationship Type="http://schemas.openxmlformats.org/officeDocument/2006/relationships/notesSlide" Target="/ppt/notesSlides/notesSlide1.xml" Id="Rcf2ccde5b0944f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0dc8a8d794ff0" /><Relationship Type="http://schemas.openxmlformats.org/officeDocument/2006/relationships/notesSlide" Target="/ppt/notesSlides/notesSlide2.xml" Id="R72619ff94d7c41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8445dff4e462a" /><Relationship Type="http://schemas.openxmlformats.org/officeDocument/2006/relationships/notesSlide" Target="/ppt/notesSlides/notesSlide3.xml" Id="R088c8d6f4d9e49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c600057a6c40ef" /><Relationship Type="http://schemas.openxmlformats.org/officeDocument/2006/relationships/notesSlide" Target="/ppt/notesSlides/notesSlide4.xml" Id="Rd81e01bfa79446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d3a50464a74ab9" /><Relationship Type="http://schemas.openxmlformats.org/officeDocument/2006/relationships/notesSlide" Target="/ppt/notesSlides/notesSlide5.xml" Id="R535aa97356434e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d5312acc844e4" /><Relationship Type="http://schemas.openxmlformats.org/officeDocument/2006/relationships/notesSlide" Target="/ppt/notesSlides/notesSlide6.xml" Id="Rc34ca46d1f684a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d30cb9d4940af" /><Relationship Type="http://schemas.openxmlformats.org/officeDocument/2006/relationships/notesSlide" Target="/ppt/notesSlides/notesSlide7.xml" Id="R149ab409b0924b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0ba1a03ba4f78" /><Relationship Type="http://schemas.openxmlformats.org/officeDocument/2006/relationships/notesSlide" Target="/ppt/notesSlides/notesSlide8.xml" Id="Re8cdb9d25a0f46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72fac058d46ca" /><Relationship Type="http://schemas.openxmlformats.org/officeDocument/2006/relationships/notesSlide" Target="/ppt/notesSlides/notesSlide9.xml" Id="Rea544459659447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54e8deca4453d" /><Relationship Type="http://schemas.openxmlformats.org/officeDocument/2006/relationships/notesSlide" Target="/ppt/notesSlides/notesSlide10.xml" Id="R85891ee584a84c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bc6acdd2b4fab" /><Relationship Type="http://schemas.openxmlformats.org/officeDocument/2006/relationships/notesSlide" Target="/ppt/notesSlides/notesSlide11.xml" Id="Rcef1db5cb74240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1D539EED-70E1-4540-867C-01552943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A60B4DF4-1B0B-48AD-A8C8-F0A8EDEF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F3C21325-2D73-43DF-BF6C-7F1D6C64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2C975E3E-CFEE-4765-9191-B38257A6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6385C555-5D4D-45DE-926F-759F5843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1E42A76-17F0-4200-8241-C52BD0A8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3531B7C-C83E-43BD-B853-BF41643B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3A80B7D-7E3D-4F45-8C20-AAD1B5F5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多模态感知与环境理解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C21CA9B-A439-4458-9B47-5BBB2CF6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讲清视觉、深度、激光雷达和状态估计如何共同形成可供决策使用的环境表示。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765F4E61-5CA4-422F-AA3F-4211B202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机器人要在真实环境中行动，必须先把相机、深度、惯性和激光雷达等不同传感器的信息变成可计算的环境描述。多模态感知的价值不在于传感器越多越好，而在于让不同信息互相补充、互相校验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C4A99AF-DFA2-4CBA-B30F-21EB82BB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766E7BFD-25AF-488E-AA8B-D84CA4C2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EM-003 · EM-003-S01</a:t>
            </a:r>
          </a:p>
        </p:txBody>
      </p:sp>
    </p:spTree>
    <p:extLst>
      <p:ext uri="{BB962C8B-B14F-4D97-AF65-F5344CB8AC3E}">
        <p14:creationId xmlns:p14="http://schemas.microsoft.com/office/powerpoint/2010/main" val="2868055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D6AA188-6AAA-4EFA-95F7-46E3AB41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751CF830-50D7-4FA8-8CE9-E0B05BE0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CB146A99-40B3-45D2-A869-47D425E0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435B6F4F-5C01-43FF-AAF7-B5C723A0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C370844D-2E5A-4015-BE83-5CA751C4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A4CCBB43-EE74-431D-BA34-E32A6441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说明相机、深度相机、激光雷达和本体状态分别提供什么信息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DCBD51DE-922D-492D-BBF6-D1318112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设计从传感器数据到目标、障碍和机器人状态的感知链路</a:t>
            </a:r>
          </a:p>
        </p:txBody>
      </p:sp>
    </p:spTree>
    <p:extLst>
      <p:ext uri="{BB962C8B-B14F-4D97-AF65-F5344CB8AC3E}">
        <p14:creationId xmlns:p14="http://schemas.microsoft.com/office/powerpoint/2010/main" val="2858811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0BA96C45-5BB6-4427-A50F-12E36A06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C4C00570-3359-4022-A65E-75513680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BE8B40F-3665-40B7-8381-8C07A42A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65312B9B-2C6A-4906-9144-095A1280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116B4AA8-E6DD-4F92-B07B-AE37DFAE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940E7D2-7E16-4DBD-B3D4-698B1A11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7B79D92-BE4F-4A38-83D8-93FC6CB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多模态感知：不同传感器看见不同世界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F3E9F31-5420-43C3-8345-9F23E2E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76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RGB 相机提供颜色与纹理，深度相机估计物体距离，IMU 记录加速度和角速度，激光雷达输出更大范围的空间点云。单一传感器通常无法同时满足语义、距离、动态和鲁棒性要求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0A04847-1906-4BDC-B56E-E2A18E53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F763B0D-EF65-49BB-99D3-50B4B4DE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选择传感器时应从任务出发：抓取关注近距离深度和细节，导航关注视场、量程与稳定性，动态交互还要关注帧率、延迟和运动畸变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8C30C8AA-189F-4C7F-A21A-4F86F727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4FE7EFA7-0CF4-45EE-933C-15758807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</p:spTree>
    <p:extLst>
      <p:ext uri="{BB962C8B-B14F-4D97-AF65-F5344CB8AC3E}">
        <p14:creationId xmlns:p14="http://schemas.microsoft.com/office/powerpoint/2010/main" val="9183973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4FA199B0-1E10-4C77-9F01-7698FE29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A9940BA9-7F7B-4623-B3C2-522F0D91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649AC77A-0961-4158-B74B-01ADE5C7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D435i 将 RGB-D 视觉与 IMU 结合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F1D9B16E-5185-4E0E-9690-CFED0CCF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BCBBE04E-E912-47A2-BB00-9FBC839B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C56A202-EBC5-4CAB-A03E-EA040D05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5A3DD87-092A-450C-A74F-A5CB10CB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深度相机：从图像获得空间距离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A5E7F29-F068-4271-868A-EA8AC514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D435i 将 RGB-D 视觉与 IMU 结合，可同时提供彩色图像、深度图和运动信息。双目立体、结构光与 ToF 都能测距，但它们在光照、纹理、量程和噪声方面具有不同特性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6DE56A7-87F8-4969-BB67-73192657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A035543-299A-44BC-9755-88C4366B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深度图不是天然可靠的真值。反光表面、无纹理区域、遮挡边缘和强光都会产生空洞或误差，因此需要检查有效距离、深度尺度、内参和深度与彩色图的对齐状态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5EA9BF9E-79A4-4004-A22F-4ADE74DB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9F596421-5DEA-4054-AF4A-0C315CA7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D435i 将 RGB-D 视觉与 IMU 结合</a:t>
            </a:r>
          </a:p>
        </p:txBody>
      </p:sp>
    </p:spTree>
    <p:extLst>
      <p:ext uri="{BB962C8B-B14F-4D97-AF65-F5344CB8AC3E}">
        <p14:creationId xmlns:p14="http://schemas.microsoft.com/office/powerpoint/2010/main" val="12691488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D971AD88-1D30-4181-BEF9-65EA4EFE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F5F39DA3-D57B-4C59-AA3F-EC289466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B79060C-6595-4263-87B4-A1CE8ED0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3EDB5789-EE62-49AC-9E18-533ED511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E8498011-B38F-4E8B-91D9-323E05D5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6A3B898-826A-4E34-92E8-1E8428FC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3ADBF75-A229-4AD8-B2A0-F379C0B8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激光雷达：用点云描述三维环境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33490D8-9172-4C9D-9B75-BF7A0F25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等激光雷达通过测量激光回波构建三维点云，适合环境建图、定位和障碍物检测。点云中的每个点只代表一次空间观测，仍需要滤波、坐标变换和时序组织才能进入下游任务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CDFA741-8943-4491-8ACC-D5422166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1A58A99-EBDE-4877-8640-0C2BF5A7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设备网络参数、驱动版本、扫描频率和安装姿态都会影响数据质量。接入后应先检查点云密度、盲区、漂移与运动时的形变，再讨论识别或建图效果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0E418006-DAC5-4146-B5FF-6A2E060E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37C89DDC-7ABF-44F6-A11D-FAE8F9AD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</p:spTree>
    <p:extLst>
      <p:ext uri="{BB962C8B-B14F-4D97-AF65-F5344CB8AC3E}">
        <p14:creationId xmlns:p14="http://schemas.microsoft.com/office/powerpoint/2010/main" val="11389991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790F9007-F297-44C3-8850-C526F808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E65B209D-80BB-43B3-95F3-BDD7069E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74970A21-4449-4363-AA4F-BFD8367F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F618B24B-1B1D-494B-AF93-0E7FAEB5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0DF9DF54-B70E-4D98-9C90-F9BC49D2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9920A68-2EEE-43F3-964F-F6D89882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EB6ED6E-8E76-4B8A-9EE7-B72F199E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坐标与时间：让多源数据对上同一现实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22CF044-3217-45D7-90D7-2266B5FA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相机、IMU、雷达和机器人本体各自拥有坐标系。外参标定给出这些坐标系之间的空间关系，时间同步则确保不同传感器描述的是同一时刻附近的环境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025E188-6549-4E4F-AAE1-C21DDF4F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1A818FB-2BB4-454D-8E49-3ED7B142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空间或时间对齐出现偏差时，点云会投到错误的图像位置，移动物体会产生重影，融合模型也会学习到错误对应关系。TF 树、时间戳和标定文件应作为系统配置的一部分被版本化和复核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B23677FE-BD43-4E3F-B0EC-6D9B513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211336D5-A057-4B62-9CC1-09E212D1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</a:t>
            </a:r>
          </a:p>
        </p:txBody>
      </p:sp>
    </p:spTree>
    <p:extLst>
      <p:ext uri="{BB962C8B-B14F-4D97-AF65-F5344CB8AC3E}">
        <p14:creationId xmlns:p14="http://schemas.microsoft.com/office/powerpoint/2010/main" val="16832138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93CF2717-5ECC-4E0C-8481-569E9AF0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6F2D6541-415A-4CDD-8A52-8C4060E8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611E138F-1943-4B05-896F-20E8D575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5BF872E-83B8-417B-A8CE-DA5DB497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30A3F3A-109C-4253-A3C2-2E44D220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84C5771-14E6-4CC2-981E-6363471A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79C7D19-E0DD-4FA9-BB49-CDDCA4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从仿真到真机：用 ROS 话题逐层验收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8C79694-F10C-45F3-9BB7-1C27DCAF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仿真环境可以先验证传感器挂载、坐标系、话题命名和可视化链路。通过 ROS2 话题列表、消息频率与 RViz 展示，可确认图像、深度、点云和 IMU 是否稳定发布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340DA50-3A30-4F8C-BB5D-8BF5648B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AC73444-BFE5-4DF8-B9F3-E6EA0234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真机接入应沿用同一检查顺序：设备可见、驱动启动、话题存在、频率合理、坐标正确、数据质量可接受。只有底层数据通过验收后，定位、建图与识别结果才具有解释价值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EBCEACD6-C789-4A10-8FD0-32B2AECD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4D02180D-3442-4E86-B509-42A85FF6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</p:spTree>
    <p:extLst>
      <p:ext uri="{BB962C8B-B14F-4D97-AF65-F5344CB8AC3E}">
        <p14:creationId xmlns:p14="http://schemas.microsoft.com/office/powerpoint/2010/main" val="13617765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4575C424-5F31-4DE8-ADC7-31181B73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A693496B-106F-455E-BEFF-28D51831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1C69B514-0C62-4CDB-9AFD-AFDD6317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必须分别记录延迟、丢帧、外参漂移和失效场景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E559A45-D89C-4405-89D5-1DE25BB4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46A1448B-55C5-4EBC-8820-4D1B1339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C285EE9-16E1-4260-AEEE-8A14046D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走廊导航的相机与雷达融合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F4A2717-2416-4B58-97AC-C063FC96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场景｜移动机器人要在光照变化、行人穿行的走廊中定位并避障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5B9D5C9-1B0F-4394-8A38-14D7D3B7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问题｜相机能识别人和标志，但弱纹理与光照变化会影响视觉；雷达测距稳定，却缺少物体语义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854A3CC-030C-4390-A222-1904D0B3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89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方法｜先校准相机、IMU 与雷达坐标和时间，再融合视觉语义与点云几何信息，分别监测各传感器的数据质量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9BAB1027-1853-43E1-8A1E-9A549280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5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结果｜系统同时获得可通行空间、障碍物距离和对象类别，并能在某一路数据下降时保留基本能力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289D0799-F579-4A16-AB93-D65B9D9B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边界｜必须分别记录延迟、丢帧、外参漂移和失效场景，不能只看一次 RViz 画面是否正常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F2E07655-8098-4F80-888A-D63DFBD5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95AD7050-AB6E-4495-A66E-9AA44A8F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必须分别记录延迟、丢帧、外参漂移和失效场景</a:t>
            </a:r>
          </a:p>
        </p:txBody>
      </p:sp>
    </p:spTree>
    <p:extLst>
      <p:ext uri="{BB962C8B-B14F-4D97-AF65-F5344CB8AC3E}">
        <p14:creationId xmlns:p14="http://schemas.microsoft.com/office/powerpoint/2010/main" val="19837319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09ED3ADF-319D-46A2-AD3C-C95305AD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C7EAB9BB-706F-49C3-99BB-E5A4A75C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503370A4-94E5-487C-8CDD-656B130E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多模态感知：一次可验收练习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ED57A60-C0EE-4B8D-A540-A07063BB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D9132D1D-15AF-4C2F-9DE6-833AB7DE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EM-003-S09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863752BC-D313-4DF9-8282-AFF39CB3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5DD256D2-BD26-4A08-BE52-3F00F8D60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C8112793-C0F4-46D7-8C4A-5846555D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为抓取、室内导航和室外巡检各选择一组传感器，并说明取舍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134E50C-BDE3-4347-AA68-E54BD6EE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61AEDCCC-BFE2-4B09-B452-73C21CA4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E7B1EC6-096D-4DCF-9E00-0408230B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B5A107D3-C65C-450B-89E2-8FE5C3E8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画出相机、IMU、雷达、机身和世界坐标系之间的 TF 关系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591181D-67CB-4BF7-82CC-EEC9AB8C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A5D27D76-DFB3-4FC7-B6AB-F4E58B85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13365813-F7D6-45CE-B806-E7B2AE57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098CB56C-9ADE-4A4E-819A-2339E4FD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设计一张 ROS2 感知链路验收表，包含话题、频率、时间戳、坐标和异常现象</a:t>
            </a:r>
          </a:p>
        </p:txBody>
      </p:sp>
    </p:spTree>
    <p:extLst>
      <p:ext uri="{BB962C8B-B14F-4D97-AF65-F5344CB8AC3E}">
        <p14:creationId xmlns:p14="http://schemas.microsoft.com/office/powerpoint/2010/main" val="19689564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D117703A-DCAB-4922-8918-69D2A8FD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0FD2698-9122-43FA-BCFC-DC1B4AAA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735899EC-0FA8-4D86-B70A-49B0B5BA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多模态感知：判断时先抓住三点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3542485-0BB4-4E03-A09E-8DB7C69D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87018438-0C81-48FD-A26A-365CB2BF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EM-003-S10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ECE70CA8-33A2-46FB-B38E-8CD980FA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A678AC21-7395-4D40-B559-0C770210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30496382-C908-4138-A2BC-64632910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CD0BDC6-9C30-456C-928A-74AFA1AF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6882F559-FC2E-4B64-A34F-0CE50E3B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77B8E565-D606-41BF-B147-1E7EDDCD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6107A597-58CD-4954-90D5-8B5A5567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0B660D01-AC8D-4CFA-A12A-8EAB5957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E06E025-EBBF-4624-8E16-A64BFAD4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CD418E3D-72C0-4ADC-8091-021A5B7E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939972EA-56C7-429D-B35C-CC45A35F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</p:spTree>
    <p:extLst>
      <p:ext uri="{BB962C8B-B14F-4D97-AF65-F5344CB8AC3E}">
        <p14:creationId xmlns:p14="http://schemas.microsoft.com/office/powerpoint/2010/main" val="6938863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36007D13-C7E3-4388-9D08-84FA294C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65A2905C-BDCF-4395-835D-EEBA59FB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01BCAAF4-0C70-479C-B9A1-48EBD8B0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多模态感知：依据、边界与延伸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3C09740A-948E-42C2-BBB8-C049467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EB5FD40E-C963-42C8-8715-B3563590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EM-003-S11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2A5B96A9-A95C-4F6B-998F-2D182C3A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EFE37FBC-3D5C-4E84-8C98-758C1A45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77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RealSense D435i 官方规格：核对双目深度、IMU、视场与工作范围；深度传感器与 RGB 传感器的快门类型不能混写。（核对日期：2026-07-12）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ECCC2033-7054-4E5E-8D67-0D778B49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2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RealSense 官方 ROS2 wrapper：核对话题、TF、外参、IMU 与 RGB-D 发布方式；课程使用迁移后的官方仓库。（核对日期：2026-07-12）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A11FF8C1-2D8D-4EF9-8AC6-2330F8DB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9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Livox Mid-360 官方规格：核对视场、点率、IMU 与同步能力；量程必须同时说明反射率和环境光条件。（核对日期：2026-07-12）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C9479E3A-FF01-444B-862C-0E831B94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2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Livox ROS Driver 2：核对 Mid-360 与 ROS2 支持；官方将该驱动定位为调试工具，量产系统仍需工程化验证。（核对日期：2026-07-12）</a:t>
            </a:r>
          </a:p>
        </p:txBody>
      </p:sp>
      <p:sp>
        <p:nvSpPr>
          <p:cNvPr id="11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16D902E2-1BE9-4834-9065-E7446556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163508B6-5D23-45AC-90D2-309DF59B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3923580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2026-07-11T16:55:45.4850000Z</dcterms:created>
  <dcterms:modified xsi:type="dcterms:W3CDTF">2026-07-11T16:55:45.4850000Z</dcterms:modified>
</coreProperties>
</file>