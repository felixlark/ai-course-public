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4a723409394d41" /><Relationship Type="http://schemas.openxmlformats.org/officeDocument/2006/relationships/extended-properties" Target="/docProps/app.xml" Id="Reab8de1f26dc4b52" /><Relationship Type="http://schemas.openxmlformats.org/officeDocument/2006/relationships/officeDocument" Target="/ppt/presentation.xml" Id="Rc77d04c5995945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7b42d1dc5d49f5"/>
  </p:sldMasterIdLst>
  <p:notesMasterIdLst>
    <p:notesMasterId xmlns:r="http://schemas.openxmlformats.org/officeDocument/2006/relationships" r:id="R814babb0d2af48fd"/>
  </p:notesMasterIdLst>
  <p:sldIdLst>
    <p:sldId xmlns:r="http://schemas.openxmlformats.org/officeDocument/2006/relationships" id="256" r:id="Rb77786ca16264bcc"/>
    <p:sldId xmlns:r="http://schemas.openxmlformats.org/officeDocument/2006/relationships" id="257" r:id="Ra88f5b2082ef46ef"/>
    <p:sldId xmlns:r="http://schemas.openxmlformats.org/officeDocument/2006/relationships" id="258" r:id="Rad730505b1e44706"/>
    <p:sldId xmlns:r="http://schemas.openxmlformats.org/officeDocument/2006/relationships" id="259" r:id="R490b4d81c57d4db8"/>
    <p:sldId xmlns:r="http://schemas.openxmlformats.org/officeDocument/2006/relationships" id="260" r:id="R85d604f5bc744ef2"/>
    <p:sldId xmlns:r="http://schemas.openxmlformats.org/officeDocument/2006/relationships" id="261" r:id="R154a10c6ea6b472f"/>
    <p:sldId xmlns:r="http://schemas.openxmlformats.org/officeDocument/2006/relationships" id="262" r:id="R1ba1f3533d5142c1"/>
    <p:sldId xmlns:r="http://schemas.openxmlformats.org/officeDocument/2006/relationships" id="263" r:id="R01baecf89b1a41e5"/>
    <p:sldId xmlns:r="http://schemas.openxmlformats.org/officeDocument/2006/relationships" id="264" r:id="Rb82424e37a0f4d1b"/>
    <p:sldId xmlns:r="http://schemas.openxmlformats.org/officeDocument/2006/relationships" id="265" r:id="R87df2135a49b4218"/>
    <p:sldId xmlns:r="http://schemas.openxmlformats.org/officeDocument/2006/relationships" id="266" r:id="Rf49a6e0228f749bd"/>
    <p:sldId xmlns:r="http://schemas.openxmlformats.org/officeDocument/2006/relationships" id="267" r:id="Rabeb99013d4c4d9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e8462fbf212458f" /><Relationship Type="http://schemas.openxmlformats.org/officeDocument/2006/relationships/slideMaster" Target="/ppt/slideMasters/slideMaster1.xml" Id="R3f7b42d1dc5d49f5" /><Relationship Type="http://schemas.openxmlformats.org/officeDocument/2006/relationships/notesMaster" Target="/ppt/notesMasters/notesMaster1.xml" Id="R814babb0d2af48fd" /><Relationship Type="http://schemas.openxmlformats.org/officeDocument/2006/relationships/presProps" Target="/ppt/presProps.xml" Id="Rd44f244429034176" /><Relationship Type="http://schemas.openxmlformats.org/officeDocument/2006/relationships/tableStyles" Target="/ppt/tableStyles.xml" Id="R208d1c5b4bb942e5" /><Relationship Type="http://schemas.openxmlformats.org/officeDocument/2006/relationships/slide" Target="/ppt/slides/slide1.xml" Id="Rb77786ca16264bcc" /><Relationship Type="http://schemas.openxmlformats.org/officeDocument/2006/relationships/slide" Target="/ppt/slides/slide2.xml" Id="Ra88f5b2082ef46ef" /><Relationship Type="http://schemas.openxmlformats.org/officeDocument/2006/relationships/slide" Target="/ppt/slides/slide3.xml" Id="Rad730505b1e44706" /><Relationship Type="http://schemas.openxmlformats.org/officeDocument/2006/relationships/slide" Target="/ppt/slides/slide4.xml" Id="R490b4d81c57d4db8" /><Relationship Type="http://schemas.openxmlformats.org/officeDocument/2006/relationships/slide" Target="/ppt/slides/slide5.xml" Id="R85d604f5bc744ef2" /><Relationship Type="http://schemas.openxmlformats.org/officeDocument/2006/relationships/slide" Target="/ppt/slides/slide6.xml" Id="R154a10c6ea6b472f" /><Relationship Type="http://schemas.openxmlformats.org/officeDocument/2006/relationships/slide" Target="/ppt/slides/slide7.xml" Id="R1ba1f3533d5142c1" /><Relationship Type="http://schemas.openxmlformats.org/officeDocument/2006/relationships/slide" Target="/ppt/slides/slide8.xml" Id="R01baecf89b1a41e5" /><Relationship Type="http://schemas.openxmlformats.org/officeDocument/2006/relationships/slide" Target="/ppt/slides/slide9.xml" Id="Rb82424e37a0f4d1b" /><Relationship Type="http://schemas.openxmlformats.org/officeDocument/2006/relationships/slide" Target="/ppt/slides/slide10.xml" Id="R87df2135a49b4218" /><Relationship Type="http://schemas.openxmlformats.org/officeDocument/2006/relationships/slide" Target="/ppt/slides/slide11.xml" Id="Rf49a6e0228f749bd" /><Relationship Type="http://schemas.openxmlformats.org/officeDocument/2006/relationships/slide" Target="/ppt/slides/slide12.xml" Id="Rabeb99013d4c4d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4f7b353d97249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693e6df3b9498c" /><Relationship Type="http://schemas.openxmlformats.org/officeDocument/2006/relationships/notesMaster" Target="/ppt/notesMasters/notesMaster1.xml" Id="R1138577d9de041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11518b93824776" /><Relationship Type="http://schemas.openxmlformats.org/officeDocument/2006/relationships/notesMaster" Target="/ppt/notesMasters/notesMaster1.xml" Id="R2bbcf060c06249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62ddebfa8d4171" /><Relationship Type="http://schemas.openxmlformats.org/officeDocument/2006/relationships/notesMaster" Target="/ppt/notesMasters/notesMaster1.xml" Id="R4e887d22daf04e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b9cd7942a24d3a" /><Relationship Type="http://schemas.openxmlformats.org/officeDocument/2006/relationships/notesMaster" Target="/ppt/notesMasters/notesMaster1.xml" Id="R7a830d6cb01b4ea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92035d5aab4fe1" /><Relationship Type="http://schemas.openxmlformats.org/officeDocument/2006/relationships/notesMaster" Target="/ppt/notesMasters/notesMaster1.xml" Id="R7446266c186e4f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7626558a034ca8" /><Relationship Type="http://schemas.openxmlformats.org/officeDocument/2006/relationships/notesMaster" Target="/ppt/notesMasters/notesMaster1.xml" Id="R03fd9066f28d4ca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efcb1ae7614cc6" /><Relationship Type="http://schemas.openxmlformats.org/officeDocument/2006/relationships/notesMaster" Target="/ppt/notesMasters/notesMaster1.xml" Id="R084ba96a98d34f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f21dbd7c46497f" /><Relationship Type="http://schemas.openxmlformats.org/officeDocument/2006/relationships/notesMaster" Target="/ppt/notesMasters/notesMaster1.xml" Id="Reb1fb30782dd43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a5b145839404f3e" /><Relationship Type="http://schemas.openxmlformats.org/officeDocument/2006/relationships/notesMaster" Target="/ppt/notesMasters/notesMaster1.xml" Id="R6bba5b7166384c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e0dbf3ce7a46d7" /><Relationship Type="http://schemas.openxmlformats.org/officeDocument/2006/relationships/notesMaster" Target="/ppt/notesMasters/notesMaster1.xml" Id="R29b3878016d846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69578a6b4a145e2" /><Relationship Type="http://schemas.openxmlformats.org/officeDocument/2006/relationships/notesMaster" Target="/ppt/notesMasters/notesMaster1.xml" Id="R4e83ce6af5944d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f9d174390e4212" /><Relationship Type="http://schemas.openxmlformats.org/officeDocument/2006/relationships/notesMaster" Target="/ppt/notesMasters/notesMaster1.xml" Id="R3854c7a734cc4b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cb55a9ec5342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96898668594fe8" /><Relationship Type="http://schemas.openxmlformats.org/officeDocument/2006/relationships/slideLayout" Target="/ppt/slideLayouts/slideLayout1.xml" Id="R6f025058b16c444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025058b16c44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3c009d75e494b" /><Relationship Type="http://schemas.openxmlformats.org/officeDocument/2006/relationships/notesSlide" Target="/ppt/notesSlides/notesSlide1.xml" Id="R4b036648393c47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88459b07545d6" /><Relationship Type="http://schemas.openxmlformats.org/officeDocument/2006/relationships/notesSlide" Target="/ppt/notesSlides/notesSlide2.xml" Id="Rdce5bda0d15141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7c867dfb154c30" /><Relationship Type="http://schemas.openxmlformats.org/officeDocument/2006/relationships/notesSlide" Target="/ppt/notesSlides/notesSlide3.xml" Id="R2d0a8c511e9a42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4bd8da8e64e5c" /><Relationship Type="http://schemas.openxmlformats.org/officeDocument/2006/relationships/notesSlide" Target="/ppt/notesSlides/notesSlide4.xml" Id="R7bc698d5ac7c47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a35dba12364628" /><Relationship Type="http://schemas.openxmlformats.org/officeDocument/2006/relationships/notesSlide" Target="/ppt/notesSlides/notesSlide5.xml" Id="Rf8c61147e88f49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ac0ed6a7174bee" /><Relationship Type="http://schemas.openxmlformats.org/officeDocument/2006/relationships/notesSlide" Target="/ppt/notesSlides/notesSlide6.xml" Id="Reb8e31a50bd547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ce31a5340446cc" /><Relationship Type="http://schemas.openxmlformats.org/officeDocument/2006/relationships/notesSlide" Target="/ppt/notesSlides/notesSlide7.xml" Id="R1338ebe3a3084e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47fa396b6d4eaf" /><Relationship Type="http://schemas.openxmlformats.org/officeDocument/2006/relationships/notesSlide" Target="/ppt/notesSlides/notesSlide8.xml" Id="R1dd3f3aa4aad43a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01cdad0a2444f8" /><Relationship Type="http://schemas.openxmlformats.org/officeDocument/2006/relationships/notesSlide" Target="/ppt/notesSlides/notesSlide9.xml" Id="R8f76ddabb46e4f0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dc61c7fb14907" /><Relationship Type="http://schemas.openxmlformats.org/officeDocument/2006/relationships/notesSlide" Target="/ppt/notesSlides/notesSlide10.xml" Id="R5a43950a4d03412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5fe123cf334358" /><Relationship Type="http://schemas.openxmlformats.org/officeDocument/2006/relationships/notesSlide" Target="/ppt/notesSlides/notesSlide11.xml" Id="Rc2538b3aaa5d43a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5bbd051a3475c" /><Relationship Type="http://schemas.openxmlformats.org/officeDocument/2006/relationships/notesSlide" Target="/ppt/notesSlides/notesSlide12.xml" Id="R18c0f03619d0425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52BF9CF8-6FAA-4DA0-9F5A-F5C275E0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6B088163-21CE-4A13-A661-C93624AB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6D38F79E-A42E-42C1-8ED8-E66F0C74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352BE2BF-3042-4952-A1C5-55B1606E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9123DC6B-06CC-49FC-B5F7-13773CE1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9D46CB26-BC7E-4D18-96FA-BB53AC34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9C16AF86-4484-4B66-855B-CFDC4FA2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6B0B2BB9-565D-416D-8147-FF1BCC7C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多智能体协作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FB6EB08-563C-4265-A784-762C2E007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用角色、交接、共享状态、冲突处理和整体验收理解多智能体系统。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B42375F0-206B-418C-8960-BBE48DDEE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当一个任务同时包含检索、分析、实现、测试和审阅时；把工作分给多个智能体似乎很自然；并行确实可能缩短时间；专业角色也可能提高局部质量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3CFDA47F-77A1-4511-B39D-D7ECDD3D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1D110061-E0CA-4275-8655-7366505F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AG-003 · AG-003-S01</a:t>
            </a:r>
          </a:p>
        </p:txBody>
      </p:sp>
    </p:spTree>
    <p:extLst>
      <p:ext uri="{BB962C8B-B14F-4D97-AF65-F5344CB8AC3E}">
        <p14:creationId xmlns:p14="http://schemas.microsoft.com/office/powerpoint/2010/main" val="2320506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CCEA6878-E8D3-4105-91DA-F3C8F1B9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C2061D56-178E-4D17-B630-805A9DD4D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8987AAF8-321F-4278-90CE-0870CE35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多智能体协作：4项学习结果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66D3DC86-A1AF-4CAB-BAED-F45BA147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B7DD0BCC-7331-4101-80ED-6156A8294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F3E2DBAA-E0F2-4A1B-B598-AD2D15F7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根据任务独立性、专业差异、时效和合并成本，判断是否应拆成多个智能体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5553DB64-9CA7-483F-89D3-267780AE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为协作系统定义角色职责、共享状态、交接契约和最终责任人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210E1034-57DE-41C9-BAD6-D176CE26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分析并行执行带来的费用、延迟、上下文重复与故障传播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63F78ADC-459C-4510-B9D0-AF81D3F1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在低置信度、角色冲突和高影响动作处设计人机协作检查点</a:t>
            </a:r>
          </a:p>
        </p:txBody>
      </p:sp>
    </p:spTree>
    <p:extLst>
      <p:ext uri="{BB962C8B-B14F-4D97-AF65-F5344CB8AC3E}">
        <p14:creationId xmlns:p14="http://schemas.microsoft.com/office/powerpoint/2010/main" val="3123874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9C767A09-7340-4E43-9172-9F5E1828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7093CDE4-1D6F-40A4-B8D8-B570927B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083EF1D8-0077-4021-B820-8D585107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可独立推进又需要合并的任务才值得拆分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296329C7-1324-47DE-8373-76330C0C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E6E5ABC2-C7C5-403D-90BB-FFFCB45B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5FD29E5-3DF8-4089-83CF-0D2EAD9D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9FE58E5-55AD-4331-93E3-8FE0C9DF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何时值得拆分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D16E806-A944-4850-8E79-A7FF9384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多智能体适合以下情况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E20CE18-0516-4FFE-ABB4-A48E2593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FB603413-C53A-4C97-8CD5-0D3E249C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何时不应拆分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6C0D000-09F8-4EA4-B019-4293A732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以下任务更适合单智能体或确定性工作流；任务很短，步骤强依赖且必须严格串行；共享状态每一步都在变化；最终产物需要持续保持统一文风或同一设计判断；错误成本很高而又缺少统一审阅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3A0A817C-7DD4-4EBA-B59D-D19D96D04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57AEF520-F32C-4124-9D38-009E763C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可独立推进又需要合并的任务才值得拆分</a:t>
            </a:r>
          </a:p>
        </p:txBody>
      </p:sp>
    </p:spTree>
    <p:extLst>
      <p:ext uri="{BB962C8B-B14F-4D97-AF65-F5344CB8AC3E}">
        <p14:creationId xmlns:p14="http://schemas.microsoft.com/office/powerpoint/2010/main" val="5048810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87733C54-291F-4749-8346-8F4F232A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8E005D75-A66B-415F-A31B-05D585367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F712A6B0-F650-4619-950B-7DE6E1B2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角色责任与共享状态共同决定协作质量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43110DBD-CEAF-45F6-BB93-C5DE3118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D2719D87-4840-45F9-9232-A5CAA733E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6185312C-2C5C-40D7-BC9F-AA95E15B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359FEC4-C6B2-4388-989D-4CAB8E60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角色：按责任设计，而不是按人物命名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6DF09F0-8CEF-477C-94FF-8AD3CB9A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角色定义至少包含六项：目标、输入、允许使用的工具、输出格式、验收标准和禁止事项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DB8F81F-2852-4897-88D2-69AEFB07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C849037E-43F6-49EA-B3FA-BAB9053C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共享状态：只共享协作所需的最小事实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3C37549-53CE-4266-AAD7-24A5009B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协作系统需要一份权威状态；记录任务目标、子任务、负责人、状态、输入版本、产物位置、证据、阻塞和依赖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D87E2CDC-BB45-4DCA-824B-24E52B9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F2F41F3A-DC69-406B-943B-CF7E433B3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角色责任与共享状态共同决定协作质量</a:t>
            </a:r>
          </a:p>
        </p:txBody>
      </p:sp>
    </p:spTree>
    <p:extLst>
      <p:ext uri="{BB962C8B-B14F-4D97-AF65-F5344CB8AC3E}">
        <p14:creationId xmlns:p14="http://schemas.microsoft.com/office/powerpoint/2010/main" val="14159073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A1354A74-3454-4E80-97BD-C9210D58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7623B746-E8B3-4C53-A909-7C7605D1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C1F30BB2-2A54-41C4-BD61-68B08734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合格交接必须带上证据、阻塞与下一步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5CED7B7B-B587-4748-9784-B99321247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AC5F7D83-52E3-4BF0-8E7E-A3DF7F16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7F39D82-AF87-4EF3-B09B-EB7A7ADA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8DA83DF-DA23-4F1C-8B17-89DD0E59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交接：让接收者无需猜测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34D298A-6BA9-4F82-B3AB-11124BA1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一次合格交接应包含：完成了什么、依据是什么、产物在哪里、哪些假设已验证、哪些问题未解决、对下游有什么影响、建议下一步是什么。接收者应确认输入版本和验收条件，而不是只回复“收到”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DAD6DF0-359D-4CFF-A3D7-B75E5330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33D2437-51FD-43B4-B616-99D04D64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如果两个组织或系统之间通过 A2A 一类协议协作，协议可以帮助发现对方能力、传递任务和更新状态；但业务层仍要定义数据可见范围、身份信任、责任归属和失败处理。通信协议不能替代治理规则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58901E4F-B134-4B18-BDCE-EFBA7662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B373420F-4B09-4823-B079-80E5FE965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合格交接必须带上证据、阻塞与下一步</a:t>
            </a:r>
          </a:p>
        </p:txBody>
      </p:sp>
    </p:spTree>
    <p:extLst>
      <p:ext uri="{BB962C8B-B14F-4D97-AF65-F5344CB8AC3E}">
        <p14:creationId xmlns:p14="http://schemas.microsoft.com/office/powerpoint/2010/main" val="11046728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5E901492-EB60-4275-BCCE-FAC87B94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8A18BF43-61AB-485F-A29A-EC1170BB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96BFEF25-DDEB-42CE-B1B7-FE407A63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多个角色可能各自给出正确但互不兼容的结果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E077B4BB-4D7B-4C19-BDE2-60B84AD4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91E5A3D6-2E8C-4D73-9C42-818471916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589CDCB-6DF7-44CB-A2D3-9F1751CFA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D7C4208-605F-42DC-AF69-A8A17079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合并与冲突：局部正确不等于整体可用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030DF26-9674-41BF-83F0-5F2BC91F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多个角色可能各自给出正确但互不兼容的结果；冲突应按预先定义的优先级处理；事实问题回到来源，功能问题回到测试；范围问题回到目标和约束；高风险决策交给责任人；不能简单采用“多数票”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49B79CA-2D11-45D9-A683-85BE29A0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2951F86-1491-460C-87C9-BEE223B7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整合者要运行端到端验收，检查接口、术语、数据版本和整体目标。一个模块通过自己的测试，并不证明整个系统完成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8EDF8276-F00F-484D-9798-F49642280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25525A45-86C2-49B2-909B-DB1F0E0D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多个角色可能各自给出正确但互不兼容的结果</a:t>
            </a:r>
          </a:p>
        </p:txBody>
      </p:sp>
    </p:spTree>
    <p:extLst>
      <p:ext uri="{BB962C8B-B14F-4D97-AF65-F5344CB8AC3E}">
        <p14:creationId xmlns:p14="http://schemas.microsoft.com/office/powerpoint/2010/main" val="19337874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36ED295B-0B1C-411C-B34B-7D263032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6FBC2A6D-5E9C-416E-9978-CCFCF113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5479A437-8154-4630-90B5-303587CC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成本与故障传播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A7E51F92-FD45-4AD7-A951-DE87FCF5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CD39119E-34E2-434D-8CDA-E7102F6F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45E15B3-93E6-42A7-8D8E-0CB227D1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A046262-CFF4-4FD1-9199-ED998BEF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成本与故障传播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49617082-FE22-4BFB-B784-8DA2E1FB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多智能体成本包括模型调用费用、重复加载上下文、工具竞争、通信等待、合并和复核。并行任务还可能争用同一文件、数据库锁或速率额度，导致看似独立的工作相互影响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06DDE55-94AF-484C-86F4-FB027537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17754F2-6960-49C7-8611-F0AFF83A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故障会沿依赖传播，研究角色引用了错误数据；分析和写作角色都可能在错误基础上继续；协调者标错状态，整合者会遗漏未完成项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BAAE3D45-7C1B-44B4-9D4E-B8224508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3CDAD593-AFC7-4166-AAEB-82EB751A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成本与故障传播</a:t>
            </a:r>
          </a:p>
        </p:txBody>
      </p:sp>
    </p:spTree>
    <p:extLst>
      <p:ext uri="{BB962C8B-B14F-4D97-AF65-F5344CB8AC3E}">
        <p14:creationId xmlns:p14="http://schemas.microsoft.com/office/powerpoint/2010/main" val="7344066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AC2737F6-62FD-4479-88A4-BF2637FA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505C63EB-1E07-484B-BA1F-94CF21C1F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2FEFCD2E-EB1C-4CA1-B394-E95735CE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人工应集中在目标、冲突与高风险判断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B0740F0D-0AF2-4EA0-8EE2-7AF2F988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C12F61B2-B6A7-4B4F-B853-4F95B5E33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801E336-5C30-4F1E-A107-B6543971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6226887D-9009-481A-940F-387C22E1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人机协作：人不是最后一道万能保险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CE44152-AA56-4557-81DA-00CD59E2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人应被安排在判断价值最高的位置；而不是在任务结束后被迫通读全部记录；适合人工介入的节点包括，目标和范围仍有多种解释；两个角色给出冲突结论；系统将执行外发、删除、授权等高影响动作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D7D143B-98F3-4BB3-9FBC-6EA6F2CD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EBE3EF6-8146-4DB0-952F-813AA984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人工决定也应写回共享状态，包括决定、理由、适用范围和时间。否则其他智能体可能重复提交同一问题，或把一次例外误当成永久规则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59B2DB8E-BB84-42A6-A2C5-BC798A36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CA6B9A50-FFC9-43E3-9F44-FB10B0F1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人工应集中在目标、冲突与高风险判断</a:t>
            </a:r>
          </a:p>
        </p:txBody>
      </p:sp>
    </p:spTree>
    <p:extLst>
      <p:ext uri="{BB962C8B-B14F-4D97-AF65-F5344CB8AC3E}">
        <p14:creationId xmlns:p14="http://schemas.microsoft.com/office/powerpoint/2010/main" val="18742300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0772B381-DC1E-46CE-A772-2A064C43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9C4CA37E-8A05-4011-B333-8249BACB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2F855107-E97A-47B6-B07D-8C1A16DF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共享指标决定多智能体结果能否合并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4E6B4808-4E37-4E01-AA33-470D1DAE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7F601639-6D4B-4EC3-A003-A8F61CFE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1318C648-1FFA-4839-99C9-1E826BC4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是否用多智能体完成一份行业调研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90505CC3-8DB5-42F8-88FA-CFE34314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结果｜任务要求在一天内比较三个行业的 AI 应用，形成同一指标体系下的报告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296E7BAB-78D5-486A-A594-4076A6A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方法｜合理拆分方式是：协调者先统一研究问题、时间范围和证据标准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890CA103-6390-4474-8E85-C8C13916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机制｜三个研究角色分别处理一个行业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C717DE60-5918-405C-BD82-F6CDA230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机制｜审阅者核对关键来源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96090E86-FA3C-4795-85B9-90415764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启示｜整合者统一术语和比较表</a:t>
            </a:r>
          </a:p>
        </p:txBody>
      </p:sp>
      <p:sp>
        <p:nvSpPr>
          <p:cNvPr id="12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0C4172A9-1983-4312-A4CD-814B1BB4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9-takeaway">
            <a:extLst xmlns:a="http://schemas.openxmlformats.org/drawingml/2006/main">
              <a:ext uri="{FF2B5EF4-FFF2-40B4-BE49-F238E27FC236}">
                <a16:creationId xmlns:a16="http://schemas.microsoft.com/office/drawing/2014/main" id="{390F3FC8-C483-4A12-A1E4-F68FFFFE6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共享指标决定多智能体结果能否合并</a:t>
            </a:r>
          </a:p>
        </p:txBody>
      </p:sp>
    </p:spTree>
    <p:extLst>
      <p:ext uri="{BB962C8B-B14F-4D97-AF65-F5344CB8AC3E}">
        <p14:creationId xmlns:p14="http://schemas.microsoft.com/office/powerpoint/2010/main" val="7416908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7CDB37F3-ECB9-4CB0-9DBA-1308D608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594BA76B-FF6B-447D-994C-90F91D0F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FF725665-0ED5-4F52-91CC-261FE1FE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多智能体协作：一次可验收练习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E0EE304B-EE5C-4281-AA01-39D5B791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43F084E0-A114-4320-9020-331F6F57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2A7479FA-6771-4C59-81DC-33D3A5F2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EB38649A-548F-4E35-98A4-9F2CACEC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7EE4628C-1381-4CEE-8548-DE8649F2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选择“发布一份月度数据简报”任务，完成以下设计；先写一段论证，说明任务哪些部分值得并行、哪些部分必须串行；如果决定不拆，也要给出成本理由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B4A6F457-EEE3-4FB9-8EB7-5F821285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CF195665-76EB-4903-A34A-AFD48BDE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A9125940-B602-4950-A8D7-BAA9F01D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D5BA5E48-42E9-4BDE-A97D-F1E115B8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定义协调者、数据执行者、文字执行者、审阅者和整合者的输入、输出、工具权限与退出条件；设计一张共享状态表，至少包含任务编号、输入版本、状态、产物、证据、阻塞和下游依赖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869599A1-CDC2-4286-B2E5-51CDA943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91B61C5D-A4BE-46FE-94AE-90A9118E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50794A06-7A68-4466-BEE9-C743C151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6809733A-F882-4D96-ADDF-E6A791C7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写出一次交接示例，并模拟“数据版本更新”和“两个角色结论冲突”两种故障；指定至少两个人工介入点，说明触发条件、审核人和审核后的恢复步骤</a:t>
            </a:r>
          </a:p>
        </p:txBody>
      </p:sp>
    </p:spTree>
    <p:extLst>
      <p:ext uri="{BB962C8B-B14F-4D97-AF65-F5344CB8AC3E}">
        <p14:creationId xmlns:p14="http://schemas.microsoft.com/office/powerpoint/2010/main" val="6694762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8ECB416E-8513-43CE-A2FB-5A3E24D3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B0A9D73C-4DEA-4A7D-BAC2-D3B32CE6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5552CD9F-3D8C-4AF7-A8CF-ACD65F0A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多智能体协作：判断时先抓住三点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46908F47-8BD1-4353-9713-F3B3863B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9CE1D2D7-8361-46D3-98CB-D3FF5019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E60A11B7-D354-4CB7-8B87-E71BB69E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CEB67531-DC48-4760-AD1A-0BD44B07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BFCB3BDA-E409-4942-8C9E-9111B2C5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可独立推进又需要合并的任务才值得拆分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31540F05-0BD5-4FFC-84DF-A5B8DE72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DBFC93F7-EDD8-4991-B501-1F963BF4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A26890D6-002E-4583-B248-26287173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1769A89A-04BD-44C5-BB36-0253AA22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合格交接必须带上证据、阻塞与下一步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2B12CE4F-104E-41DB-B142-8447CD8A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CD0CB120-1DB9-420E-B558-B214D654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0A4154D2-306A-4454-B141-E364B135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A31E3083-7EAC-425B-83E8-948FFD56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人工应集中在目标、冲突与高风险判断</a:t>
            </a:r>
          </a:p>
        </p:txBody>
      </p:sp>
    </p:spTree>
    <p:extLst>
      <p:ext uri="{BB962C8B-B14F-4D97-AF65-F5344CB8AC3E}">
        <p14:creationId xmlns:p14="http://schemas.microsoft.com/office/powerpoint/2010/main" val="3124500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699ADB3A-8114-4127-8B59-19F4CA930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BF772DA3-4FF8-495B-A493-36694177B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3A7ADA82-4CF2-4E99-8D7B-E16C063F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多智能体协作：依据、边界与延伸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64E7F268-8B1F-4B74-9DDA-434092CE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5907A580-E74D-412A-8018-446CF27B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AG-003 · AG-003-S12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29488CA5-8C7B-4CE2-B776-A2038468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1705C80-A1CA-4B30-BDA3-96D28010B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Developer’s Guide to AI Agent Protocols：Google 对 A2A、MCP 等协议分工与使用场景的官方说明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6492FFE7-2DA5-46A2-A646-D5E9E29F8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560F2A66-5A74-4F08-BA83-351BA8FE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8164467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2026-07-12T03:31:49.8880000Z</dcterms:created>
  <dcterms:modified xsi:type="dcterms:W3CDTF">2026-07-12T03:31:49.8880000Z</dcterms:modified>
</coreProperties>
</file>