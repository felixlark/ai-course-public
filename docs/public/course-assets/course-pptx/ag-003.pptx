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9a1a73db2c64ec2" /><Relationship Type="http://schemas.openxmlformats.org/officeDocument/2006/relationships/extended-properties" Target="/docProps/app.xml" Id="R737389e27ca847f3" /><Relationship Type="http://schemas.openxmlformats.org/officeDocument/2006/relationships/officeDocument" Target="/ppt/presentation.xml" Id="Rd384f986473a4c3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482f9d32954d5d"/>
  </p:sldMasterIdLst>
  <p:notesMasterIdLst>
    <p:notesMasterId xmlns:r="http://schemas.openxmlformats.org/officeDocument/2006/relationships" r:id="R77b4cfda317446c3"/>
  </p:notesMasterIdLst>
  <p:sldIdLst>
    <p:sldId xmlns:r="http://schemas.openxmlformats.org/officeDocument/2006/relationships" id="256" r:id="R10b1bd15462a45b0"/>
    <p:sldId xmlns:r="http://schemas.openxmlformats.org/officeDocument/2006/relationships" id="257" r:id="Rfe7dc65854444deb"/>
    <p:sldId xmlns:r="http://schemas.openxmlformats.org/officeDocument/2006/relationships" id="258" r:id="R8b5bb7da6c6b450c"/>
    <p:sldId xmlns:r="http://schemas.openxmlformats.org/officeDocument/2006/relationships" id="259" r:id="Red36d45472194a5a"/>
    <p:sldId xmlns:r="http://schemas.openxmlformats.org/officeDocument/2006/relationships" id="260" r:id="R37a8838219424265"/>
    <p:sldId xmlns:r="http://schemas.openxmlformats.org/officeDocument/2006/relationships" id="261" r:id="R2fc1a7bd1d894c6e"/>
    <p:sldId xmlns:r="http://schemas.openxmlformats.org/officeDocument/2006/relationships" id="262" r:id="Ra924960b93ee4ee8"/>
    <p:sldId xmlns:r="http://schemas.openxmlformats.org/officeDocument/2006/relationships" id="263" r:id="Rf778d3c7fbbd4536"/>
    <p:sldId xmlns:r="http://schemas.openxmlformats.org/officeDocument/2006/relationships" id="264" r:id="Rb86a3f45004644a0"/>
    <p:sldId xmlns:r="http://schemas.openxmlformats.org/officeDocument/2006/relationships" id="265" r:id="Rc69fd75c71b0458e"/>
    <p:sldId xmlns:r="http://schemas.openxmlformats.org/officeDocument/2006/relationships" id="266" r:id="Rd85652c0fd434569"/>
    <p:sldId xmlns:r="http://schemas.openxmlformats.org/officeDocument/2006/relationships" id="267" r:id="R2dd7dce8e67e446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801c245775f45b2" /><Relationship Type="http://schemas.openxmlformats.org/officeDocument/2006/relationships/slideMaster" Target="/ppt/slideMasters/slideMaster1.xml" Id="Rf2482f9d32954d5d" /><Relationship Type="http://schemas.openxmlformats.org/officeDocument/2006/relationships/notesMaster" Target="/ppt/notesMasters/notesMaster1.xml" Id="R77b4cfda317446c3" /><Relationship Type="http://schemas.openxmlformats.org/officeDocument/2006/relationships/presProps" Target="/ppt/presProps.xml" Id="R138524e07b794e3d" /><Relationship Type="http://schemas.openxmlformats.org/officeDocument/2006/relationships/tableStyles" Target="/ppt/tableStyles.xml" Id="Rbeececc1fab44f53" /><Relationship Type="http://schemas.openxmlformats.org/officeDocument/2006/relationships/slide" Target="/ppt/slides/slide1.xml" Id="R10b1bd15462a45b0" /><Relationship Type="http://schemas.openxmlformats.org/officeDocument/2006/relationships/slide" Target="/ppt/slides/slide2.xml" Id="Rfe7dc65854444deb" /><Relationship Type="http://schemas.openxmlformats.org/officeDocument/2006/relationships/slide" Target="/ppt/slides/slide3.xml" Id="R8b5bb7da6c6b450c" /><Relationship Type="http://schemas.openxmlformats.org/officeDocument/2006/relationships/slide" Target="/ppt/slides/slide4.xml" Id="Red36d45472194a5a" /><Relationship Type="http://schemas.openxmlformats.org/officeDocument/2006/relationships/slide" Target="/ppt/slides/slide5.xml" Id="R37a8838219424265" /><Relationship Type="http://schemas.openxmlformats.org/officeDocument/2006/relationships/slide" Target="/ppt/slides/slide6.xml" Id="R2fc1a7bd1d894c6e" /><Relationship Type="http://schemas.openxmlformats.org/officeDocument/2006/relationships/slide" Target="/ppt/slides/slide7.xml" Id="Ra924960b93ee4ee8" /><Relationship Type="http://schemas.openxmlformats.org/officeDocument/2006/relationships/slide" Target="/ppt/slides/slide8.xml" Id="Rf778d3c7fbbd4536" /><Relationship Type="http://schemas.openxmlformats.org/officeDocument/2006/relationships/slide" Target="/ppt/slides/slide9.xml" Id="Rb86a3f45004644a0" /><Relationship Type="http://schemas.openxmlformats.org/officeDocument/2006/relationships/slide" Target="/ppt/slides/slide10.xml" Id="Rc69fd75c71b0458e" /><Relationship Type="http://schemas.openxmlformats.org/officeDocument/2006/relationships/slide" Target="/ppt/slides/slide11.xml" Id="Rd85652c0fd434569" /><Relationship Type="http://schemas.openxmlformats.org/officeDocument/2006/relationships/slide" Target="/ppt/slides/slide12.xml" Id="R2dd7dce8e67e446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a76726cdcc640d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88704dbbd764ba4" /><Relationship Type="http://schemas.openxmlformats.org/officeDocument/2006/relationships/notesMaster" Target="/ppt/notesMasters/notesMaster1.xml" Id="Rdfec18a9049d4e5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89bbb25c6bd43fb" /><Relationship Type="http://schemas.openxmlformats.org/officeDocument/2006/relationships/notesMaster" Target="/ppt/notesMasters/notesMaster1.xml" Id="R60b2556928c741a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efaa59c60d34fd0" /><Relationship Type="http://schemas.openxmlformats.org/officeDocument/2006/relationships/notesMaster" Target="/ppt/notesMasters/notesMaster1.xml" Id="R101c9333b51a489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6b923a210294325" /><Relationship Type="http://schemas.openxmlformats.org/officeDocument/2006/relationships/notesMaster" Target="/ppt/notesMasters/notesMaster1.xml" Id="Rcc9e7ded1b3a422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045b798aa684c58" /><Relationship Type="http://schemas.openxmlformats.org/officeDocument/2006/relationships/notesMaster" Target="/ppt/notesMasters/notesMaster1.xml" Id="R4b92a7bad43e49d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ec3bc20d9af469c" /><Relationship Type="http://schemas.openxmlformats.org/officeDocument/2006/relationships/notesMaster" Target="/ppt/notesMasters/notesMaster1.xml" Id="R9fbd992aef59480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89de9ac1338401d" /><Relationship Type="http://schemas.openxmlformats.org/officeDocument/2006/relationships/notesMaster" Target="/ppt/notesMasters/notesMaster1.xml" Id="R26d372a1fe6549c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e6d4a7f3abd4575" /><Relationship Type="http://schemas.openxmlformats.org/officeDocument/2006/relationships/notesMaster" Target="/ppt/notesMasters/notesMaster1.xml" Id="R52d8698032ff4ee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254602bce644cc8" /><Relationship Type="http://schemas.openxmlformats.org/officeDocument/2006/relationships/notesMaster" Target="/ppt/notesMasters/notesMaster1.xml" Id="R74edf4e1bd55469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03fef6db06e45ab" /><Relationship Type="http://schemas.openxmlformats.org/officeDocument/2006/relationships/notesMaster" Target="/ppt/notesMasters/notesMaster1.xml" Id="R529f1f374395471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428d2a00fc64850" /><Relationship Type="http://schemas.openxmlformats.org/officeDocument/2006/relationships/notesMaster" Target="/ppt/notesMasters/notesMaster1.xml" Id="R3b25547ba0dd4a5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fe0d6e2669b4c2c" /><Relationship Type="http://schemas.openxmlformats.org/officeDocument/2006/relationships/notesMaster" Target="/ppt/notesMasters/notesMaster1.xml" Id="R34e1390ec6e0455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21f5ba42b744e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ac989c937874ad2" /><Relationship Type="http://schemas.openxmlformats.org/officeDocument/2006/relationships/slideLayout" Target="/ppt/slideLayouts/slideLayout1.xml" Id="Rec9b184c1d454a4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c9b184c1d454a4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af0909ec48442f" /><Relationship Type="http://schemas.openxmlformats.org/officeDocument/2006/relationships/notesSlide" Target="/ppt/notesSlides/notesSlide1.xml" Id="Rcf58b2550d5746c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29e5795665408a" /><Relationship Type="http://schemas.openxmlformats.org/officeDocument/2006/relationships/notesSlide" Target="/ppt/notesSlides/notesSlide2.xml" Id="R3423d156f2404c4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bee2ba56e64578" /><Relationship Type="http://schemas.openxmlformats.org/officeDocument/2006/relationships/notesSlide" Target="/ppt/notesSlides/notesSlide3.xml" Id="R3c4a4bc190a84b0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5db07bb6e648e7" /><Relationship Type="http://schemas.openxmlformats.org/officeDocument/2006/relationships/notesSlide" Target="/ppt/notesSlides/notesSlide4.xml" Id="R9b2108f548f3496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263ea2618f44ff" /><Relationship Type="http://schemas.openxmlformats.org/officeDocument/2006/relationships/notesSlide" Target="/ppt/notesSlides/notesSlide5.xml" Id="Rd9bbc1bd60304cc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1d77e748e142fc" /><Relationship Type="http://schemas.openxmlformats.org/officeDocument/2006/relationships/notesSlide" Target="/ppt/notesSlides/notesSlide6.xml" Id="R6bbad7b2c88c442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c4531d92a343b2" /><Relationship Type="http://schemas.openxmlformats.org/officeDocument/2006/relationships/notesSlide" Target="/ppt/notesSlides/notesSlide7.xml" Id="R4c79fb46269642c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5951e902054209" /><Relationship Type="http://schemas.openxmlformats.org/officeDocument/2006/relationships/notesSlide" Target="/ppt/notesSlides/notesSlide8.xml" Id="R387feb6f909946d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147ee3fe5f4ffa" /><Relationship Type="http://schemas.openxmlformats.org/officeDocument/2006/relationships/notesSlide" Target="/ppt/notesSlides/notesSlide9.xml" Id="R9aec8a8ea8a446d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160bc9567046ac" /><Relationship Type="http://schemas.openxmlformats.org/officeDocument/2006/relationships/notesSlide" Target="/ppt/notesSlides/notesSlide10.xml" Id="R05a7a35156d9483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e15fba409c41a9" /><Relationship Type="http://schemas.openxmlformats.org/officeDocument/2006/relationships/notesSlide" Target="/ppt/notesSlides/notesSlide11.xml" Id="R2a5fb4f49a28413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ab4d7f4df045d5" /><Relationship Type="http://schemas.openxmlformats.org/officeDocument/2006/relationships/notesSlide" Target="/ppt/notesSlides/notesSlide12.xml" Id="Radf1d335751d465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FD30616F-34D1-4ED2-9229-E8BB350E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7F551D9F-6C83-47FA-9FB5-5760F0FD1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DD869DD3-8551-4452-8401-56B645F08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A6C8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3A8B475F-C263-4F99-AC66-2755078C7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929B51C4-39F7-4248-B2C6-32E1ED39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7619062B-B066-439F-9BC6-5F306BCCD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A6C8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57064100-9E5A-43C0-8E26-D9402E68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第 2 章 · AI 智能体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A6F115B4-7C2E-473E-AAAA-A6AC5D6BF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多智能体协作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DD621BC4-5669-4606-B412-EE5D6F637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用角色、交接、共享状态、冲突处理和整体验收理解多智能体系统。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5693737A-2210-4D72-8335-986CF9A49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当一个任务同时包含检索、分析、实现、测试和审阅时，把工作分给多个智能体似乎很自然。并行确实可能缩短时间，专业角色也可能提高局部质量。但多一个智能体，就多一份上下文、一次通信…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586662AC-2A82-4ACF-8107-433FA7899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484D106A-FAA1-4132-ADC8-5BED0FA54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AG-003 · AG-003-S01</a:t>
            </a:r>
          </a:p>
        </p:txBody>
      </p:sp>
    </p:spTree>
    <p:extLst>
      <p:ext uri="{BB962C8B-B14F-4D97-AF65-F5344CB8AC3E}">
        <p14:creationId xmlns:p14="http://schemas.microsoft.com/office/powerpoint/2010/main" val="2155561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4F39488D-9D73-4291-AF7F-CC41C69DD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325522E3-DDCD-4CD6-843D-B44EE1CA1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B489491F-99BB-4151-901D-063143C92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学完这一节，你能完成这些判断与行动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A6119209-EDEC-49B6-A4B6-23680555D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C4CD3EEE-5F9F-44A9-8585-51D368461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038FB4DD-2320-4669-B827-E09F4B0D6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根据任务独立性、专业差异、时效和合并成本，判断是否应拆成多个智能体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7038B337-0613-4891-A6A1-9A52DD86C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为协作系统定义角色职责、共享状态、交接契约和最终责任人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7CDAB157-CB90-4D7B-98F9-5C56A79F8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分析并行执行带来的费用、延迟、上下文重复与故障传播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B6A60CB3-70B5-4ACC-8AD4-3EE3BD7B1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在低置信度、角色冲突和高影响动作处设计人机协作检查点</a:t>
            </a:r>
          </a:p>
        </p:txBody>
      </p:sp>
    </p:spTree>
    <p:extLst>
      <p:ext uri="{BB962C8B-B14F-4D97-AF65-F5344CB8AC3E}">
        <p14:creationId xmlns:p14="http://schemas.microsoft.com/office/powerpoint/2010/main" val="104452945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D78AF2AA-54D4-4196-A081-69CB1366A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1AEDBD52-FD8A-496E-8179-FC3C17E72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BDCB1563-F10D-4D65-92ED-0E56493CC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何时值得拆分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8D1BECEF-CEFC-4D5A-A61D-F96DC2B96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39737BDC-80DA-4A5E-9FCB-8485AAE39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43165FC-C89F-4BB9-B6D1-071C3D601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28E44FE-3B80-449D-A3B3-D3D7C22FB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何时值得拆分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F2A9E708-4779-449B-9AF6-C2421CDFE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多智能体适合以下情况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A72C21AA-D871-47BF-A648-8235E1D2D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40168DE4-8ED4-4C43-A254-91F6713CC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何时不应拆分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66BE2922-1F39-499A-B219-A7BD88C0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以下任务更适合单智能体或确定性工作流：任务很短；步骤强依赖且必须严格串行；共享状态每一步都在变化；最终产物需要持续保持统一文风或同一设计判断；错误成本很高而又缺少统一审阅…</a:t>
            </a:r>
          </a:p>
        </p:txBody>
      </p:sp>
      <p:sp>
        <p:nvSpPr>
          <p:cNvPr id="12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84DD1953-EB8A-4FC3-A37A-479395B95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3-takeaway">
            <a:extLst xmlns:a="http://schemas.openxmlformats.org/drawingml/2006/main">
              <a:ext uri="{FF2B5EF4-FFF2-40B4-BE49-F238E27FC236}">
                <a16:creationId xmlns:a16="http://schemas.microsoft.com/office/drawing/2014/main" id="{B17959FB-7AA3-47B5-8ED1-725687A54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何时值得拆分</a:t>
            </a:r>
          </a:p>
        </p:txBody>
      </p:sp>
    </p:spTree>
    <p:extLst>
      <p:ext uri="{BB962C8B-B14F-4D97-AF65-F5344CB8AC3E}">
        <p14:creationId xmlns:p14="http://schemas.microsoft.com/office/powerpoint/2010/main" val="9876216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E26F406A-6C55-4910-9FC0-2337ED37E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FBFB3052-BCC4-4A96-A526-F3867055C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A7A1F940-1026-40BB-9FC4-3ABC3B60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角色定义至少包含六项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C175410E-BEE7-4FB5-99D7-24515604B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919C7C90-B391-4616-84DF-A4FC02F92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6CF6EF28-EA23-4070-B95D-2B6E9E322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A154DDE8-6801-406C-88A3-87A0DE96B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角色：按责任设计，而不是按人物命名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3778B3A-5484-453E-AD50-84A7800C5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角色定义至少包含六项：目标、输入、允许使用的工具、输出格式、验收标准和禁止事项。常见角色可以包括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5FC0EA60-E3EA-4212-A632-6EEBE8BC1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F5036081-B27E-407C-86B8-C55C222E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共享状态：只共享协作所需的最小事实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FCF8B6FD-DAE8-44F8-A023-C55BE74E2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协作系统需要一份权威状态，记录任务目标、子任务、负责人、状态、输入版本、产物位置、证据、阻塞和依赖。状态值应少而明确，例如 pending 、 in progress…</a:t>
            </a:r>
          </a:p>
        </p:txBody>
      </p:sp>
      <p:sp>
        <p:nvSpPr>
          <p:cNvPr id="12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C4573A8B-DFC2-4C2E-98BA-A1C905809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4-takeaway">
            <a:extLst xmlns:a="http://schemas.openxmlformats.org/drawingml/2006/main">
              <a:ext uri="{FF2B5EF4-FFF2-40B4-BE49-F238E27FC236}">
                <a16:creationId xmlns:a16="http://schemas.microsoft.com/office/drawing/2014/main" id="{C2F648FA-B6F0-4108-8333-841ACC07A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角色定义至少包含六项</a:t>
            </a:r>
          </a:p>
        </p:txBody>
      </p:sp>
    </p:spTree>
    <p:extLst>
      <p:ext uri="{BB962C8B-B14F-4D97-AF65-F5344CB8AC3E}">
        <p14:creationId xmlns:p14="http://schemas.microsoft.com/office/powerpoint/2010/main" val="5487385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9142F968-A27B-4F41-80A9-E02B32462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15089D04-497E-46E7-A97B-6FCB59D6F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90007D09-38A4-481E-BCDA-E478EAB3D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一次合格交接应包含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38F493FE-E259-4484-929D-1B7DBAFE4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ECCC58B1-ABD3-4347-B329-FCB613E49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DC22E5F-F197-41C4-8240-2D9242FED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13D274BE-5DF1-4BD7-8680-5D3E526F9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交接：让接收者无需猜测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3A69D493-3764-49F1-99D8-5E346D4D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一次合格交接应包含：完成了什么、依据是什么、产物在哪里、哪些假设已验证、哪些问题未解决、对下游有什么影响、建议下一步是什么。接收者应确认输入版本和验收条件，而不是只回复“收到”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A5558738-1BEC-42C4-A4D4-8A8F5DEE5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1492ABC2-3957-48D4-B23B-C0151579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如果两个组织或系统之间通过 A2A 一类协议协作，协议可以帮助发现对方能力、传递任务和更新状态；但业务层仍要定义数据可见范围、身份信任、责任归属和失败处理。通信协议不能替代治理规则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C76E6FBF-4B28-4328-AB35-122BEA815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4B699B7F-D4CE-40DC-BD9C-B96D05401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一次合格交接应包含</a:t>
            </a:r>
          </a:p>
        </p:txBody>
      </p:sp>
    </p:spTree>
    <p:extLst>
      <p:ext uri="{BB962C8B-B14F-4D97-AF65-F5344CB8AC3E}">
        <p14:creationId xmlns:p14="http://schemas.microsoft.com/office/powerpoint/2010/main" val="35835715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477E549C-CA1C-424E-B78D-97E3DD864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557F25D2-AE9E-49BB-A057-9B14A746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EB25B117-E0B6-4DD9-B577-EBE14D57E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多个角色可能各自给出正确但互不兼容的结果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E61A9882-DC82-4F66-8D49-5F537C335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9DB2615A-5C73-4592-B147-55780A2ED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D86A2A9-C40C-4BD7-8C0F-E44E1A93B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3BCDC78-2FBC-4647-BB5D-F3849379F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合并与冲突：局部正确不等于整体可用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8081E9B5-EA22-4AA3-BD92-1FB6A34D0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多个角色可能各自给出正确但互不兼容的结果。冲突应按预先定义的优先级处理：事实问题回到来源，功能问题回到测试，范围问题回到目标和约束，高风险决策交给责任人。不能简单采用“多数票”…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E19D4351-3E5D-4955-B668-E87E05DC7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85CD855E-E6A4-4901-A775-CECA8FCA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整合者要运行端到端验收，检查接口、术语、数据版本和整体目标。一个模块通过自己的测试，并不证明整个系统完成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662D7991-1B5F-49DE-B151-01A13EB9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B1A4DD91-841D-4988-8BAD-0D8F540F7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多个角色可能各自给出正确但互不兼容的结果</a:t>
            </a:r>
          </a:p>
        </p:txBody>
      </p:sp>
    </p:spTree>
    <p:extLst>
      <p:ext uri="{BB962C8B-B14F-4D97-AF65-F5344CB8AC3E}">
        <p14:creationId xmlns:p14="http://schemas.microsoft.com/office/powerpoint/2010/main" val="118367302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090A3657-EEEB-4201-8547-EF9993003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69F30FDE-980B-42BD-B1D5-A041E6A1D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068B144C-F00E-4A0E-934A-6982D934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成本与故障传播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CFB2D9D0-831C-4948-B2F0-BA4B2831C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70C6F99F-0C91-40D1-953A-9EC7D3C8B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6DE3A4A-11D7-4394-940D-6D97CE0D6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AD83AD5D-7695-4854-B459-B49395216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成本与故障传播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471BF4EB-CA14-4B91-91FA-FDAE70A5C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多智能体成本包括模型调用费用、重复加载上下文、工具竞争、通信等待、合并和复核。并行任务还可能争用同一文件、数据库锁或速率额度，导致看似独立的工作相互影响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B82073B-925B-4169-B1D1-B71118DA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B6CCF1D-4777-42DD-A61E-929829A1D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故障会沿依赖传播：研究角色引用了错误数据，分析和写作角色都可能在错误基础上继续；协调者标错状态，整合者会遗漏未完成项。降低传播的方法包括固定输入版本、为关键事实附来源、限制写入范围…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6E45CCCA-33BB-4DB4-BBB2-9EAA8F4DC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8283A8D5-94C6-41F7-80E0-FF0B9D946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成本与故障传播</a:t>
            </a:r>
          </a:p>
        </p:txBody>
      </p:sp>
    </p:spTree>
    <p:extLst>
      <p:ext uri="{BB962C8B-B14F-4D97-AF65-F5344CB8AC3E}">
        <p14:creationId xmlns:p14="http://schemas.microsoft.com/office/powerpoint/2010/main" val="5609568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086082FF-619A-4DD9-83E1-670FB4E5C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90F17E56-5EE9-49C8-AE6C-7489ADE65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A1CF494A-1187-4854-B84A-7BE23E61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6449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人应被安排在判断价值最高的位置，而不是在任务结束后被迫通读全部记录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A2FEBCFD-278D-4DB3-9DE5-BAFA3049D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C285718A-126F-424A-9147-2E973665F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7D4104E-5013-4B53-A3AD-E0C66BCE5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8CDDD0C1-5419-4623-AFBA-0C6CCECD8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人机协作：人不是最后一道万能保险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08B12DE3-FB48-4579-A8F2-03C2D1961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人应被安排在判断价值最高的位置，而不是在任务结束后被迫通读全部记录。适合人工介入的节点包括：目标和范围仍有多种解释；两个角色给出冲突结论；系统将执行外发、删除、授权等高影响动作…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324151A4-8EC4-4109-8FD6-984BEA2F0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F1E89498-663E-40AA-AC43-A2225B875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人工决定也应写回共享状态，包括决定、理由、适用范围和时间。否则其他智能体可能重复提交同一问题，或把一次例外误当成永久规则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706192B5-D8E6-4DD6-838D-C9BE39B9A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C3140D94-B21E-4E01-B15B-B3FAE30C5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人应被安排在判断价值最高的位置，而不是在任务结束后被迫通读全部记录</a:t>
            </a:r>
          </a:p>
        </p:txBody>
      </p:sp>
    </p:spTree>
    <p:extLst>
      <p:ext uri="{BB962C8B-B14F-4D97-AF65-F5344CB8AC3E}">
        <p14:creationId xmlns:p14="http://schemas.microsoft.com/office/powerpoint/2010/main" val="54621249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C95919BD-3CE5-49D5-B96D-F2856A33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08BF42B9-772E-4EFE-9B65-AE0DF3C29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3430FA8B-9FEA-494A-947F-4A9C799DD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是否用多智能体完成一份行业调研必须经过边界验证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65A5BD33-73BA-4F41-A95D-82EEC0DBC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F225CA2F-ABBF-4342-994E-639091DF3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74DDE7DB-7129-4380-BA6A-19B6B6F31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0D4D68"/>
          </a:solidFill>
          <a:ln xmlns:a="http://schemas.openxmlformats.org/drawingml/2006/main" w="0">
            <a:solidFill>
              <a:srgbClr val="0D4D6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是否用多智能体完成一份行业调研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910C1547-3570-4F7A-A965-CB5E980A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9292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场景｜任务要求在一天内比较三个行业的 AI 应用，形成同一指标体系下的报告。合理拆分方式是：协调者先统一研究问题、时间范围和证据标准；三个研究角色分别处理一个行业…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5F3E535B-2D37-4AEC-B875-15DFA6A4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1583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机制｜如果让每个研究角色自行决定指标，最后会得到三篇无法横向比较的文章。正确的共享状态应先固定指标模板，并要求每条结论包含来源、日期、适用范围和不确定性。某行业资料不足时…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041FDDF7-A9B8-4940-BC9C-3BFE4DBBE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9525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055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结果｜相反，如果任务只是查询三个公开数字并填入一张表，单个智能体顺序完成通常更合适。拆分的判断应来自任务结构，而不是来自可用智能体的数量</a:t>
            </a:r>
          </a:p>
        </p:txBody>
      </p:sp>
      <p:sp>
        <p:nvSpPr>
          <p:cNvPr id="10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7B971E2C-C176-4B90-A1B9-12231BE8C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1" name="s9-takeaway">
            <a:extLst xmlns:a="http://schemas.openxmlformats.org/drawingml/2006/main">
              <a:ext uri="{FF2B5EF4-FFF2-40B4-BE49-F238E27FC236}">
                <a16:creationId xmlns:a16="http://schemas.microsoft.com/office/drawing/2014/main" id="{630E9E14-EC7A-4334-97F6-42B3E3E0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是否用多智能体完成一份行业调研必须经过边界验证</a:t>
            </a:r>
          </a:p>
        </p:txBody>
      </p:sp>
    </p:spTree>
    <p:extLst>
      <p:ext uri="{BB962C8B-B14F-4D97-AF65-F5344CB8AC3E}">
        <p14:creationId xmlns:p14="http://schemas.microsoft.com/office/powerpoint/2010/main" val="99992871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E193B321-0E90-43A2-9876-8F673632F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9A6DFBC8-007F-4395-99C0-AAF416847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41604E66-F999-4A04-9D06-AE715C6FA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把方法落实为可验证的行动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A4B01B4E-98D9-4FC3-9099-D5578C467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C7411EA2-EFF4-4D51-BC49-A4076E92F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AG-003-S10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AAA4F57F-ED9B-435C-8398-4FF4E2A35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9D2C70AC-5952-422E-A43C-80FBE3E1A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1568FEF8-D7EE-42EB-B5DF-68DD7F83F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选择“发布一份月度数据简报”任务，完成以下设计：；先写一段论证，说明任务哪些部分值得并行、哪些部分必须串行；如果决定不拆，也要给出成本理由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4F957455-14D9-4C4D-ACB0-367AFAED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A6C8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13053E9B-1306-4E4F-BB0D-118BCC32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CABCC176-F147-4317-AF65-3AEAF450C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B63E89B3-4E02-4155-8AD5-84B07A955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3921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定义协调者、数据执行者、文字执行者、审阅者和整合者的输入、输出、工具权限与退出条件。；设计一张共享状态表，至少包含任务编号、输入版本、状态、产物、证据、阻塞和下游依赖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D7C9A611-3F9C-476D-BAF0-BCAB37C41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A6C8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688F3187-AF1E-41ED-B5C5-C270C2E1E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344D015C-4601-4E84-BA97-8D6600799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6F2B15EB-9C23-48AD-AB25-95D01146E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写出一次交接示例，并模拟“数据版本更新”和“两个角色结论冲突”两种故障。；指定至少两个人工介入点，说明触发条件、审核人和审核后的恢复步骤</a:t>
            </a:r>
          </a:p>
        </p:txBody>
      </p:sp>
    </p:spTree>
    <p:extLst>
      <p:ext uri="{BB962C8B-B14F-4D97-AF65-F5344CB8AC3E}">
        <p14:creationId xmlns:p14="http://schemas.microsoft.com/office/powerpoint/2010/main" val="166818215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48533250-ADDD-4EBE-B008-5E8526271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633E72DC-2BD0-4E53-ACEE-C39B55AC3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0752CD0A-6262-406F-BF73-1EBABF03D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带走三条可复用的判断原则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1CB5F376-FBED-4A87-9493-BF1AFFE8A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13156D01-47E4-49BD-87B0-EEA9A9AD6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AG-003-S11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C721E744-3933-4104-877F-BDDA60DDD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B0A78835-2E66-4734-A775-16802184A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2FC8C2F6-320A-4D1A-9D9C-6A948E0B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何时值得拆分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8AF6B503-4EE4-4358-A05F-F887A2B8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A6C8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04506737-FE7E-48C5-A076-F1188E20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882479B7-E195-4E3C-A079-DB4E189C9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C2C512EE-74C2-4EC2-A18F-543CCB696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一次合格交接应包含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E4A33914-9F7A-4D4F-B6E1-42B553EFB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A6C8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177645DA-AB3B-44AA-AA6D-D8F161990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AB1EF0B2-5486-4236-8649-E1C80C190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38935A71-E83B-4A76-B2C0-30D839F3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人应被安排在判断价值最高的位置，而不是在任务结束后被迫通读全部记录</a:t>
            </a:r>
          </a:p>
        </p:txBody>
      </p:sp>
    </p:spTree>
    <p:extLst>
      <p:ext uri="{BB962C8B-B14F-4D97-AF65-F5344CB8AC3E}">
        <p14:creationId xmlns:p14="http://schemas.microsoft.com/office/powerpoint/2010/main" val="149312719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368E92AF-8C25-48F2-8512-32C1ECBA0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8951AC1C-321F-4C49-9F08-4F21650A5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8C763530-E048-45BC-BE15-A84A742AC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从公开重制课件回到可核对的学习资料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56FE67D9-6D58-4A43-B273-D822DA89C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8DBABFBA-2509-4434-86AC-E55D2153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AG-003-S12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4F292D4C-E508-40CE-8A10-9FC64F6C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9525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C0EC0778-EF1D-4A2F-83FD-BBF927BCB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Developer’s Guide to AI Agent Protocols：Google 对 A2A、MCP 等协议分工与使用场景的官方说明</a:t>
            </a:r>
          </a:p>
        </p:txBody>
      </p:sp>
      <p:sp>
        <p:nvSpPr>
          <p:cNvPr id="8" name="s12-takeaway-rule">
            <a:extLst xmlns:a="http://schemas.openxmlformats.org/drawingml/2006/main">
              <a:ext uri="{FF2B5EF4-FFF2-40B4-BE49-F238E27FC236}">
                <a16:creationId xmlns:a16="http://schemas.microsoft.com/office/drawing/2014/main" id="{CC36DE16-274D-4092-9357-8A849E6D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9" name="s12-takeaway">
            <a:extLst xmlns:a="http://schemas.openxmlformats.org/drawingml/2006/main">
              <a:ext uri="{FF2B5EF4-FFF2-40B4-BE49-F238E27FC236}">
                <a16:creationId xmlns:a16="http://schemas.microsoft.com/office/drawing/2014/main" id="{3EA35ED5-FAC7-443A-9D14-87C321632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13058635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2026-07-11T12:05:21.7510000Z</dcterms:created>
  <dcterms:modified xsi:type="dcterms:W3CDTF">2026-07-11T12:05:21.7510000Z</dcterms:modified>
</coreProperties>
</file>