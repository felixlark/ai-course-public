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0465e30ef314f08" /><Relationship Type="http://schemas.openxmlformats.org/officeDocument/2006/relationships/extended-properties" Target="/docProps/app.xml" Id="R250901ad2a1b451b" /><Relationship Type="http://schemas.openxmlformats.org/officeDocument/2006/relationships/officeDocument" Target="/ppt/presentation.xml" Id="R596a685d8c19466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c6093b14c6e4aa1"/>
  </p:sldMasterIdLst>
  <p:notesMasterIdLst>
    <p:notesMasterId xmlns:r="http://schemas.openxmlformats.org/officeDocument/2006/relationships" r:id="R7f2c4e4229134f03"/>
  </p:notesMasterIdLst>
  <p:sldIdLst>
    <p:sldId xmlns:r="http://schemas.openxmlformats.org/officeDocument/2006/relationships" id="256" r:id="R02a187e4c2624809"/>
    <p:sldId xmlns:r="http://schemas.openxmlformats.org/officeDocument/2006/relationships" id="257" r:id="R2ee19947611944c9"/>
    <p:sldId xmlns:r="http://schemas.openxmlformats.org/officeDocument/2006/relationships" id="258" r:id="R16e7d896206f4bc5"/>
    <p:sldId xmlns:r="http://schemas.openxmlformats.org/officeDocument/2006/relationships" id="259" r:id="R26b9f14b298c4ca9"/>
    <p:sldId xmlns:r="http://schemas.openxmlformats.org/officeDocument/2006/relationships" id="260" r:id="R0b5635dfddc441d0"/>
    <p:sldId xmlns:r="http://schemas.openxmlformats.org/officeDocument/2006/relationships" id="261" r:id="R3cef0627a37d4e5e"/>
    <p:sldId xmlns:r="http://schemas.openxmlformats.org/officeDocument/2006/relationships" id="262" r:id="Rd2721ddac8da4f0e"/>
    <p:sldId xmlns:r="http://schemas.openxmlformats.org/officeDocument/2006/relationships" id="263" r:id="R04398e2dadec45db"/>
    <p:sldId xmlns:r="http://schemas.openxmlformats.org/officeDocument/2006/relationships" id="264" r:id="R54a840600a05487c"/>
    <p:sldId xmlns:r="http://schemas.openxmlformats.org/officeDocument/2006/relationships" id="265" r:id="Rf7ce7a2264434697"/>
    <p:sldId xmlns:r="http://schemas.openxmlformats.org/officeDocument/2006/relationships" id="266" r:id="Rf459d9fa4db545c6"/>
    <p:sldId xmlns:r="http://schemas.openxmlformats.org/officeDocument/2006/relationships" id="267" r:id="R709f356cc86e4be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c75ee29b5224fe4" /><Relationship Type="http://schemas.openxmlformats.org/officeDocument/2006/relationships/slideMaster" Target="/ppt/slideMasters/slideMaster1.xml" Id="R6c6093b14c6e4aa1" /><Relationship Type="http://schemas.openxmlformats.org/officeDocument/2006/relationships/notesMaster" Target="/ppt/notesMasters/notesMaster1.xml" Id="R7f2c4e4229134f03" /><Relationship Type="http://schemas.openxmlformats.org/officeDocument/2006/relationships/presProps" Target="/ppt/presProps.xml" Id="Ra4ac3ecc5a394288" /><Relationship Type="http://schemas.openxmlformats.org/officeDocument/2006/relationships/tableStyles" Target="/ppt/tableStyles.xml" Id="Rba9a147048fc4d83" /><Relationship Type="http://schemas.openxmlformats.org/officeDocument/2006/relationships/slide" Target="/ppt/slides/slide1.xml" Id="R02a187e4c2624809" /><Relationship Type="http://schemas.openxmlformats.org/officeDocument/2006/relationships/slide" Target="/ppt/slides/slide2.xml" Id="R2ee19947611944c9" /><Relationship Type="http://schemas.openxmlformats.org/officeDocument/2006/relationships/slide" Target="/ppt/slides/slide3.xml" Id="R16e7d896206f4bc5" /><Relationship Type="http://schemas.openxmlformats.org/officeDocument/2006/relationships/slide" Target="/ppt/slides/slide4.xml" Id="R26b9f14b298c4ca9" /><Relationship Type="http://schemas.openxmlformats.org/officeDocument/2006/relationships/slide" Target="/ppt/slides/slide5.xml" Id="R0b5635dfddc441d0" /><Relationship Type="http://schemas.openxmlformats.org/officeDocument/2006/relationships/slide" Target="/ppt/slides/slide6.xml" Id="R3cef0627a37d4e5e" /><Relationship Type="http://schemas.openxmlformats.org/officeDocument/2006/relationships/slide" Target="/ppt/slides/slide7.xml" Id="Rd2721ddac8da4f0e" /><Relationship Type="http://schemas.openxmlformats.org/officeDocument/2006/relationships/slide" Target="/ppt/slides/slide8.xml" Id="R04398e2dadec45db" /><Relationship Type="http://schemas.openxmlformats.org/officeDocument/2006/relationships/slide" Target="/ppt/slides/slide9.xml" Id="R54a840600a05487c" /><Relationship Type="http://schemas.openxmlformats.org/officeDocument/2006/relationships/slide" Target="/ppt/slides/slide10.xml" Id="Rf7ce7a2264434697" /><Relationship Type="http://schemas.openxmlformats.org/officeDocument/2006/relationships/slide" Target="/ppt/slides/slide11.xml" Id="Rf459d9fa4db545c6" /><Relationship Type="http://schemas.openxmlformats.org/officeDocument/2006/relationships/slide" Target="/ppt/slides/slide12.xml" Id="R709f356cc86e4be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0b33008208d48f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e64c170d7fd4149" /><Relationship Type="http://schemas.openxmlformats.org/officeDocument/2006/relationships/notesMaster" Target="/ppt/notesMasters/notesMaster1.xml" Id="Rf39ccad8546e4ab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e114211ec8041d1" /><Relationship Type="http://schemas.openxmlformats.org/officeDocument/2006/relationships/notesMaster" Target="/ppt/notesMasters/notesMaster1.xml" Id="Re3de0077ddc946c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dabe3cd38034dcd" /><Relationship Type="http://schemas.openxmlformats.org/officeDocument/2006/relationships/notesMaster" Target="/ppt/notesMasters/notesMaster1.xml" Id="R0c979911a7f6450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d2d509be684416b" /><Relationship Type="http://schemas.openxmlformats.org/officeDocument/2006/relationships/notesMaster" Target="/ppt/notesMasters/notesMaster1.xml" Id="R1986e036934a4f1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92978944a204526" /><Relationship Type="http://schemas.openxmlformats.org/officeDocument/2006/relationships/notesMaster" Target="/ppt/notesMasters/notesMaster1.xml" Id="R729f6a4a93ad41f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f49e9ba0d5044db" /><Relationship Type="http://schemas.openxmlformats.org/officeDocument/2006/relationships/notesMaster" Target="/ppt/notesMasters/notesMaster1.xml" Id="R5ae6551a6313433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55a0ce24cec45e0" /><Relationship Type="http://schemas.openxmlformats.org/officeDocument/2006/relationships/notesMaster" Target="/ppt/notesMasters/notesMaster1.xml" Id="Rab2fe39918214ee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d5a6a21f5214d42" /><Relationship Type="http://schemas.openxmlformats.org/officeDocument/2006/relationships/notesMaster" Target="/ppt/notesMasters/notesMaster1.xml" Id="R4fc4a5f20270445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ac03f252ad44a15" /><Relationship Type="http://schemas.openxmlformats.org/officeDocument/2006/relationships/notesMaster" Target="/ppt/notesMasters/notesMaster1.xml" Id="R0a18c559670946e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0a8a96a08a54d5d" /><Relationship Type="http://schemas.openxmlformats.org/officeDocument/2006/relationships/notesMaster" Target="/ppt/notesMasters/notesMaster1.xml" Id="Rc5d0dbe197ce41e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26c09a3e26543ca" /><Relationship Type="http://schemas.openxmlformats.org/officeDocument/2006/relationships/notesMaster" Target="/ppt/notesMasters/notesMaster1.xml" Id="Ra57dc7638ccd4e3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0c7407576fd4fd1" /><Relationship Type="http://schemas.openxmlformats.org/officeDocument/2006/relationships/notesMaster" Target="/ppt/notesMasters/notesMaster1.xml" Id="Ra40b9cac995c4c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a7ba392c9640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fe4ea435bde45bd" /><Relationship Type="http://schemas.openxmlformats.org/officeDocument/2006/relationships/slideLayout" Target="/ppt/slideLayouts/slideLayout1.xml" Id="R8f89250c97a3471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89250c97a3471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c2074cc49c4286" /><Relationship Type="http://schemas.openxmlformats.org/officeDocument/2006/relationships/notesSlide" Target="/ppt/notesSlides/notesSlide1.xml" Id="Re33a703b7424407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0c5351b81b4f52" /><Relationship Type="http://schemas.openxmlformats.org/officeDocument/2006/relationships/notesSlide" Target="/ppt/notesSlides/notesSlide2.xml" Id="R426846ab038c49a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b8834fda644c70" /><Relationship Type="http://schemas.openxmlformats.org/officeDocument/2006/relationships/notesSlide" Target="/ppt/notesSlides/notesSlide3.xml" Id="Ra8c17c89302d453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24073435354744" /><Relationship Type="http://schemas.openxmlformats.org/officeDocument/2006/relationships/notesSlide" Target="/ppt/notesSlides/notesSlide4.xml" Id="Rf0ea3dc90cea49f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80ad9cfa6444b1" /><Relationship Type="http://schemas.openxmlformats.org/officeDocument/2006/relationships/notesSlide" Target="/ppt/notesSlides/notesSlide5.xml" Id="R0927e259e2fe40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ef716c79754d46" /><Relationship Type="http://schemas.openxmlformats.org/officeDocument/2006/relationships/notesSlide" Target="/ppt/notesSlides/notesSlide6.xml" Id="R9bc83543a81c41a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dac8a012e646b2" /><Relationship Type="http://schemas.openxmlformats.org/officeDocument/2006/relationships/notesSlide" Target="/ppt/notesSlides/notesSlide7.xml" Id="R74fed74a39c14bc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77232599a64eb0" /><Relationship Type="http://schemas.openxmlformats.org/officeDocument/2006/relationships/notesSlide" Target="/ppt/notesSlides/notesSlide8.xml" Id="R0a9bd04d0228409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e8739b0b814aa0" /><Relationship Type="http://schemas.openxmlformats.org/officeDocument/2006/relationships/notesSlide" Target="/ppt/notesSlides/notesSlide9.xml" Id="Rb89ad06f046647c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e5c25eafb64baa" /><Relationship Type="http://schemas.openxmlformats.org/officeDocument/2006/relationships/notesSlide" Target="/ppt/notesSlides/notesSlide10.xml" Id="R31738ccc09bc448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7c9332b55c4c4d" /><Relationship Type="http://schemas.openxmlformats.org/officeDocument/2006/relationships/notesSlide" Target="/ppt/notesSlides/notesSlide11.xml" Id="R00fb30d547de477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31e45868cc4b0b" /><Relationship Type="http://schemas.openxmlformats.org/officeDocument/2006/relationships/notesSlide" Target="/ppt/notesSlides/notesSlide12.xml" Id="R1db100db17e543d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EB51D5CE-9995-47E1-B258-023B23FBA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5B7E147C-5573-4571-8FFE-BF52D4907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C38F460E-F9C1-4EF7-997F-91C7A809D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A1827D90-10FF-4139-91FE-4E43B9875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103C39C0-D187-4B2C-BF87-81BD1152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9C6E4AF8-C2DF-4C5A-9A4B-B08285FB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AD146D94-8DE9-4A1F-A54F-C421CC495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第 2 章 · AI 智能体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C5BB205B-01E1-4ED5-AB4A-E1F75A3BA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多智能体协作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DD86F398-6768-49A8-9266-1D24E9ECB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用角色、交接、共享状态、冲突处理和整体验收理解多智能体系统。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88616479-E170-4E63-9890-08EC8AA79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当一个任务同时包含检索、分析、实现、测试和审阅时；把工作分给多个智能体似乎很自然；并行确实可能缩短时间；专业角色也可能提高局部质量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FFED8073-9ED5-4822-A2D7-20F0C89A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4713EA98-AA8A-4685-8ED6-5D157D167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AG-003 · AG-003-S01</a:t>
            </a:r>
          </a:p>
        </p:txBody>
      </p:sp>
    </p:spTree>
    <p:extLst>
      <p:ext uri="{BB962C8B-B14F-4D97-AF65-F5344CB8AC3E}">
        <p14:creationId xmlns:p14="http://schemas.microsoft.com/office/powerpoint/2010/main" val="17579455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428375CE-67D4-4E37-A354-59C8977C4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AD10E74B-9D2F-4AF8-8B0E-B1E67276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C966A8CB-7939-46AE-AAD1-E9749074A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多智能体协作：4项学习结果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80FBBBFC-6EE1-4DF2-A6DB-693F6C68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9A3D14A8-EB00-4C5A-9446-8E7D83348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6D71889D-3C68-48C5-8017-4DC7C68A4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根据任务独立性、专业差异、时效和合并成本，判断是否应拆成多个智能体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BDD97A43-0AF5-4EDB-92AE-838CA9F3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为协作系统定义角色职责、共享状态、交接契约和最终责任人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40A7F8AB-0BA7-4F1F-8055-92CF3A8A4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分析并行执行带来的费用、延迟、上下文重复与故障传播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76F4CB2E-AE3D-4CE6-A88D-4BF9A875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在低置信度、角色冲突和高影响动作处设计人机协作检查点</a:t>
            </a:r>
          </a:p>
        </p:txBody>
      </p:sp>
    </p:spTree>
    <p:extLst>
      <p:ext uri="{BB962C8B-B14F-4D97-AF65-F5344CB8AC3E}">
        <p14:creationId xmlns:p14="http://schemas.microsoft.com/office/powerpoint/2010/main" val="2961206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2CEF9958-C4FE-4ECF-B694-5B20B569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77E0947A-BB90-41B7-8563-D3F152144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E67DBD40-94CC-4ACE-8095-7425C98D0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可独立推进又需要合并的任务才值得拆分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462108E4-8B9E-41CE-9897-6CC3FF2E0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BF337E07-1368-4FB7-871A-8CB830937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A5A43F2-6098-4A10-90C9-60248C12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D372F4AA-18DD-412C-B9CB-16E09152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何时值得拆分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BEEECC0-53A5-4D2F-830E-6F9647398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多智能体适合以下情况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A08DFBD7-1AED-4105-B6FF-57E57517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75586ECA-1E22-45B0-8BF0-D98539C90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何时不应拆分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6825B548-DEC1-4A5A-B09D-3D4E274B6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以下任务更适合单智能体或确定性工作流；任务很短，步骤强依赖且必须严格串行；共享状态每一步都在变化；最终产物需要持续保持统一文风或同一设计判断；错误成本很高而又缺少统一审阅</a:t>
            </a:r>
          </a:p>
        </p:txBody>
      </p:sp>
      <p:sp>
        <p:nvSpPr>
          <p:cNvPr id="12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7E444806-B4F5-48E1-A266-219D35BCB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3-takeaway">
            <a:extLst xmlns:a="http://schemas.openxmlformats.org/drawingml/2006/main">
              <a:ext uri="{FF2B5EF4-FFF2-40B4-BE49-F238E27FC236}">
                <a16:creationId xmlns:a16="http://schemas.microsoft.com/office/drawing/2014/main" id="{FAD144E0-13F0-4750-8356-132C6F5D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可独立推进又需要合并的任务才值得拆分</a:t>
            </a:r>
          </a:p>
        </p:txBody>
      </p:sp>
    </p:spTree>
    <p:extLst>
      <p:ext uri="{BB962C8B-B14F-4D97-AF65-F5344CB8AC3E}">
        <p14:creationId xmlns:p14="http://schemas.microsoft.com/office/powerpoint/2010/main" val="3457182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50819880-03E4-40E1-B340-60F09E2A7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A8DA5D1A-1FC2-459E-ADEA-CE7A0AA72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A503D7C5-92B7-4485-9603-8A908289C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角色责任与共享状态共同决定协作质量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13BBA488-6342-42DC-9AE3-55129304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A39F8A92-492F-4390-98A7-C206CB45B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B5927C18-F831-4811-9976-5B20FF34D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77C24CB-518F-47AA-A3DD-048BD65AF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角色：按责任设计，而不是按人物命名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D9D1E987-EB39-4780-890F-F5C3C3DC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角色定义至少包含六项：目标、输入、允许使用的工具、输出格式、验收标准和禁止事项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A9FCF347-C035-4EF8-AE4C-F4E8084C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2D079824-32A3-485C-BF9D-726936EBC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共享状态：只共享协作所需的最小事实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C14956A-9157-4870-80AF-489755302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协作系统需要一份权威状态；记录任务目标、子任务、负责人、状态、输入版本、产物位置、证据、阻塞和依赖</a:t>
            </a:r>
          </a:p>
        </p:txBody>
      </p:sp>
      <p:sp>
        <p:nvSpPr>
          <p:cNvPr id="12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F4DD0A3A-CBBC-45F7-A8EF-26352C237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4-takeaway">
            <a:extLst xmlns:a="http://schemas.openxmlformats.org/drawingml/2006/main">
              <a:ext uri="{FF2B5EF4-FFF2-40B4-BE49-F238E27FC236}">
                <a16:creationId xmlns:a16="http://schemas.microsoft.com/office/drawing/2014/main" id="{8A9CEBC2-260E-4416-9000-653F587ED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角色责任与共享状态共同决定协作质量</a:t>
            </a:r>
          </a:p>
        </p:txBody>
      </p:sp>
    </p:spTree>
    <p:extLst>
      <p:ext uri="{BB962C8B-B14F-4D97-AF65-F5344CB8AC3E}">
        <p14:creationId xmlns:p14="http://schemas.microsoft.com/office/powerpoint/2010/main" val="2776394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ADCD6F7A-B312-4447-9153-F799C71D9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58D7329F-506E-4090-BD21-418427AC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4B2FB5FA-F275-4719-9AED-6D70AF28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合格交接必须带上证据、阻塞与下一步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63B0155C-F675-401A-AEB4-05F22A70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D559810D-2B55-4D56-85E4-11C834BB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5A9F49A-B9CA-4D79-BFAF-4131980E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7F28937C-D26D-4A2C-8B48-D974625F0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交接：让接收者无需猜测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A6A41B2-904D-4768-A231-215035763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一次合格交接应包含：完成了什么、依据是什么、产物在哪里、哪些假设已验证、哪些问题未解决、对下游有什么影响、建议下一步是什么。接收者应确认输入版本和验收条件，而不是只回复“收到”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75D5927-5AC5-4B1C-A7A4-E472362D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7D5B884-CE71-47A6-B005-14BF6AFE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如果两个组织或系统之间通过 A2A 一类协议协作，协议可以帮助发现对方能力、传递任务和更新状态；但业务层仍要定义数据可见范围、身份信任、责任归属和失败处理。通信协议不能替代治理规则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0FD2F38B-4A54-443D-BF98-788CA310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0EB8EFC5-3738-4D48-96C1-E856B55A1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合格交接必须带上证据、阻塞与下一步</a:t>
            </a:r>
          </a:p>
        </p:txBody>
      </p:sp>
    </p:spTree>
    <p:extLst>
      <p:ext uri="{BB962C8B-B14F-4D97-AF65-F5344CB8AC3E}">
        <p14:creationId xmlns:p14="http://schemas.microsoft.com/office/powerpoint/2010/main" val="9304828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43A4F660-F13D-4898-82CE-AE1254810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0F1F23D2-F5A5-4275-AE63-2158E3E5B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CCF4D067-2056-4DC9-901B-0D0F9E73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多个角色可能各自给出正确但互不兼容的结果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C351AB34-C39B-4469-B52E-EFD34165C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5D4033EC-D047-40E1-8543-2479C4E04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BA5C5F6-CCD5-4B28-91BA-916F56A32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4A043EE-507E-4FA5-9311-E040E7D3D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合并与冲突：局部正确不等于整体可用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D7927E10-9F0B-4FD3-A172-BF3A98AEA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多个角色可能各自给出正确但互不兼容的结果；冲突应按预先定义的优先级处理；事实问题回到来源，功能问题回到测试；范围问题回到目标和约束；高风险决策交给责任人；不能简单采用“多数票”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2E19430-9FB0-471A-9A2C-A404A65E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06D01D4-49BF-4730-B636-978FF809A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整合者要运行端到端验收，检查接口、术语、数据版本和整体目标。一个模块通过自己的测试，并不证明整个系统完成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D23DDFFD-B783-405B-94AB-AD4B93585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16FB3687-9C45-4856-9B80-E66403875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多个角色可能各自给出正确但互不兼容的结果</a:t>
            </a:r>
          </a:p>
        </p:txBody>
      </p:sp>
    </p:spTree>
    <p:extLst>
      <p:ext uri="{BB962C8B-B14F-4D97-AF65-F5344CB8AC3E}">
        <p14:creationId xmlns:p14="http://schemas.microsoft.com/office/powerpoint/2010/main" val="16781181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525F4F19-1D72-43F4-AD51-4AB748219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09B8E66F-F2C0-4DA7-9053-C79716904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85951F59-5BC7-4A82-B15B-F934D4EF3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成本与故障传播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A29D3A63-72F8-44A3-BDD0-4DD24A11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92DE1392-DB0A-461C-A97D-2481F4EAA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20BB828B-9E18-4A48-A811-6CB0E95C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255C251-39E9-4DB4-8D04-65A6DDBCB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成本与故障传播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9EFB1F8-EA8D-4279-9808-8CC8EBA5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多智能体成本包括模型调用费用、重复加载上下文、工具竞争、通信等待、合并和复核。并行任务还可能争用同一文件、数据库锁或速率额度，导致看似独立的工作相互影响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A0C2AE4-C6D1-46CE-9AC6-E72DDF53F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EC6208A-84EE-4D65-94A6-A5EA68AC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故障会沿依赖传播，研究角色引用了错误数据；分析和写作角色都可能在错误基础上继续；协调者标错状态，整合者会遗漏未完成项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D75B1C26-ECB1-4D77-99E5-4F316C96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D635AD62-0DBF-4C9B-99F4-D062EE8F0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成本与故障传播</a:t>
            </a:r>
          </a:p>
        </p:txBody>
      </p:sp>
    </p:spTree>
    <p:extLst>
      <p:ext uri="{BB962C8B-B14F-4D97-AF65-F5344CB8AC3E}">
        <p14:creationId xmlns:p14="http://schemas.microsoft.com/office/powerpoint/2010/main" val="5016582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FC25B89A-1BBA-44FD-B072-717D3AF4B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54C44897-D741-46FA-8861-AB5D412CB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597EDE9A-42FC-41D9-B16E-28283EDF0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人工应集中在目标、冲突与高风险判断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DA864F43-774E-455C-88D8-A22EBDDC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F7338C8F-B79C-4876-8024-C1F3AD1B3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110FB81-BF48-4AFE-BD23-5D0D2B7FF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F1F4206-66C7-478B-A7EF-918FC5223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人机协作：人不是最后一道万能保险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AFEF8B1-08DA-490D-BC28-ED3F9E53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人应被安排在判断价值最高的位置；而不是在任务结束后被迫通读全部记录；适合人工介入的节点包括，目标和范围仍有多种解释；两个角色给出冲突结论；系统将执行外发、删除、授权等高影响动作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AEA418C-0206-4A52-B155-116C3207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3F96588E-822B-469C-903E-269195B6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人工决定也应写回共享状态，包括决定、理由、适用范围和时间。否则其他智能体可能重复提交同一问题，或把一次例外误当成永久规则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EDB7A790-B9D2-497B-941D-50B25B16C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BFA642C7-598F-49E5-BD05-DC6393EFC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人工应集中在目标、冲突与高风险判断</a:t>
            </a:r>
          </a:p>
        </p:txBody>
      </p:sp>
    </p:spTree>
    <p:extLst>
      <p:ext uri="{BB962C8B-B14F-4D97-AF65-F5344CB8AC3E}">
        <p14:creationId xmlns:p14="http://schemas.microsoft.com/office/powerpoint/2010/main" val="6805110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6CF4B4C3-8F5A-4AB4-A2BF-48E73DDA4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52B31DA1-256E-47D6-AA75-6AA34869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CDE49C6B-F296-4364-B7F2-4FFA3E4F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共享指标决定多智能体结果能否合并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9A073F02-6172-49F5-A408-A52809BE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052518ED-32AC-4B4D-A028-06A9BF11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F85D90B8-6559-46B7-A6CE-DDD18E4A2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0D4D68"/>
          </a:solidFill>
          <a:ln xmlns:a="http://schemas.openxmlformats.org/drawingml/2006/main" w="0">
            <a:solidFill>
              <a:srgbClr val="0D4D6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是否用多智能体完成一份行业调研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0FDA863C-7B54-4571-B872-432F8BBC6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结果｜任务要求在一天内比较三个行业的 AI 应用，形成同一指标体系下的报告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BD80CC60-D21B-4812-BB70-FA660E513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方法｜合理拆分方式是：协调者先统一研究问题、时间范围和证据标准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A0BBC3CC-D3B5-457B-A353-44ECA0EA7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机制｜三个研究角色分别处理一个行业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4F4C92A7-FE27-4A97-8C6F-0F4D86E13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机制｜审阅者核对关键来源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957B26AB-D08A-4356-9F5A-9EADED286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启示｜整合者统一术语和比较表</a:t>
            </a:r>
          </a:p>
        </p:txBody>
      </p:sp>
      <p:sp>
        <p:nvSpPr>
          <p:cNvPr id="12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95267491-6D90-4F39-BD43-2B3B1FAA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9-takeaway">
            <a:extLst xmlns:a="http://schemas.openxmlformats.org/drawingml/2006/main">
              <a:ext uri="{FF2B5EF4-FFF2-40B4-BE49-F238E27FC236}">
                <a16:creationId xmlns:a16="http://schemas.microsoft.com/office/drawing/2014/main" id="{9158CC47-6A2D-4540-9692-A3DD40EF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共享指标决定多智能体结果能否合并</a:t>
            </a:r>
          </a:p>
        </p:txBody>
      </p:sp>
    </p:spTree>
    <p:extLst>
      <p:ext uri="{BB962C8B-B14F-4D97-AF65-F5344CB8AC3E}">
        <p14:creationId xmlns:p14="http://schemas.microsoft.com/office/powerpoint/2010/main" val="2576316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D8BB8569-CC3E-4808-BC2C-FED64DF6F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F5D0372B-A72B-4021-BB2B-0B53CBCFE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44B0918E-8433-4349-8A4E-21683EF7D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多智能体协作：一次可验收练习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D072E5D6-3694-44E9-B405-A9433837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07545475-D99C-4440-AE26-0D3F31026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AG-003-S10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3CB36B4A-D174-4C9D-A7D7-29381447F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BF13C60E-15E5-4B49-988D-A2ECD2FD9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F2C08DC6-C2F9-4F79-ABF1-855BBD4A6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选择“发布一份月度数据简报”任务，完成以下设计；先写一段论证，说明任务哪些部分值得并行、哪些部分必须串行；如果决定不拆，也要给出成本理由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DB7E56E2-8DA4-4F2C-B870-12ABDB694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B0106055-EE39-4E66-BDC5-46799FCA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9A11C6C4-AC0B-4A98-B23D-512DF7F8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DCE6DA1B-5339-4CA9-8379-BB3A8A76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921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定义协调者、数据执行者、文字执行者、审阅者和整合者的输入、输出、工具权限与退出条件；设计一张共享状态表，至少包含任务编号、输入版本、状态、产物、证据、阻塞和下游依赖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8DCA4E42-3BE8-4EA9-B017-833AB19E1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EA212288-EF3C-480B-922D-D4742418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8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4DF4738E-D130-4AB7-AE66-E8561A83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99DDE7DF-1821-4ADF-9217-0305E7C0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写出一次交接示例，并模拟“数据版本更新”和“两个角色结论冲突”两种故障；指定至少两个人工介入点，说明触发条件、审核人和审核后的恢复步骤</a:t>
            </a:r>
          </a:p>
        </p:txBody>
      </p:sp>
    </p:spTree>
    <p:extLst>
      <p:ext uri="{BB962C8B-B14F-4D97-AF65-F5344CB8AC3E}">
        <p14:creationId xmlns:p14="http://schemas.microsoft.com/office/powerpoint/2010/main" val="70149779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4AF032BB-B557-47E3-9A39-663385A8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BCC2C76E-42A3-499A-8D60-41ED99D9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C8BF3063-527E-4648-BF79-E3B10E9FA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多智能体协作：判断时先抓住三点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D466E53D-1367-450F-909C-498E27B00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65570866-CE16-4171-B38D-24C4BF5D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AG-003-S11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7BAAB69C-5714-4630-A204-C24D10EED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01D59162-6381-430C-B28A-FDBF3B591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8250C9E1-B4C1-48C3-BD1D-4422C6DBD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可独立推进又需要合并的任务才值得拆分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ACDF3A5E-26ED-426B-B6AC-6606405EA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82AC343D-FAD5-4CA1-B1D6-E68CC1106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30BC2339-F47C-42AD-9F12-1B90DA6C3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ECE45218-CCD7-44DC-A1D4-D232979B4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合格交接必须带上证据、阻塞与下一步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1D1163DA-48A2-433B-B699-2C15C8766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DE6088C5-7895-410E-B461-17B6D26CC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8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5F9655BD-3288-4121-ACC5-C90CECE5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88A5746C-92CC-4690-86E8-2650B0A4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人工应集中在目标、冲突与高风险判断</a:t>
            </a:r>
          </a:p>
        </p:txBody>
      </p:sp>
    </p:spTree>
    <p:extLst>
      <p:ext uri="{BB962C8B-B14F-4D97-AF65-F5344CB8AC3E}">
        <p14:creationId xmlns:p14="http://schemas.microsoft.com/office/powerpoint/2010/main" val="20417082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878F6390-7B56-4FB6-B570-B6C9BFF3E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36EBCB7A-DBDF-43AE-B564-B0D2999F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D519B7A2-DF15-4E97-90BF-94AF200C5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多智能体协作：依据、边界与延伸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FD794E89-C3CA-49C5-AC8F-FBBBA7B0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2249BED8-AD74-45B2-A783-BDA82C569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AG-003-S12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68F603D7-8420-4A72-940E-0631B353A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AB6BEED8-8C19-405B-AD5D-7AB9B407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Developer’s Guide to AI Agent Protocols：Google 对 A2A、MCP 等协议分工与使用场景的官方说明</a:t>
            </a:r>
          </a:p>
        </p:txBody>
      </p:sp>
      <p:sp>
        <p:nvSpPr>
          <p:cNvPr id="8" name="s12-takeaway-rule">
            <a:extLst xmlns:a="http://schemas.openxmlformats.org/drawingml/2006/main">
              <a:ext uri="{FF2B5EF4-FFF2-40B4-BE49-F238E27FC236}">
                <a16:creationId xmlns:a16="http://schemas.microsoft.com/office/drawing/2014/main" id="{6BD3C839-2C5D-40DA-88FC-AFCD47097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9" name="s12-takeaway">
            <a:extLst xmlns:a="http://schemas.openxmlformats.org/drawingml/2006/main">
              <a:ext uri="{FF2B5EF4-FFF2-40B4-BE49-F238E27FC236}">
                <a16:creationId xmlns:a16="http://schemas.microsoft.com/office/drawing/2014/main" id="{0187AE5E-A91A-49F8-BCA2-20A6360CB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3451052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2026-07-11T16:55:36.3030000Z</dcterms:created>
  <dcterms:modified xsi:type="dcterms:W3CDTF">2026-07-11T16:55:36.3030000Z</dcterms:modified>
</coreProperties>
</file>