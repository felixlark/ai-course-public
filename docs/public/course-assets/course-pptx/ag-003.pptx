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f888a0c37a45f9" /><Relationship Type="http://schemas.openxmlformats.org/officeDocument/2006/relationships/extended-properties" Target="/docProps/app.xml" Id="R5c9f434c49e8421f" /><Relationship Type="http://schemas.openxmlformats.org/officeDocument/2006/relationships/officeDocument" Target="/ppt/presentation.xml" Id="R7a8b2d0167fa4c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fc9fd0b8cc4900"/>
  </p:sldMasterIdLst>
  <p:notesMasterIdLst>
    <p:notesMasterId xmlns:r="http://schemas.openxmlformats.org/officeDocument/2006/relationships" r:id="Rcbffd85f55224698"/>
  </p:notesMasterIdLst>
  <p:sldIdLst>
    <p:sldId xmlns:r="http://schemas.openxmlformats.org/officeDocument/2006/relationships" id="256" r:id="R5149076084db48e3"/>
    <p:sldId xmlns:r="http://schemas.openxmlformats.org/officeDocument/2006/relationships" id="257" r:id="R9bdb1c10321048d6"/>
    <p:sldId xmlns:r="http://schemas.openxmlformats.org/officeDocument/2006/relationships" id="258" r:id="R5d65c482ef444921"/>
    <p:sldId xmlns:r="http://schemas.openxmlformats.org/officeDocument/2006/relationships" id="259" r:id="R86ddc99b800c4b13"/>
    <p:sldId xmlns:r="http://schemas.openxmlformats.org/officeDocument/2006/relationships" id="260" r:id="R232cad95c0834d07"/>
    <p:sldId xmlns:r="http://schemas.openxmlformats.org/officeDocument/2006/relationships" id="261" r:id="R5c7389ff75a04a68"/>
    <p:sldId xmlns:r="http://schemas.openxmlformats.org/officeDocument/2006/relationships" id="262" r:id="R536bae84911448e2"/>
    <p:sldId xmlns:r="http://schemas.openxmlformats.org/officeDocument/2006/relationships" id="263" r:id="Rb49dea6e70584ca4"/>
    <p:sldId xmlns:r="http://schemas.openxmlformats.org/officeDocument/2006/relationships" id="264" r:id="R0d1ee28f41014f83"/>
    <p:sldId xmlns:r="http://schemas.openxmlformats.org/officeDocument/2006/relationships" id="265" r:id="R362b7aec9190439f"/>
    <p:sldId xmlns:r="http://schemas.openxmlformats.org/officeDocument/2006/relationships" id="266" r:id="R01988a272d234d18"/>
    <p:sldId xmlns:r="http://schemas.openxmlformats.org/officeDocument/2006/relationships" id="267" r:id="R39a2184b74e34c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3f025f7f8f46d8" /><Relationship Type="http://schemas.openxmlformats.org/officeDocument/2006/relationships/slideMaster" Target="/ppt/slideMasters/slideMaster1.xml" Id="R69fc9fd0b8cc4900" /><Relationship Type="http://schemas.openxmlformats.org/officeDocument/2006/relationships/notesMaster" Target="/ppt/notesMasters/notesMaster1.xml" Id="Rcbffd85f55224698" /><Relationship Type="http://schemas.openxmlformats.org/officeDocument/2006/relationships/presProps" Target="/ppt/presProps.xml" Id="R9f7c907c6db34d6a" /><Relationship Type="http://schemas.openxmlformats.org/officeDocument/2006/relationships/tableStyles" Target="/ppt/tableStyles.xml" Id="R33478fa0bf69402a" /><Relationship Type="http://schemas.openxmlformats.org/officeDocument/2006/relationships/slide" Target="/ppt/slides/slide1.xml" Id="R5149076084db48e3" /><Relationship Type="http://schemas.openxmlformats.org/officeDocument/2006/relationships/slide" Target="/ppt/slides/slide2.xml" Id="R9bdb1c10321048d6" /><Relationship Type="http://schemas.openxmlformats.org/officeDocument/2006/relationships/slide" Target="/ppt/slides/slide3.xml" Id="R5d65c482ef444921" /><Relationship Type="http://schemas.openxmlformats.org/officeDocument/2006/relationships/slide" Target="/ppt/slides/slide4.xml" Id="R86ddc99b800c4b13" /><Relationship Type="http://schemas.openxmlformats.org/officeDocument/2006/relationships/slide" Target="/ppt/slides/slide5.xml" Id="R232cad95c0834d07" /><Relationship Type="http://schemas.openxmlformats.org/officeDocument/2006/relationships/slide" Target="/ppt/slides/slide6.xml" Id="R5c7389ff75a04a68" /><Relationship Type="http://schemas.openxmlformats.org/officeDocument/2006/relationships/slide" Target="/ppt/slides/slide7.xml" Id="R536bae84911448e2" /><Relationship Type="http://schemas.openxmlformats.org/officeDocument/2006/relationships/slide" Target="/ppt/slides/slide8.xml" Id="Rb49dea6e70584ca4" /><Relationship Type="http://schemas.openxmlformats.org/officeDocument/2006/relationships/slide" Target="/ppt/slides/slide9.xml" Id="R0d1ee28f41014f83" /><Relationship Type="http://schemas.openxmlformats.org/officeDocument/2006/relationships/slide" Target="/ppt/slides/slide10.xml" Id="R362b7aec9190439f" /><Relationship Type="http://schemas.openxmlformats.org/officeDocument/2006/relationships/slide" Target="/ppt/slides/slide11.xml" Id="R01988a272d234d18" /><Relationship Type="http://schemas.openxmlformats.org/officeDocument/2006/relationships/slide" Target="/ppt/slides/slide12.xml" Id="R39a2184b74e34c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de990f1dda40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bc1d423443420b" /><Relationship Type="http://schemas.openxmlformats.org/officeDocument/2006/relationships/notesMaster" Target="/ppt/notesMasters/notesMaster1.xml" Id="Rcbc35f8d810342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3d02cc54b24e1a" /><Relationship Type="http://schemas.openxmlformats.org/officeDocument/2006/relationships/notesMaster" Target="/ppt/notesMasters/notesMaster1.xml" Id="Rf7f79773d3a74d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19ae8f893549ed" /><Relationship Type="http://schemas.openxmlformats.org/officeDocument/2006/relationships/notesMaster" Target="/ppt/notesMasters/notesMaster1.xml" Id="R542b70ffac01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5ca5573c854607" /><Relationship Type="http://schemas.openxmlformats.org/officeDocument/2006/relationships/notesMaster" Target="/ppt/notesMasters/notesMaster1.xml" Id="R60988ca303ab49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2681c4a4d04383" /><Relationship Type="http://schemas.openxmlformats.org/officeDocument/2006/relationships/notesMaster" Target="/ppt/notesMasters/notesMaster1.xml" Id="R6f5d971e17554d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bb10261f104ae5" /><Relationship Type="http://schemas.openxmlformats.org/officeDocument/2006/relationships/notesMaster" Target="/ppt/notesMasters/notesMaster1.xml" Id="Rb9a2e96896d649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96e80044b1420f" /><Relationship Type="http://schemas.openxmlformats.org/officeDocument/2006/relationships/notesMaster" Target="/ppt/notesMasters/notesMaster1.xml" Id="Rd3432f83a35949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9b8672fcb14514" /><Relationship Type="http://schemas.openxmlformats.org/officeDocument/2006/relationships/notesMaster" Target="/ppt/notesMasters/notesMaster1.xml" Id="Rf352af8cdce943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d7f3e5b63646c4" /><Relationship Type="http://schemas.openxmlformats.org/officeDocument/2006/relationships/notesMaster" Target="/ppt/notesMasters/notesMaster1.xml" Id="Rafcff1a6674545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e9f7d6d55a4bfc" /><Relationship Type="http://schemas.openxmlformats.org/officeDocument/2006/relationships/notesMaster" Target="/ppt/notesMasters/notesMaster1.xml" Id="Rdc0db1b986c34a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69fb644b864f83" /><Relationship Type="http://schemas.openxmlformats.org/officeDocument/2006/relationships/notesMaster" Target="/ppt/notesMasters/notesMaster1.xml" Id="Rde90792455cc4f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ec38e8905247cc" /><Relationship Type="http://schemas.openxmlformats.org/officeDocument/2006/relationships/notesMaster" Target="/ppt/notesMasters/notesMaster1.xml" Id="Rd880017e6aae45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20f7c02404d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4492158b554650" /><Relationship Type="http://schemas.openxmlformats.org/officeDocument/2006/relationships/slideLayout" Target="/ppt/slideLayouts/slideLayout1.xml" Id="R56b28bd153a145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28bd153a145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1a6c3e1174b5e" /><Relationship Type="http://schemas.openxmlformats.org/officeDocument/2006/relationships/notesSlide" Target="/ppt/notesSlides/notesSlide1.xml" Id="R5d72073fc40d4a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905c13b904b0c" /><Relationship Type="http://schemas.openxmlformats.org/officeDocument/2006/relationships/notesSlide" Target="/ppt/notesSlides/notesSlide2.xml" Id="Re630b972c40e40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5b98110ac4115" /><Relationship Type="http://schemas.openxmlformats.org/officeDocument/2006/relationships/notesSlide" Target="/ppt/notesSlides/notesSlide3.xml" Id="R7a1bb36664e045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9a339225447c5" /><Relationship Type="http://schemas.openxmlformats.org/officeDocument/2006/relationships/notesSlide" Target="/ppt/notesSlides/notesSlide4.xml" Id="R5f805246751f4f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909c4047a41d9" /><Relationship Type="http://schemas.openxmlformats.org/officeDocument/2006/relationships/notesSlide" Target="/ppt/notesSlides/notesSlide5.xml" Id="R531641db7c0749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420a1e8604e79" /><Relationship Type="http://schemas.openxmlformats.org/officeDocument/2006/relationships/notesSlide" Target="/ppt/notesSlides/notesSlide6.xml" Id="R0b5e0165a6bf48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548a616cc492a" /><Relationship Type="http://schemas.openxmlformats.org/officeDocument/2006/relationships/notesSlide" Target="/ppt/notesSlides/notesSlide7.xml" Id="R962ade1e97bf4c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3554116e94664" /><Relationship Type="http://schemas.openxmlformats.org/officeDocument/2006/relationships/notesSlide" Target="/ppt/notesSlides/notesSlide8.xml" Id="R9ff38df728db4f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5408c0921496e" /><Relationship Type="http://schemas.openxmlformats.org/officeDocument/2006/relationships/notesSlide" Target="/ppt/notesSlides/notesSlide9.xml" Id="R0af698c9aef247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541bd068d4542" /><Relationship Type="http://schemas.openxmlformats.org/officeDocument/2006/relationships/notesSlide" Target="/ppt/notesSlides/notesSlide10.xml" Id="R7e265690bf0445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fc669518e4dbc" /><Relationship Type="http://schemas.openxmlformats.org/officeDocument/2006/relationships/notesSlide" Target="/ppt/notesSlides/notesSlide11.xml" Id="R38bd4c3c56794a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de13c14dc49a4" /><Relationship Type="http://schemas.openxmlformats.org/officeDocument/2006/relationships/notesSlide" Target="/ppt/notesSlides/notesSlide12.xml" Id="Rab13283a5e6a4e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280E931E-A627-45C3-A40F-354EC6B5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AB91C1F0-F1B0-485F-9096-22FBBD60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F223BBDA-91EE-4611-988D-67F05DB8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C8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09AF301D-FF38-4B17-9A01-6C7CA310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A513738F-8BA0-49AC-AA3E-27F436F2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436474D1-9F77-4A77-B751-21C788CD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C8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3600EA3-2586-4147-B662-5A8E99D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A6C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A6C8"/>
                </a:solidFill>
                <a:latin typeface="PingFang SC"/>
                <a:ea typeface="PingFang SC"/>
                <a:cs typeface="PingFang SC"/>
              </a:rPr>
              <a:t>第 2 章 · AI 智能体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360EC80-A822-4F75-9F79-3C827C2A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多智能体协作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993AAEB-2D49-47AD-AE7B-C045EA4B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用角色、交接、共享状态、冲突处理和整体验收理解多智能体系统。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202D7611-039B-4EC9-ADBC-84297419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当一个任务同时包含检索、分析、实现、测试和审阅时；把工作分给多个智能体似乎很自然；并行确实可能缩短时间；专业角色也可能提高局部质量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B6A18B18-7953-4556-A752-FD48C475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1C402C3B-EB90-4B9C-9832-A3969825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A6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A6C8"/>
                </a:solidFill>
                <a:latin typeface="PingFang SC"/>
                <a:ea typeface="PingFang SC"/>
                <a:cs typeface="PingFang SC"/>
              </a:rPr>
              <a:t>AG-003 · AG-003-S01</a:t>
            </a:r>
          </a:p>
        </p:txBody>
      </p:sp>
    </p:spTree>
    <p:extLst>
      <p:ext uri="{BB962C8B-B14F-4D97-AF65-F5344CB8AC3E}">
        <p14:creationId xmlns:p14="http://schemas.microsoft.com/office/powerpoint/2010/main" val="266230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1D91DA60-5276-4E81-A98B-6B559C83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7D6B0348-0504-474A-A1F7-D623C68A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2115714D-486F-46B0-81F3-A45E2516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多智能体协作：4项学习结果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77FC6B5F-3127-4930-868D-9F6DB7CA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A1CED6D6-C655-432D-B55A-EC843BFF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AG-003 · AG-003-S02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CCFC7C9D-AD02-45EC-AB00-33DCC2FE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根据任务独立性、专业差异、时效和合并成本，判断是否应拆成多个智能体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E29166D4-93CE-45B3-8F9B-6F4C8993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为协作系统定义角色职责、共享状态、交接契约和最终责任人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7B47067E-8DF8-4076-8A40-D2B64081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分析并行执行带来的费用、延迟、上下文重复与故障传播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AF0C8CFD-8A87-42E9-A7B1-54FA17C5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在低置信度、角色冲突和高影响动作处设计人机协作检查点</a:t>
            </a:r>
          </a:p>
        </p:txBody>
      </p:sp>
    </p:spTree>
    <p:extLst>
      <p:ext uri="{BB962C8B-B14F-4D97-AF65-F5344CB8AC3E}">
        <p14:creationId xmlns:p14="http://schemas.microsoft.com/office/powerpoint/2010/main" val="1292571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CB932B67-A572-4DD3-A32E-E03D6CA1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ACF62C28-2EE0-40A3-AD0F-C9306D44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68CE3C34-1D5A-425C-823F-5D82B2C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可独立推进又需要合并的任务才值得拆分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B9446B7E-02FA-4605-B481-8A7BDCB9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5D23EFBA-2074-4BD8-B7D1-88DAFA1F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AG-003 · AG-003-S03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2EA1A7E-0E57-4D5E-80C8-64486538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B1494A14-348D-4E8E-BA24-534686A1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何时值得拆分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7DD6565-FAA0-4D43-88B4-1C0B7D88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多智能体适合以下情况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1F90C9E1-1E83-46D0-AAF9-07A7FE56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3274E981-B742-4A38-9FCD-FC212F0E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何时不应拆分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56FBBC54-453B-486E-89A5-43BF498D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以下任务更适合单智能体或确定性工作流；任务很短，步骤强依赖且必须严格串行；共享状态每一步都在变化；最终产物需要持续保持统一文风或同一设计判断；错误成本很高而又缺少统一审阅</a:t>
            </a:r>
          </a:p>
        </p:txBody>
      </p:sp>
      <p:sp>
        <p:nvSpPr>
          <p:cNvPr id="12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06E8F918-B8F2-46A4-A601-CE14ED11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3-takeaway">
            <a:extLst xmlns:a="http://schemas.openxmlformats.org/drawingml/2006/main">
              <a:ext uri="{FF2B5EF4-FFF2-40B4-BE49-F238E27FC236}">
                <a16:creationId xmlns:a16="http://schemas.microsoft.com/office/drawing/2014/main" id="{C1E80A47-C3A1-40E2-B144-1E7C0C98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可独立推进又需要合并的任务才值得拆分</a:t>
            </a:r>
          </a:p>
        </p:txBody>
      </p:sp>
    </p:spTree>
    <p:extLst>
      <p:ext uri="{BB962C8B-B14F-4D97-AF65-F5344CB8AC3E}">
        <p14:creationId xmlns:p14="http://schemas.microsoft.com/office/powerpoint/2010/main" val="1481234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3E04E3FA-77CA-46FB-A53C-1C2CBC51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6A622617-07ED-4F88-B2BF-67441396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284FEBEB-F9B8-4664-B8B4-D9F3449C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角色责任与共享状态共同决定协作质量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998B8918-2022-4963-B0F2-1803002C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A53878C3-BC1C-4A8B-8639-CC96C572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AG-003 · AG-003-S04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52BEE174-F2B5-4BBF-B076-778F7E6F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517D8E2C-07F9-48CC-8E0A-1E4CD47F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角色：按责任设计，而不是按人物命名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7C7ACC8-6497-4E1E-BB60-603EACB9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角色定义至少包含六项：目标、输入、允许使用的工具、输出格式、验收标准和禁止事项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65495837-2050-4D97-8105-C628AAD9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397A170C-5EE7-4227-AEF5-709E3E46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共享状态：只共享协作所需的最小事实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000983B6-175D-49F5-8AD5-BDC90B39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协作系统需要一份权威状态；记录任务目标、子任务、负责人、状态、输入版本、产物位置、证据、阻塞和依赖</a:t>
            </a:r>
          </a:p>
        </p:txBody>
      </p:sp>
      <p:sp>
        <p:nvSpPr>
          <p:cNvPr id="12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C0A87061-A3E7-4AC9-BDDA-6BE51D9C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4-takeaway">
            <a:extLst xmlns:a="http://schemas.openxmlformats.org/drawingml/2006/main">
              <a:ext uri="{FF2B5EF4-FFF2-40B4-BE49-F238E27FC236}">
                <a16:creationId xmlns:a16="http://schemas.microsoft.com/office/drawing/2014/main" id="{BA63A2EF-F2DB-4471-BD23-D994BB95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角色责任与共享状态共同决定协作质量</a:t>
            </a:r>
          </a:p>
        </p:txBody>
      </p:sp>
    </p:spTree>
    <p:extLst>
      <p:ext uri="{BB962C8B-B14F-4D97-AF65-F5344CB8AC3E}">
        <p14:creationId xmlns:p14="http://schemas.microsoft.com/office/powerpoint/2010/main" val="1273621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8F8C82CF-7CA6-4915-93F9-EAB8B295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D5855840-6B4B-4167-A915-FD9225C1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DEA5718D-1801-445A-8E3F-FACB5632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合格交接必须带上证据、阻塞与下一步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26EBDD0C-5D61-42FA-BB7B-CE605DD5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64CBA5AA-C0FF-4510-AAE0-8B822ED7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AG-003 · AG-003-S05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2894E1AB-8261-499C-8435-A7735237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6FA48B35-0FEA-43EA-BB49-BEE5299C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交接：让接收者无需猜测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EFC4E04-6E5D-4147-9E6A-1892BE4B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一次合格交接应包含：完成了什么、依据是什么、产物在哪里、哪些假设已验证、哪些问题未解决、对下游有什么影响、建议下一步是什么。接收者应确认输入版本和验收条件，而不是只回复“收到”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080B7906-0192-45C3-9477-D0C0E0B0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DFF7B30-AF4F-43BB-8B95-85762414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如果两个组织或系统之间通过 A2A 一类协议协作，协议可以帮助发现对方能力、传递任务和更新状态；但业务层仍要定义数据可见范围、身份信任、责任归属和失败处理。通信协议不能替代治理规则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4DEA692F-152E-4893-8EF2-45499AE4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35A485EF-E352-4746-83A8-19F91F14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合格交接必须带上证据、阻塞与下一步</a:t>
            </a:r>
          </a:p>
        </p:txBody>
      </p:sp>
    </p:spTree>
    <p:extLst>
      <p:ext uri="{BB962C8B-B14F-4D97-AF65-F5344CB8AC3E}">
        <p14:creationId xmlns:p14="http://schemas.microsoft.com/office/powerpoint/2010/main" val="940360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A8355D79-E157-4FCA-9616-CAA2C4A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B025808C-FFF3-4EAB-B779-5667E88B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34F78C99-FAA9-4DAD-A515-1F90B21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多个角色可能各自给出正确但互不兼容的结果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0DBCB827-37C5-4EDB-AD09-A482300D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7C91CA90-73B3-4B51-9FBB-8A37DD1F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AG-003 · AG-003-S06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BF3A1E8-2560-40A1-B1FA-A874F500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3043B2B-C600-4640-8100-B25B1A30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合并与冲突：局部正确不等于整体可用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546AF1A2-52CA-4E9C-8CD0-1CA4EE64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多个角色可能各自给出正确但互不兼容的结果；冲突应按预先定义的优先级处理；事实问题回到来源，功能问题回到测试；范围问题回到目标和约束；高风险决策交给责任人；不能简单采用“多数票”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A30A865B-AFF5-4844-BCAF-AA79A6E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3620546-8EBE-4621-8A4C-C66DDFB4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整合者要运行端到端验收，检查接口、术语、数据版本和整体目标。一个模块通过自己的测试，并不证明整个系统完成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110A8234-58E4-48F8-BC41-2F45CA8F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7FEF1E29-A247-428E-8597-CB1F7DDD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多个角色可能各自给出正确但互不兼容的结果</a:t>
            </a:r>
          </a:p>
        </p:txBody>
      </p:sp>
    </p:spTree>
    <p:extLst>
      <p:ext uri="{BB962C8B-B14F-4D97-AF65-F5344CB8AC3E}">
        <p14:creationId xmlns:p14="http://schemas.microsoft.com/office/powerpoint/2010/main" val="225577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6DF495FA-069D-4150-97DC-B2BEE03E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493AF01E-2246-413F-991C-EDC40C1E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8085DF7A-1832-4EC2-8705-590EB5DB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成本与故障传播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585E12D9-8302-43F1-B8B2-ACADAD7D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6FFDB5CE-9EA8-419D-9312-73C86B5D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AG-003 · AG-003-S07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7CAA8FB6-1119-4878-991A-5B6B59CF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CD24284-C42E-4200-9D4C-633714AC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成本与故障传播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13B7DD5C-91A1-430B-9573-A594CF33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多智能体成本包括模型调用费用、重复加载上下文、工具竞争、通信等待、合并和复核。并行任务还可能争用同一文件、数据库锁或速率额度，导致看似独立的工作相互影响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E62542F9-E29A-4DB5-ACB9-6ACA532B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518CBA3A-4D8D-4575-9B4B-4BE4DE4E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故障会沿依赖传播，研究角色引用了错误数据；分析和写作角色都可能在错误基础上继续；协调者标错状态，整合者会遗漏未完成项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012A44EA-643F-4635-AFDC-55E94AE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6118D0CC-D5A0-449D-82B8-FC74A1D9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成本与故障传播</a:t>
            </a:r>
          </a:p>
        </p:txBody>
      </p:sp>
    </p:spTree>
    <p:extLst>
      <p:ext uri="{BB962C8B-B14F-4D97-AF65-F5344CB8AC3E}">
        <p14:creationId xmlns:p14="http://schemas.microsoft.com/office/powerpoint/2010/main" val="1225741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89861426-70AB-4C54-8822-A830BDCF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52B53700-4D35-48B2-BA29-D2EF40C4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86318521-C35C-4A37-A1B9-D1E5AC1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人工应集中在目标、冲突与高风险判断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BEB9BE94-AC04-46EE-A849-47D6C5BE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286DE8C1-618E-482C-A099-DFC91D68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AG-003 · AG-003-S08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969ED8E-5F00-4485-A3F6-7E6CFDD5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BB18CBBB-8BCA-4099-BD9E-F1EE8D5A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人机协作：人不是最后一道万能保险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6CC1493-6C17-496F-850D-1D348122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人应被安排在判断价值最高的位置；而不是在任务结束后被迫通读全部记录；适合人工介入的节点包括，目标和范围仍有多种解释；两个角色给出冲突结论；系统将执行外发、删除、授权等高影响动作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4CA5E7B9-6A8F-432F-882A-B7B1CFA3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1DF4C750-E9EF-4DA2-9FC3-1AB1CBCD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人工决定也应写回共享状态，包括决定、理由、适用范围和时间。否则其他智能体可能重复提交同一问题，或把一次例外误当成永久规则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32ABB573-8788-4C57-A143-5D1B3287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FEBC00A1-3470-4518-A67F-711255D8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人工应集中在目标、冲突与高风险判断</a:t>
            </a:r>
          </a:p>
        </p:txBody>
      </p:sp>
    </p:spTree>
    <p:extLst>
      <p:ext uri="{BB962C8B-B14F-4D97-AF65-F5344CB8AC3E}">
        <p14:creationId xmlns:p14="http://schemas.microsoft.com/office/powerpoint/2010/main" val="8699753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9C70DA60-04D3-44DD-AC47-0A6E9FD1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67514A70-DC86-4134-BC5C-3E81E3EF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B30CF63C-0243-4EC8-913F-FF6F2A5C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共享指标决定多智能体结果能否合并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A4FC882B-5402-4FF9-870B-408C81A2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85EF2012-6011-4252-90D6-FFE64043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AG-003 · AG-003-S09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EAB4DBAA-9610-4419-A38C-D2664140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0D4D68"/>
          </a:solidFill>
          <a:ln xmlns:a="http://schemas.openxmlformats.org/drawingml/2006/main" w="0">
            <a:solidFill>
              <a:srgbClr val="0D4D6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是否用多智能体完成一份行业调研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06502195-7301-44B9-9271-EB49B04A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结果｜任务要求在一天内比较三个行业的 AI 应用，形成同一指标体系下的报告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16798724-25E4-442F-8959-41AE653F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方法｜合理拆分方式是：协调者先统一研究问题、时间范围和证据标准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6080BAD4-EC6B-4AC4-A482-9C7AF0CD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机制｜三个研究角色分别处理一个行业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C9F7AA73-AA4F-4D75-91D1-6E95C355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机制｜审阅者核对关键来源</a:t>
            </a:r>
          </a:p>
        </p:txBody>
      </p:sp>
      <p:sp>
        <p:nvSpPr>
          <p:cNvPr id="11" name="case-row-4">
            <a:extLst xmlns:a="http://schemas.openxmlformats.org/drawingml/2006/main">
              <a:ext uri="{FF2B5EF4-FFF2-40B4-BE49-F238E27FC236}">
                <a16:creationId xmlns:a16="http://schemas.microsoft.com/office/drawing/2014/main" id="{7684B081-E85C-42A5-837E-36860215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9525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启示｜整合者统一术语和比较表</a:t>
            </a:r>
          </a:p>
        </p:txBody>
      </p:sp>
      <p:sp>
        <p:nvSpPr>
          <p:cNvPr id="12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6C4CF72C-40F9-41B9-9AD1-333F285B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9-takeaway">
            <a:extLst xmlns:a="http://schemas.openxmlformats.org/drawingml/2006/main">
              <a:ext uri="{FF2B5EF4-FFF2-40B4-BE49-F238E27FC236}">
                <a16:creationId xmlns:a16="http://schemas.microsoft.com/office/drawing/2014/main" id="{6D998187-CA00-461E-860A-144D5C34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共享指标决定多智能体结果能否合并</a:t>
            </a:r>
          </a:p>
        </p:txBody>
      </p:sp>
    </p:spTree>
    <p:extLst>
      <p:ext uri="{BB962C8B-B14F-4D97-AF65-F5344CB8AC3E}">
        <p14:creationId xmlns:p14="http://schemas.microsoft.com/office/powerpoint/2010/main" val="11878810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82054A59-8AEF-4CB4-88CD-265EC34E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D874E7B0-A132-4BE2-B6FB-4D22F7F8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EC989C11-6285-4EEE-BEF3-CF112A96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多智能体协作：一次可验收练习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71911E9B-A2D1-4E4C-A23D-D6E8E012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C5C643A1-A83E-4271-BDD7-4815C060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AG-003 · AG-003-S10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DFC092F6-A929-4535-A1BE-24C0CAA5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7215FE58-22CE-4C84-83FA-892BEC35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D550F1D8-BE3A-422A-AA3C-74296027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选择“发布一份月度数据简报”任务，完成以下设计；先写一段论证，说明任务哪些部分值得并行、哪些部分必须串行；如果决定不拆，也要给出成本理由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09E9607B-DFB6-446B-A087-262D91D3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369D5EB6-E52D-4775-8537-84F382E5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0C42534B-CD9C-487F-8095-4779263A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051EBBD4-2BDB-4F06-9264-E5B9059F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3921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定义协调者、数据执行者、文字执行者、审阅者和整合者的输入、输出、工具权限与退出条件；设计一张共享状态表，至少包含任务编号、输入版本、状态、产物、证据、阻塞和下游依赖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211C2CCC-46DF-4734-B717-4D6D29EB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B16AC87C-A4B8-442B-868D-DE8C3DFA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8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9D796D2A-D9E1-479D-B1EC-5399BF52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8B365A22-EEBA-41A3-8F4C-83AD51EF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写出一次交接示例，并模拟“数据版本更新”和“两个角色结论冲突”两种故障；指定至少两个人工介入点，说明触发条件、审核人和审核后的恢复步骤</a:t>
            </a:r>
          </a:p>
        </p:txBody>
      </p:sp>
    </p:spTree>
    <p:extLst>
      <p:ext uri="{BB962C8B-B14F-4D97-AF65-F5344CB8AC3E}">
        <p14:creationId xmlns:p14="http://schemas.microsoft.com/office/powerpoint/2010/main" val="13383507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0D8CE630-BC7E-43A6-9CF3-9151923B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BD84CF3A-4D73-4DF5-A47C-B47DB361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E3B8DADB-82D0-4787-9A54-1B96CB87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多智能体协作：判断时先抓住三点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E5BBEEAF-B522-418D-88F0-DEB5CC79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70B730FC-470E-4577-B0BD-817AF0E8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AG-003 · AG-003-S11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E48A1128-49E9-4C25-8EA5-1C631A2A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137B7B14-1C96-415C-AE35-674EBFC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B2A21049-7442-47E7-81BD-BB639B07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可独立推进又需要合并的任务才值得拆分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81408188-B0E5-4C40-90E5-06F87ADA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ECFF9639-5AC0-40B9-8ED1-9AF01A3F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11AA7367-A44E-4610-A810-71E4082C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ECDD7954-A5F5-42BA-BDA2-FD36213B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合格交接必须带上证据、阻塞与下一步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8A97357C-70A0-4CAE-84E3-6EB6440A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5AD4E8E7-0301-48DB-B8A1-E2884B4C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8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B7CB1E6B-16DB-409A-B64A-2D16277B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BD539888-DC3C-425E-B34B-99BE9200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人工应集中在目标、冲突与高风险判断</a:t>
            </a:r>
          </a:p>
        </p:txBody>
      </p:sp>
    </p:spTree>
    <p:extLst>
      <p:ext uri="{BB962C8B-B14F-4D97-AF65-F5344CB8AC3E}">
        <p14:creationId xmlns:p14="http://schemas.microsoft.com/office/powerpoint/2010/main" val="16661447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962DEE7A-1B68-48B1-9DC2-EA2876F6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DAD9292D-AD66-4B80-BA70-C5BA9463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A1B68526-1A3C-4005-B6E8-4C860551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多智能体协作：依据、边界与延伸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A7717F79-E60B-4AE0-BDDC-BE321DC2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292BD3B2-91F6-41FA-9654-319A8EFE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AG-003 · AG-003-S12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2AEA65BD-896E-4E5D-BBD5-A050EEA6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9525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9A9C2BA2-9C0C-45FE-BEC9-D199A71D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Developer’s Guide to AI Agent Protocols：Google 对 A2A、MCP 等协议分工与使用场景的官方说明</a:t>
            </a:r>
          </a:p>
        </p:txBody>
      </p:sp>
      <p:sp>
        <p:nvSpPr>
          <p:cNvPr id="8" name="s12-takeaway-rule">
            <a:extLst xmlns:a="http://schemas.openxmlformats.org/drawingml/2006/main">
              <a:ext uri="{FF2B5EF4-FFF2-40B4-BE49-F238E27FC236}">
                <a16:creationId xmlns:a16="http://schemas.microsoft.com/office/drawing/2014/main" id="{8073ADFC-1118-45DA-B758-746C19FD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9" name="s12-takeaway">
            <a:extLst xmlns:a="http://schemas.openxmlformats.org/drawingml/2006/main">
              <a:ext uri="{FF2B5EF4-FFF2-40B4-BE49-F238E27FC236}">
                <a16:creationId xmlns:a16="http://schemas.microsoft.com/office/drawing/2014/main" id="{709D3D6B-6D1C-4920-A082-08EC9865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2093500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2026-07-12T08:20:13.2260000Z</dcterms:created>
  <dcterms:modified xsi:type="dcterms:W3CDTF">2026-07-12T08:20:13.2260000Z</dcterms:modified>
</coreProperties>
</file>